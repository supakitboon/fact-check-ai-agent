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Nunito Sans Light"/>
      <p:regular r:id="rId17"/>
      <p:bold r:id="rId18"/>
      <p:italic r:id="rId19"/>
      <p:boldItalic r:id="rId20"/>
    </p:embeddedFont>
    <p:embeddedFont>
      <p:font typeface="Nunito Sans ExtraLight"/>
      <p:regular r:id="rId21"/>
      <p:bold r:id="rId22"/>
      <p:italic r:id="rId23"/>
      <p:boldItalic r:id="rId24"/>
    </p:embeddedFont>
    <p:embeddedFont>
      <p:font typeface="Nunito Sans Medium"/>
      <p:regular r:id="rId25"/>
      <p:bold r:id="rId26"/>
      <p:italic r:id="rId27"/>
      <p:boldItalic r:id="rId28"/>
    </p:embeddedFont>
    <p:embeddedFont>
      <p:font typeface="Nunito Sans SemiBold"/>
      <p:regular r:id="rId29"/>
      <p:bold r:id="rId30"/>
      <p:italic r:id="rId31"/>
      <p:boldItalic r:id="rId32"/>
    </p:embeddedFont>
    <p:embeddedFont>
      <p:font typeface="Tomorrow"/>
      <p:regular r:id="rId33"/>
      <p:bold r:id="rId34"/>
      <p:italic r:id="rId35"/>
      <p:boldItalic r:id="rId36"/>
    </p:embeddedFont>
    <p:embeddedFont>
      <p:font typeface="Nunito Sans"/>
      <p:regular r:id="rId37"/>
      <p:bold r:id="rId38"/>
      <p:italic r:id="rId39"/>
      <p:boldItalic r:id="rId40"/>
    </p:embeddedFont>
    <p:embeddedFont>
      <p:font typeface="Tomorrow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2B721E-941F-400D-B37B-BBDB81034444}">
  <a:tblStyle styleId="{A32B721E-941F-400D-B37B-BBDB810344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boldItalic.fntdata"/><Relationship Id="rId42" Type="http://schemas.openxmlformats.org/officeDocument/2006/relationships/font" Target="fonts/TomorrowLight-bold.fntdata"/><Relationship Id="rId41" Type="http://schemas.openxmlformats.org/officeDocument/2006/relationships/font" Target="fonts/TomorrowLight-regular.fntdata"/><Relationship Id="rId44" Type="http://schemas.openxmlformats.org/officeDocument/2006/relationships/font" Target="fonts/TomorrowLight-boldItalic.fntdata"/><Relationship Id="rId43" Type="http://schemas.openxmlformats.org/officeDocument/2006/relationships/font" Target="fonts/Tomorrow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SansSemiBold-italic.fntdata"/><Relationship Id="rId30" Type="http://schemas.openxmlformats.org/officeDocument/2006/relationships/font" Target="fonts/NunitoSansSemiBold-bold.fntdata"/><Relationship Id="rId33" Type="http://schemas.openxmlformats.org/officeDocument/2006/relationships/font" Target="fonts/Tomorrow-regular.fntdata"/><Relationship Id="rId32" Type="http://schemas.openxmlformats.org/officeDocument/2006/relationships/font" Target="fonts/NunitoSansSemiBold-boldItalic.fntdata"/><Relationship Id="rId35" Type="http://schemas.openxmlformats.org/officeDocument/2006/relationships/font" Target="fonts/Tomorrow-italic.fntdata"/><Relationship Id="rId34" Type="http://schemas.openxmlformats.org/officeDocument/2006/relationships/font" Target="fonts/Tomorrow-bold.fntdata"/><Relationship Id="rId37" Type="http://schemas.openxmlformats.org/officeDocument/2006/relationships/font" Target="fonts/NunitoSans-regular.fntdata"/><Relationship Id="rId36" Type="http://schemas.openxmlformats.org/officeDocument/2006/relationships/font" Target="fonts/Tomorrow-boldItalic.fntdata"/><Relationship Id="rId39" Type="http://schemas.openxmlformats.org/officeDocument/2006/relationships/font" Target="fonts/NunitoSans-italic.fntdata"/><Relationship Id="rId38" Type="http://schemas.openxmlformats.org/officeDocument/2006/relationships/font" Target="fonts/NunitoSans-bold.fntdata"/><Relationship Id="rId20" Type="http://schemas.openxmlformats.org/officeDocument/2006/relationships/font" Target="fonts/NunitoSansLight-boldItalic.fntdata"/><Relationship Id="rId22" Type="http://schemas.openxmlformats.org/officeDocument/2006/relationships/font" Target="fonts/NunitoSansExtraLight-bold.fntdata"/><Relationship Id="rId21" Type="http://schemas.openxmlformats.org/officeDocument/2006/relationships/font" Target="fonts/NunitoSansExtraLight-regular.fntdata"/><Relationship Id="rId24" Type="http://schemas.openxmlformats.org/officeDocument/2006/relationships/font" Target="fonts/NunitoSansExtraLight-boldItalic.fntdata"/><Relationship Id="rId23" Type="http://schemas.openxmlformats.org/officeDocument/2006/relationships/font" Target="fonts/NunitoSansExtraLight-italic.fntdata"/><Relationship Id="rId26" Type="http://schemas.openxmlformats.org/officeDocument/2006/relationships/font" Target="fonts/NunitoSansMedium-bold.fntdata"/><Relationship Id="rId25" Type="http://schemas.openxmlformats.org/officeDocument/2006/relationships/font" Target="fonts/NunitoSansMedium-regular.fntdata"/><Relationship Id="rId28" Type="http://schemas.openxmlformats.org/officeDocument/2006/relationships/font" Target="fonts/NunitoSansMedium-boldItalic.fntdata"/><Relationship Id="rId27" Type="http://schemas.openxmlformats.org/officeDocument/2006/relationships/font" Target="fonts/NunitoSansMedium-italic.fntdata"/><Relationship Id="rId29" Type="http://schemas.openxmlformats.org/officeDocument/2006/relationships/font" Target="fonts/NunitoSansSemiBold-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unitoSansLight-regular.fntdata"/><Relationship Id="rId16" Type="http://schemas.openxmlformats.org/officeDocument/2006/relationships/slide" Target="slides/slide10.xml"/><Relationship Id="rId19" Type="http://schemas.openxmlformats.org/officeDocument/2006/relationships/font" Target="fonts/NunitoSansLight-italic.fntdata"/><Relationship Id="rId18" Type="http://schemas.openxmlformats.org/officeDocument/2006/relationships/font" Target="fonts/NunitoSans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9a524ba1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9a524ba1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9a524ba1a7_0_3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9a524ba1a7_0_3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9a524ba1a7_0_3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9a524ba1a7_0_3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9a524ba1a7_0_3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9a524ba1a7_0_3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9a524ba1a7_0_3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9a524ba1a7_0_3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9a524ba1a7_0_3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9a524ba1a7_0_3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9a524ba1a7_0_3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9a524ba1a7_0_3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9a524ba1a7_0_3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9a524ba1a7_0_3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9a524ba1a7_0_3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9a524ba1a7_0_3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dc1b79f0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3dc1b79f0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 3">
  <p:cSld name="TITLE_1">
    <p:spTree>
      <p:nvGrpSpPr>
        <p:cNvPr id="8" name="Shape 8"/>
        <p:cNvGrpSpPr/>
        <p:nvPr/>
      </p:nvGrpSpPr>
      <p:grpSpPr>
        <a:xfrm>
          <a:off x="0" y="0"/>
          <a:ext cx="0" cy="0"/>
          <a:chOff x="0" y="0"/>
          <a:chExt cx="0" cy="0"/>
        </a:xfrm>
      </p:grpSpPr>
      <p:sp>
        <p:nvSpPr>
          <p:cNvPr id="9" name="Google Shape;9;p2"/>
          <p:cNvSpPr txBox="1"/>
          <p:nvPr>
            <p:ph type="ctrTitle"/>
          </p:nvPr>
        </p:nvSpPr>
        <p:spPr>
          <a:xfrm>
            <a:off x="552600" y="2878000"/>
            <a:ext cx="6591300" cy="2052600"/>
          </a:xfrm>
          <a:prstGeom prst="rect">
            <a:avLst/>
          </a:prstGeom>
        </p:spPr>
        <p:txBody>
          <a:bodyPr anchorCtr="0" anchor="b" bIns="91425" lIns="91425" spcFirstLastPara="1" rIns="91425" wrap="square" tIns="91425">
            <a:normAutofit/>
          </a:bodyPr>
          <a:lstStyle>
            <a:lvl1pPr lvl="0">
              <a:lnSpc>
                <a:spcPct val="75000"/>
              </a:lnSpc>
              <a:spcBef>
                <a:spcPts val="0"/>
              </a:spcBef>
              <a:spcAft>
                <a:spcPts val="0"/>
              </a:spcAft>
              <a:buClr>
                <a:schemeClr val="lt1"/>
              </a:buClr>
              <a:buSzPts val="7500"/>
              <a:buFont typeface="Tomorrow Light"/>
              <a:buNone/>
              <a:defRPr sz="75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0" name="Google Shape;10;p2"/>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11" name="Google Shape;11;p2"/>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12" name="Google Shape;12;p2"/>
          <p:cNvGrpSpPr/>
          <p:nvPr/>
        </p:nvGrpSpPr>
        <p:grpSpPr>
          <a:xfrm>
            <a:off x="-3175" y="1"/>
            <a:ext cx="9146700" cy="330024"/>
            <a:chOff x="-3175" y="1"/>
            <a:chExt cx="9146700" cy="330024"/>
          </a:xfrm>
        </p:grpSpPr>
        <p:sp>
          <p:nvSpPr>
            <p:cNvPr id="13" name="Google Shape;13;p2"/>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4" name="Google Shape;14;p2"/>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5" name="Google Shape;15;p2"/>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6" name="Google Shape;16;p2"/>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7" name="Google Shape;17;p2"/>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18" name="Google Shape;18;p2"/>
          <p:cNvSpPr/>
          <p:nvPr/>
        </p:nvSpPr>
        <p:spPr>
          <a:xfrm>
            <a:off x="8492701" y="4245025"/>
            <a:ext cx="308400" cy="427800"/>
          </a:xfrm>
          <a:prstGeom prst="chevron">
            <a:avLst>
              <a:gd fmla="val 67909" name="adj"/>
            </a:avLst>
          </a:prstGeom>
          <a:solidFill>
            <a:schemeClr val="accent1"/>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 name="Google Shape;19;p2"/>
          <p:cNvSpPr/>
          <p:nvPr/>
        </p:nvSpPr>
        <p:spPr>
          <a:xfrm>
            <a:off x="8288201" y="4245025"/>
            <a:ext cx="308400" cy="427800"/>
          </a:xfrm>
          <a:prstGeom prst="chevron">
            <a:avLst>
              <a:gd fmla="val 67909" name="adj"/>
            </a:avLst>
          </a:prstGeom>
          <a:solidFill>
            <a:schemeClr val="accent2"/>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 name="Google Shape;20;p2"/>
          <p:cNvSpPr/>
          <p:nvPr/>
        </p:nvSpPr>
        <p:spPr>
          <a:xfrm>
            <a:off x="8074601" y="4245025"/>
            <a:ext cx="308400" cy="427800"/>
          </a:xfrm>
          <a:prstGeom prst="chevron">
            <a:avLst>
              <a:gd fmla="val 67909" name="adj"/>
            </a:avLst>
          </a:prstGeom>
          <a:solidFill>
            <a:schemeClr val="accent6"/>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TITLE_1_1_4_1">
    <p:spTree>
      <p:nvGrpSpPr>
        <p:cNvPr id="21" name="Shape 21"/>
        <p:cNvGrpSpPr/>
        <p:nvPr/>
      </p:nvGrpSpPr>
      <p:grpSpPr>
        <a:xfrm>
          <a:off x="0" y="0"/>
          <a:ext cx="0" cy="0"/>
          <a:chOff x="0" y="0"/>
          <a:chExt cx="0" cy="0"/>
        </a:xfrm>
      </p:grpSpPr>
      <p:pic>
        <p:nvPicPr>
          <p:cNvPr descr="A man stands with his back to the camera while working on a desktop computer. " id="22" name="Google Shape;22;p3"/>
          <p:cNvPicPr preferRelativeResize="0"/>
          <p:nvPr/>
        </p:nvPicPr>
        <p:blipFill rotWithShape="1">
          <a:blip r:embed="rId2">
            <a:alphaModFix/>
          </a:blip>
          <a:srcRect b="0" l="9485" r="34981" t="0"/>
          <a:stretch/>
        </p:blipFill>
        <p:spPr>
          <a:xfrm flipH="1">
            <a:off x="4858524" y="0"/>
            <a:ext cx="4285476" cy="5143501"/>
          </a:xfrm>
          <a:prstGeom prst="rect">
            <a:avLst/>
          </a:prstGeom>
          <a:noFill/>
          <a:ln>
            <a:noFill/>
          </a:ln>
        </p:spPr>
      </p:pic>
      <p:pic>
        <p:nvPicPr>
          <p:cNvPr id="23" name="Google Shape;23;p3"/>
          <p:cNvPicPr preferRelativeResize="0"/>
          <p:nvPr/>
        </p:nvPicPr>
        <p:blipFill>
          <a:blip r:embed="rId3">
            <a:alphaModFix/>
          </a:blip>
          <a:stretch>
            <a:fillRect/>
          </a:stretch>
        </p:blipFill>
        <p:spPr>
          <a:xfrm>
            <a:off x="4848601" y="0"/>
            <a:ext cx="2835455" cy="5143501"/>
          </a:xfrm>
          <a:prstGeom prst="rect">
            <a:avLst/>
          </a:prstGeom>
          <a:noFill/>
          <a:ln>
            <a:noFill/>
          </a:ln>
        </p:spPr>
      </p:pic>
      <p:sp>
        <p:nvSpPr>
          <p:cNvPr id="24" name="Google Shape;24;p3"/>
          <p:cNvSpPr txBox="1"/>
          <p:nvPr>
            <p:ph idx="12" type="sldNum"/>
          </p:nvPr>
        </p:nvSpPr>
        <p:spPr>
          <a:xfrm>
            <a:off x="8651378" y="4856473"/>
            <a:ext cx="5484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1pPr>
            <a:lvl2pPr indent="0" lvl="1"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2pPr>
            <a:lvl3pPr indent="0" lvl="2"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3pPr>
            <a:lvl4pPr indent="0" lvl="3"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4pPr>
            <a:lvl5pPr indent="0" lvl="4"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5pPr>
            <a:lvl6pPr indent="0" lvl="5"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6pPr>
            <a:lvl7pPr indent="0" lvl="6"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7pPr>
            <a:lvl8pPr indent="0" lvl="7"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8pPr>
            <a:lvl9pPr indent="0" lvl="8"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9pPr>
          </a:lstStyle>
          <a:p>
            <a:pPr indent="0" lvl="0" marL="0" rtl="0" algn="l">
              <a:spcBef>
                <a:spcPts val="0"/>
              </a:spcBef>
              <a:spcAft>
                <a:spcPts val="0"/>
              </a:spcAft>
              <a:buNone/>
            </a:pPr>
            <a:fld id="{00000000-1234-1234-1234-123412341234}" type="slidenum">
              <a:rPr lang="en"/>
              <a:t>‹#›</a:t>
            </a:fld>
            <a:endParaRPr/>
          </a:p>
        </p:txBody>
      </p:sp>
      <p:sp>
        <p:nvSpPr>
          <p:cNvPr id="25" name="Google Shape;25;p3"/>
          <p:cNvSpPr txBox="1"/>
          <p:nvPr/>
        </p:nvSpPr>
        <p:spPr>
          <a:xfrm>
            <a:off x="454900" y="206125"/>
            <a:ext cx="4761300" cy="5541300"/>
          </a:xfrm>
          <a:prstGeom prst="rect">
            <a:avLst/>
          </a:prstGeom>
          <a:noFill/>
          <a:ln>
            <a:noFill/>
          </a:ln>
          <a:effectLst>
            <a:outerShdw blurRad="1428750" rotWithShape="0" algn="bl" dir="5400000" dist="19050">
              <a:schemeClr val="accent2">
                <a:alpha val="33725"/>
              </a:schemeClr>
            </a:outerShdw>
          </a:effectLst>
        </p:spPr>
        <p:txBody>
          <a:bodyPr anchorCtr="0" anchor="t" bIns="0" lIns="0" spcFirstLastPara="1" rIns="0" wrap="square" tIns="0">
            <a:spAutoFit/>
          </a:bodyPr>
          <a:lstStyle/>
          <a:p>
            <a:pPr indent="0" lvl="0" marL="0" marR="0" rtl="0" algn="l">
              <a:lnSpc>
                <a:spcPct val="90000"/>
              </a:lnSpc>
              <a:spcBef>
                <a:spcPts val="0"/>
              </a:spcBef>
              <a:spcAft>
                <a:spcPts val="1000"/>
              </a:spcAft>
              <a:buClr>
                <a:srgbClr val="000000"/>
              </a:buClr>
              <a:buSzPts val="40000"/>
              <a:buFont typeface="Arial"/>
              <a:buNone/>
            </a:pPr>
            <a:r>
              <a:rPr lang="en" sz="40000">
                <a:solidFill>
                  <a:schemeClr val="dk1"/>
                </a:solidFill>
                <a:latin typeface="Tomorrow"/>
                <a:ea typeface="Tomorrow"/>
                <a:cs typeface="Tomorrow"/>
                <a:sym typeface="Tomorrow"/>
              </a:rPr>
              <a:t>W</a:t>
            </a:r>
            <a:endParaRPr sz="40000">
              <a:solidFill>
                <a:schemeClr val="dk1"/>
              </a:solidFill>
              <a:latin typeface="Tomorrow"/>
              <a:ea typeface="Tomorrow"/>
              <a:cs typeface="Tomorrow"/>
              <a:sym typeface="Tomorrow"/>
            </a:endParaRPr>
          </a:p>
        </p:txBody>
      </p:sp>
      <p:sp>
        <p:nvSpPr>
          <p:cNvPr id="26" name="Google Shape;26;p3"/>
          <p:cNvSpPr txBox="1"/>
          <p:nvPr>
            <p:ph idx="1" type="subTitle"/>
          </p:nvPr>
        </p:nvSpPr>
        <p:spPr>
          <a:xfrm>
            <a:off x="502775" y="3351600"/>
            <a:ext cx="3596100" cy="14661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500"/>
              <a:buFont typeface="Nunito Sans Medium"/>
              <a:buNone/>
              <a:defRPr sz="1500">
                <a:solidFill>
                  <a:schemeClr val="lt1"/>
                </a:solidFill>
                <a:latin typeface="Nunito Sans Medium"/>
                <a:ea typeface="Nunito Sans Medium"/>
                <a:cs typeface="Nunito Sans Medium"/>
                <a:sym typeface="Nunito Sans Medium"/>
              </a:defRPr>
            </a:lvl1pPr>
            <a:lvl2pPr lvl="1">
              <a:spcBef>
                <a:spcPts val="0"/>
              </a:spcBef>
              <a:spcAft>
                <a:spcPts val="0"/>
              </a:spcAft>
              <a:buClr>
                <a:schemeClr val="lt1"/>
              </a:buClr>
              <a:buSzPts val="1500"/>
              <a:buFont typeface="Nunito Sans"/>
              <a:buNone/>
              <a:defRPr sz="1500">
                <a:solidFill>
                  <a:schemeClr val="lt1"/>
                </a:solidFill>
              </a:defRPr>
            </a:lvl2pPr>
            <a:lvl3pPr lvl="2">
              <a:spcBef>
                <a:spcPts val="0"/>
              </a:spcBef>
              <a:spcAft>
                <a:spcPts val="0"/>
              </a:spcAft>
              <a:buClr>
                <a:schemeClr val="lt1"/>
              </a:buClr>
              <a:buSzPts val="1500"/>
              <a:buFont typeface="Nunito Sans"/>
              <a:buNone/>
              <a:defRPr sz="1500">
                <a:solidFill>
                  <a:schemeClr val="lt1"/>
                </a:solidFill>
              </a:defRPr>
            </a:lvl3pPr>
            <a:lvl4pPr lvl="3">
              <a:spcBef>
                <a:spcPts val="0"/>
              </a:spcBef>
              <a:spcAft>
                <a:spcPts val="0"/>
              </a:spcAft>
              <a:buClr>
                <a:schemeClr val="lt1"/>
              </a:buClr>
              <a:buSzPts val="1500"/>
              <a:buFont typeface="Nunito Sans"/>
              <a:buNone/>
              <a:defRPr sz="1500">
                <a:solidFill>
                  <a:schemeClr val="lt1"/>
                </a:solidFill>
              </a:defRPr>
            </a:lvl4pPr>
            <a:lvl5pPr lvl="4">
              <a:spcBef>
                <a:spcPts val="0"/>
              </a:spcBef>
              <a:spcAft>
                <a:spcPts val="0"/>
              </a:spcAft>
              <a:buClr>
                <a:schemeClr val="lt1"/>
              </a:buClr>
              <a:buSzPts val="1500"/>
              <a:buFont typeface="Nunito Sans"/>
              <a:buNone/>
              <a:defRPr sz="1500">
                <a:solidFill>
                  <a:schemeClr val="lt1"/>
                </a:solidFill>
              </a:defRPr>
            </a:lvl5pPr>
            <a:lvl6pPr lvl="5">
              <a:spcBef>
                <a:spcPts val="0"/>
              </a:spcBef>
              <a:spcAft>
                <a:spcPts val="0"/>
              </a:spcAft>
              <a:buClr>
                <a:schemeClr val="lt1"/>
              </a:buClr>
              <a:buSzPts val="1500"/>
              <a:buFont typeface="Nunito Sans"/>
              <a:buNone/>
              <a:defRPr sz="1500">
                <a:solidFill>
                  <a:schemeClr val="lt1"/>
                </a:solidFill>
              </a:defRPr>
            </a:lvl6pPr>
            <a:lvl7pPr lvl="6">
              <a:spcBef>
                <a:spcPts val="0"/>
              </a:spcBef>
              <a:spcAft>
                <a:spcPts val="0"/>
              </a:spcAft>
              <a:buClr>
                <a:schemeClr val="lt1"/>
              </a:buClr>
              <a:buSzPts val="1500"/>
              <a:buFont typeface="Nunito Sans"/>
              <a:buNone/>
              <a:defRPr sz="1500">
                <a:solidFill>
                  <a:schemeClr val="lt1"/>
                </a:solidFill>
              </a:defRPr>
            </a:lvl7pPr>
            <a:lvl8pPr lvl="7">
              <a:spcBef>
                <a:spcPts val="0"/>
              </a:spcBef>
              <a:spcAft>
                <a:spcPts val="0"/>
              </a:spcAft>
              <a:buClr>
                <a:schemeClr val="lt1"/>
              </a:buClr>
              <a:buSzPts val="1500"/>
              <a:buFont typeface="Nunito Sans"/>
              <a:buNone/>
              <a:defRPr sz="1500">
                <a:solidFill>
                  <a:schemeClr val="lt1"/>
                </a:solidFill>
              </a:defRPr>
            </a:lvl8pPr>
            <a:lvl9pPr lvl="8">
              <a:spcBef>
                <a:spcPts val="0"/>
              </a:spcBef>
              <a:spcAft>
                <a:spcPts val="0"/>
              </a:spcAft>
              <a:buClr>
                <a:schemeClr val="lt1"/>
              </a:buClr>
              <a:buSzPts val="1500"/>
              <a:buFont typeface="Nunito Sans"/>
              <a:buNone/>
              <a:defRPr sz="1500">
                <a:solidFill>
                  <a:schemeClr val="lt1"/>
                </a:solidFill>
              </a:defRPr>
            </a:lvl9pPr>
          </a:lstStyle>
          <a:p/>
        </p:txBody>
      </p:sp>
      <p:sp>
        <p:nvSpPr>
          <p:cNvPr id="27" name="Google Shape;27;p3"/>
          <p:cNvSpPr txBox="1"/>
          <p:nvPr>
            <p:ph idx="2"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28" name="Google Shape;28;p3"/>
          <p:cNvSpPr txBox="1"/>
          <p:nvPr>
            <p:ph type="ctrTitle"/>
          </p:nvPr>
        </p:nvSpPr>
        <p:spPr>
          <a:xfrm>
            <a:off x="343075" y="538250"/>
            <a:ext cx="4904400" cy="2052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3600"/>
              <a:buFont typeface="Tomorrow Light"/>
              <a:buNone/>
              <a:defRPr sz="3600">
                <a:solidFill>
                  <a:schemeClr val="accent2"/>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grpSp>
        <p:nvGrpSpPr>
          <p:cNvPr id="29" name="Google Shape;29;p3"/>
          <p:cNvGrpSpPr/>
          <p:nvPr/>
        </p:nvGrpSpPr>
        <p:grpSpPr>
          <a:xfrm>
            <a:off x="-3175" y="1"/>
            <a:ext cx="9146700" cy="330024"/>
            <a:chOff x="-3175" y="1"/>
            <a:chExt cx="9146700" cy="330024"/>
          </a:xfrm>
        </p:grpSpPr>
        <p:sp>
          <p:nvSpPr>
            <p:cNvPr id="30" name="Google Shape;30;p3"/>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31" name="Google Shape;31;p3"/>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32" name="Google Shape;32;p3"/>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33" name="Google Shape;33;p3"/>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34" name="Google Shape;34;p3"/>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3 ">
  <p:cSld name="CUSTOM">
    <p:spTree>
      <p:nvGrpSpPr>
        <p:cNvPr id="35" name="Shape 35"/>
        <p:cNvGrpSpPr/>
        <p:nvPr/>
      </p:nvGrpSpPr>
      <p:grpSpPr>
        <a:xfrm>
          <a:off x="0" y="0"/>
          <a:ext cx="0" cy="0"/>
          <a:chOff x="0" y="0"/>
          <a:chExt cx="0" cy="0"/>
        </a:xfrm>
      </p:grpSpPr>
      <p:sp>
        <p:nvSpPr>
          <p:cNvPr id="36" name="Google Shape;36;p4"/>
          <p:cNvSpPr/>
          <p:nvPr/>
        </p:nvSpPr>
        <p:spPr>
          <a:xfrm>
            <a:off x="-675" y="3542125"/>
            <a:ext cx="9146700" cy="1601400"/>
          </a:xfrm>
          <a:prstGeom prst="snip1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37" name="Google Shape;37;p4"/>
          <p:cNvSpPr txBox="1"/>
          <p:nvPr>
            <p:ph idx="1" type="subTitle"/>
          </p:nvPr>
        </p:nvSpPr>
        <p:spPr>
          <a:xfrm>
            <a:off x="4922325" y="3969850"/>
            <a:ext cx="19731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38" name="Google Shape;38;p4"/>
          <p:cNvSpPr txBox="1"/>
          <p:nvPr>
            <p:ph idx="2" type="subTitle"/>
          </p:nvPr>
        </p:nvSpPr>
        <p:spPr>
          <a:xfrm>
            <a:off x="2762650" y="3969850"/>
            <a:ext cx="18249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39" name="Google Shape;39;p4"/>
          <p:cNvSpPr txBox="1"/>
          <p:nvPr>
            <p:ph idx="3" type="subTitle"/>
          </p:nvPr>
        </p:nvSpPr>
        <p:spPr>
          <a:xfrm>
            <a:off x="7136875" y="3969850"/>
            <a:ext cx="17760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40" name="Google Shape;40;p4"/>
          <p:cNvSpPr txBox="1"/>
          <p:nvPr>
            <p:ph type="title"/>
          </p:nvPr>
        </p:nvSpPr>
        <p:spPr>
          <a:xfrm>
            <a:off x="4922325" y="3733600"/>
            <a:ext cx="14343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1" name="Google Shape;41;p4"/>
          <p:cNvSpPr txBox="1"/>
          <p:nvPr>
            <p:ph idx="4" type="title"/>
          </p:nvPr>
        </p:nvSpPr>
        <p:spPr>
          <a:xfrm>
            <a:off x="2762650" y="3733600"/>
            <a:ext cx="13740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2" name="Google Shape;42;p4"/>
          <p:cNvSpPr txBox="1"/>
          <p:nvPr>
            <p:ph idx="5" type="title"/>
          </p:nvPr>
        </p:nvSpPr>
        <p:spPr>
          <a:xfrm>
            <a:off x="7136875" y="3733600"/>
            <a:ext cx="12453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3" name="Google Shape;43;p4"/>
          <p:cNvSpPr txBox="1"/>
          <p:nvPr>
            <p:ph idx="6"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44" name="Google Shape;44;p4"/>
          <p:cNvSpPr/>
          <p:nvPr/>
        </p:nvSpPr>
        <p:spPr>
          <a:xfrm>
            <a:off x="80443" y="3542125"/>
            <a:ext cx="1154100" cy="16014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5" name="Google Shape;45;p4"/>
          <p:cNvSpPr/>
          <p:nvPr/>
        </p:nvSpPr>
        <p:spPr>
          <a:xfrm>
            <a:off x="1070582" y="3542125"/>
            <a:ext cx="1154100" cy="16014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 name="Google Shape;46;p4"/>
          <p:cNvSpPr/>
          <p:nvPr/>
        </p:nvSpPr>
        <p:spPr>
          <a:xfrm rot="-8100000">
            <a:off x="-182293" y="4161237"/>
            <a:ext cx="363170" cy="36317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 name="Google Shape;47;p4"/>
          <p:cNvSpPr/>
          <p:nvPr>
            <p:ph idx="7" type="pic"/>
          </p:nvPr>
        </p:nvSpPr>
        <p:spPr>
          <a:xfrm>
            <a:off x="4828800" y="772633"/>
            <a:ext cx="2117400" cy="2769900"/>
          </a:xfrm>
          <a:prstGeom prst="snip1Rect">
            <a:avLst>
              <a:gd fmla="val 16863" name="adj"/>
            </a:avLst>
          </a:prstGeom>
          <a:noFill/>
          <a:ln>
            <a:noFill/>
          </a:ln>
        </p:spPr>
      </p:sp>
      <p:sp>
        <p:nvSpPr>
          <p:cNvPr id="48" name="Google Shape;48;p4"/>
          <p:cNvSpPr/>
          <p:nvPr>
            <p:ph idx="8" type="pic"/>
          </p:nvPr>
        </p:nvSpPr>
        <p:spPr>
          <a:xfrm>
            <a:off x="7026475" y="772633"/>
            <a:ext cx="2117400" cy="2769900"/>
          </a:xfrm>
          <a:prstGeom prst="snip1Rect">
            <a:avLst>
              <a:gd fmla="val 17491" name="adj"/>
            </a:avLst>
          </a:prstGeom>
          <a:noFill/>
          <a:ln>
            <a:noFill/>
          </a:ln>
        </p:spPr>
      </p:sp>
      <p:sp>
        <p:nvSpPr>
          <p:cNvPr id="49" name="Google Shape;49;p4"/>
          <p:cNvSpPr/>
          <p:nvPr>
            <p:ph idx="9" type="pic"/>
          </p:nvPr>
        </p:nvSpPr>
        <p:spPr>
          <a:xfrm>
            <a:off x="2648963" y="772633"/>
            <a:ext cx="2117400" cy="2769900"/>
          </a:xfrm>
          <a:prstGeom prst="snip1Rect">
            <a:avLst>
              <a:gd fmla="val 16863" name="adj"/>
            </a:avLst>
          </a:prstGeom>
          <a:noFill/>
          <a:ln>
            <a:noFill/>
          </a:ln>
        </p:spPr>
      </p:sp>
      <p:sp>
        <p:nvSpPr>
          <p:cNvPr id="50" name="Google Shape;50;p4"/>
          <p:cNvSpPr txBox="1"/>
          <p:nvPr>
            <p:ph idx="13" type="ctrTitle"/>
          </p:nvPr>
        </p:nvSpPr>
        <p:spPr>
          <a:xfrm>
            <a:off x="335400" y="466575"/>
            <a:ext cx="2148300" cy="3068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grpSp>
        <p:nvGrpSpPr>
          <p:cNvPr id="51" name="Google Shape;51;p4"/>
          <p:cNvGrpSpPr/>
          <p:nvPr/>
        </p:nvGrpSpPr>
        <p:grpSpPr>
          <a:xfrm>
            <a:off x="-3175" y="1"/>
            <a:ext cx="9146700" cy="330024"/>
            <a:chOff x="-3175" y="1"/>
            <a:chExt cx="9146700" cy="330024"/>
          </a:xfrm>
        </p:grpSpPr>
        <p:sp>
          <p:nvSpPr>
            <p:cNvPr id="52" name="Google Shape;52;p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3" name="Google Shape;53;p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54" name="Google Shape;54;p4"/>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55" name="Google Shape;55;p4"/>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56" name="Google Shape;56;p4"/>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3 - Alt">
  <p:cSld name="CUSTOM_22">
    <p:spTree>
      <p:nvGrpSpPr>
        <p:cNvPr id="57" name="Shape 57"/>
        <p:cNvGrpSpPr/>
        <p:nvPr/>
      </p:nvGrpSpPr>
      <p:grpSpPr>
        <a:xfrm>
          <a:off x="0" y="0"/>
          <a:ext cx="0" cy="0"/>
          <a:chOff x="0" y="0"/>
          <a:chExt cx="0" cy="0"/>
        </a:xfrm>
      </p:grpSpPr>
      <p:sp>
        <p:nvSpPr>
          <p:cNvPr id="58" name="Google Shape;58;p5"/>
          <p:cNvSpPr/>
          <p:nvPr/>
        </p:nvSpPr>
        <p:spPr>
          <a:xfrm>
            <a:off x="1875" y="3542125"/>
            <a:ext cx="9144000" cy="1601400"/>
          </a:xfrm>
          <a:prstGeom prst="snip1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Nunito Sans"/>
              <a:ea typeface="Nunito Sans"/>
              <a:cs typeface="Nunito Sans"/>
              <a:sym typeface="Nunito Sans"/>
            </a:endParaRPr>
          </a:p>
        </p:txBody>
      </p:sp>
      <p:sp>
        <p:nvSpPr>
          <p:cNvPr id="59" name="Google Shape;59;p5"/>
          <p:cNvSpPr txBox="1"/>
          <p:nvPr>
            <p:ph idx="1" type="subTitle"/>
          </p:nvPr>
        </p:nvSpPr>
        <p:spPr>
          <a:xfrm>
            <a:off x="4922325" y="3969850"/>
            <a:ext cx="19731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0" name="Google Shape;60;p5"/>
          <p:cNvSpPr txBox="1"/>
          <p:nvPr>
            <p:ph idx="2" type="subTitle"/>
          </p:nvPr>
        </p:nvSpPr>
        <p:spPr>
          <a:xfrm>
            <a:off x="2762650" y="3969850"/>
            <a:ext cx="18249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1" name="Google Shape;61;p5"/>
          <p:cNvSpPr txBox="1"/>
          <p:nvPr>
            <p:ph idx="3" type="subTitle"/>
          </p:nvPr>
        </p:nvSpPr>
        <p:spPr>
          <a:xfrm>
            <a:off x="7136875" y="3969850"/>
            <a:ext cx="17760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2" name="Google Shape;62;p5"/>
          <p:cNvSpPr txBox="1"/>
          <p:nvPr>
            <p:ph type="title"/>
          </p:nvPr>
        </p:nvSpPr>
        <p:spPr>
          <a:xfrm>
            <a:off x="4922325" y="3733600"/>
            <a:ext cx="12393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sp>
        <p:nvSpPr>
          <p:cNvPr id="63" name="Google Shape;63;p5"/>
          <p:cNvSpPr txBox="1"/>
          <p:nvPr>
            <p:ph idx="4" type="title"/>
          </p:nvPr>
        </p:nvSpPr>
        <p:spPr>
          <a:xfrm>
            <a:off x="2762650" y="3733600"/>
            <a:ext cx="11274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sp>
        <p:nvSpPr>
          <p:cNvPr id="64" name="Google Shape;64;p5"/>
          <p:cNvSpPr txBox="1"/>
          <p:nvPr>
            <p:ph idx="5" type="title"/>
          </p:nvPr>
        </p:nvSpPr>
        <p:spPr>
          <a:xfrm>
            <a:off x="7136875" y="3733600"/>
            <a:ext cx="12714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grpSp>
        <p:nvGrpSpPr>
          <p:cNvPr id="65" name="Google Shape;65;p5"/>
          <p:cNvGrpSpPr/>
          <p:nvPr/>
        </p:nvGrpSpPr>
        <p:grpSpPr>
          <a:xfrm>
            <a:off x="8862746" y="134752"/>
            <a:ext cx="154148" cy="134734"/>
            <a:chOff x="8834250" y="614850"/>
            <a:chExt cx="221700" cy="193750"/>
          </a:xfrm>
        </p:grpSpPr>
        <p:cxnSp>
          <p:nvCxnSpPr>
            <p:cNvPr id="66" name="Google Shape;66;p5"/>
            <p:cNvCxnSpPr/>
            <p:nvPr/>
          </p:nvCxnSpPr>
          <p:spPr>
            <a:xfrm>
              <a:off x="8834250" y="614850"/>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67" name="Google Shape;67;p5"/>
            <p:cNvCxnSpPr/>
            <p:nvPr/>
          </p:nvCxnSpPr>
          <p:spPr>
            <a:xfrm>
              <a:off x="8834250" y="711725"/>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68" name="Google Shape;68;p5"/>
            <p:cNvCxnSpPr/>
            <p:nvPr/>
          </p:nvCxnSpPr>
          <p:spPr>
            <a:xfrm>
              <a:off x="8834250" y="808600"/>
              <a:ext cx="221700" cy="0"/>
            </a:xfrm>
            <a:prstGeom prst="straightConnector1">
              <a:avLst/>
            </a:prstGeom>
            <a:noFill/>
            <a:ln cap="flat" cmpd="sng" w="19050">
              <a:solidFill>
                <a:schemeClr val="accent4"/>
              </a:solidFill>
              <a:prstDash val="solid"/>
              <a:round/>
              <a:headEnd len="sm" w="sm" type="none"/>
              <a:tailEnd len="sm" w="sm" type="none"/>
            </a:ln>
          </p:spPr>
        </p:cxnSp>
      </p:grpSp>
      <p:grpSp>
        <p:nvGrpSpPr>
          <p:cNvPr id="69" name="Google Shape;69;p5"/>
          <p:cNvGrpSpPr/>
          <p:nvPr/>
        </p:nvGrpSpPr>
        <p:grpSpPr>
          <a:xfrm flipH="1">
            <a:off x="8999" y="37915"/>
            <a:ext cx="9125126" cy="291995"/>
            <a:chOff x="4479" y="3800650"/>
            <a:chExt cx="9145246" cy="187200"/>
          </a:xfrm>
        </p:grpSpPr>
        <p:cxnSp>
          <p:nvCxnSpPr>
            <p:cNvPr id="70" name="Google Shape;70;p5"/>
            <p:cNvCxnSpPr/>
            <p:nvPr/>
          </p:nvCxnSpPr>
          <p:spPr>
            <a:xfrm rot="10800000">
              <a:off x="3567025" y="3987275"/>
              <a:ext cx="5582700" cy="0"/>
            </a:xfrm>
            <a:prstGeom prst="straightConnector1">
              <a:avLst/>
            </a:prstGeom>
            <a:noFill/>
            <a:ln cap="flat" cmpd="sng" w="9525">
              <a:solidFill>
                <a:schemeClr val="accent5"/>
              </a:solidFill>
              <a:prstDash val="solid"/>
              <a:round/>
              <a:headEnd len="sm" w="sm" type="none"/>
              <a:tailEnd len="sm" w="sm" type="none"/>
            </a:ln>
          </p:spPr>
        </p:cxnSp>
        <p:cxnSp>
          <p:nvCxnSpPr>
            <p:cNvPr id="71" name="Google Shape;71;p5"/>
            <p:cNvCxnSpPr/>
            <p:nvPr/>
          </p:nvCxnSpPr>
          <p:spPr>
            <a:xfrm rot="10800000">
              <a:off x="3242975" y="3800650"/>
              <a:ext cx="324000" cy="18720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5"/>
            <p:cNvCxnSpPr/>
            <p:nvPr/>
          </p:nvCxnSpPr>
          <p:spPr>
            <a:xfrm rot="10800000">
              <a:off x="4479" y="3800650"/>
              <a:ext cx="3238500" cy="0"/>
            </a:xfrm>
            <a:prstGeom prst="straightConnector1">
              <a:avLst/>
            </a:prstGeom>
            <a:noFill/>
            <a:ln cap="flat" cmpd="sng" w="9525">
              <a:solidFill>
                <a:schemeClr val="accent5"/>
              </a:solidFill>
              <a:prstDash val="solid"/>
              <a:round/>
              <a:headEnd len="sm" w="sm" type="none"/>
              <a:tailEnd len="sm" w="sm" type="none"/>
            </a:ln>
          </p:spPr>
        </p:cxnSp>
      </p:grpSp>
      <p:sp>
        <p:nvSpPr>
          <p:cNvPr id="73" name="Google Shape;73;p5"/>
          <p:cNvSpPr txBox="1"/>
          <p:nvPr>
            <p:ph idx="6" type="ctrTitle"/>
          </p:nvPr>
        </p:nvSpPr>
        <p:spPr>
          <a:xfrm>
            <a:off x="335400" y="466575"/>
            <a:ext cx="2040300" cy="3068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2300"/>
              <a:buFont typeface="Tomorrow Light"/>
              <a:buNone/>
              <a:defRPr sz="2300">
                <a:solidFill>
                  <a:schemeClr val="accent2"/>
                </a:solidFill>
                <a:latin typeface="Tomorrow Light"/>
                <a:ea typeface="Tomorrow Light"/>
                <a:cs typeface="Tomorrow Light"/>
                <a:sym typeface="Tomorrow Light"/>
              </a:defRPr>
            </a:lvl1pPr>
            <a:lvl2pPr lvl="1">
              <a:spcBef>
                <a:spcPts val="0"/>
              </a:spcBef>
              <a:spcAft>
                <a:spcPts val="0"/>
              </a:spcAft>
              <a:buClr>
                <a:schemeClr val="accent2"/>
              </a:buClr>
              <a:buSzPts val="2300"/>
              <a:buNone/>
              <a:defRPr sz="2300" u="sng">
                <a:solidFill>
                  <a:schemeClr val="accent2"/>
                </a:solidFill>
              </a:defRPr>
            </a:lvl2pPr>
            <a:lvl3pPr lvl="2">
              <a:spcBef>
                <a:spcPts val="0"/>
              </a:spcBef>
              <a:spcAft>
                <a:spcPts val="0"/>
              </a:spcAft>
              <a:buClr>
                <a:schemeClr val="accent2"/>
              </a:buClr>
              <a:buSzPts val="2300"/>
              <a:buNone/>
              <a:defRPr sz="2300" u="sng">
                <a:solidFill>
                  <a:schemeClr val="accent2"/>
                </a:solidFill>
              </a:defRPr>
            </a:lvl3pPr>
            <a:lvl4pPr lvl="3">
              <a:spcBef>
                <a:spcPts val="0"/>
              </a:spcBef>
              <a:spcAft>
                <a:spcPts val="0"/>
              </a:spcAft>
              <a:buClr>
                <a:schemeClr val="accent2"/>
              </a:buClr>
              <a:buSzPts val="2300"/>
              <a:buNone/>
              <a:defRPr sz="2300" u="sng">
                <a:solidFill>
                  <a:schemeClr val="accent2"/>
                </a:solidFill>
              </a:defRPr>
            </a:lvl4pPr>
            <a:lvl5pPr lvl="4">
              <a:spcBef>
                <a:spcPts val="0"/>
              </a:spcBef>
              <a:spcAft>
                <a:spcPts val="0"/>
              </a:spcAft>
              <a:buClr>
                <a:schemeClr val="accent2"/>
              </a:buClr>
              <a:buSzPts val="2300"/>
              <a:buNone/>
              <a:defRPr sz="2300" u="sng">
                <a:solidFill>
                  <a:schemeClr val="accent2"/>
                </a:solidFill>
              </a:defRPr>
            </a:lvl5pPr>
            <a:lvl6pPr lvl="5">
              <a:spcBef>
                <a:spcPts val="0"/>
              </a:spcBef>
              <a:spcAft>
                <a:spcPts val="0"/>
              </a:spcAft>
              <a:buClr>
                <a:schemeClr val="accent2"/>
              </a:buClr>
              <a:buSzPts val="2300"/>
              <a:buNone/>
              <a:defRPr sz="2300" u="sng">
                <a:solidFill>
                  <a:schemeClr val="accent2"/>
                </a:solidFill>
              </a:defRPr>
            </a:lvl6pPr>
            <a:lvl7pPr lvl="6">
              <a:spcBef>
                <a:spcPts val="0"/>
              </a:spcBef>
              <a:spcAft>
                <a:spcPts val="0"/>
              </a:spcAft>
              <a:buClr>
                <a:schemeClr val="accent2"/>
              </a:buClr>
              <a:buSzPts val="2300"/>
              <a:buNone/>
              <a:defRPr sz="2300" u="sng">
                <a:solidFill>
                  <a:schemeClr val="accent2"/>
                </a:solidFill>
              </a:defRPr>
            </a:lvl7pPr>
            <a:lvl8pPr lvl="7">
              <a:spcBef>
                <a:spcPts val="0"/>
              </a:spcBef>
              <a:spcAft>
                <a:spcPts val="0"/>
              </a:spcAft>
              <a:buClr>
                <a:schemeClr val="accent2"/>
              </a:buClr>
              <a:buSzPts val="2300"/>
              <a:buNone/>
              <a:defRPr sz="2300" u="sng">
                <a:solidFill>
                  <a:schemeClr val="accent2"/>
                </a:solidFill>
              </a:defRPr>
            </a:lvl8pPr>
            <a:lvl9pPr lvl="8">
              <a:spcBef>
                <a:spcPts val="0"/>
              </a:spcBef>
              <a:spcAft>
                <a:spcPts val="0"/>
              </a:spcAft>
              <a:buClr>
                <a:schemeClr val="accent2"/>
              </a:buClr>
              <a:buSzPts val="2300"/>
              <a:buNone/>
              <a:defRPr sz="2300" u="sng">
                <a:solidFill>
                  <a:schemeClr val="accent2"/>
                </a:solidFill>
              </a:defRPr>
            </a:lvl9pPr>
          </a:lstStyle>
          <a:p/>
        </p:txBody>
      </p:sp>
      <p:sp>
        <p:nvSpPr>
          <p:cNvPr id="74" name="Google Shape;74;p5"/>
          <p:cNvSpPr/>
          <p:nvPr>
            <p:ph idx="7" type="pic"/>
          </p:nvPr>
        </p:nvSpPr>
        <p:spPr>
          <a:xfrm>
            <a:off x="4828800" y="772633"/>
            <a:ext cx="2117400" cy="2769900"/>
          </a:xfrm>
          <a:prstGeom prst="snip1Rect">
            <a:avLst>
              <a:gd fmla="val 16863" name="adj"/>
            </a:avLst>
          </a:prstGeom>
          <a:noFill/>
          <a:ln>
            <a:noFill/>
          </a:ln>
        </p:spPr>
      </p:sp>
      <p:sp>
        <p:nvSpPr>
          <p:cNvPr id="75" name="Google Shape;75;p5"/>
          <p:cNvSpPr/>
          <p:nvPr>
            <p:ph idx="8" type="pic"/>
          </p:nvPr>
        </p:nvSpPr>
        <p:spPr>
          <a:xfrm>
            <a:off x="7026475" y="772633"/>
            <a:ext cx="2117400" cy="2769900"/>
          </a:xfrm>
          <a:prstGeom prst="snip1Rect">
            <a:avLst>
              <a:gd fmla="val 17491" name="adj"/>
            </a:avLst>
          </a:prstGeom>
          <a:noFill/>
          <a:ln>
            <a:noFill/>
          </a:ln>
        </p:spPr>
      </p:sp>
      <p:sp>
        <p:nvSpPr>
          <p:cNvPr id="76" name="Google Shape;76;p5"/>
          <p:cNvSpPr/>
          <p:nvPr>
            <p:ph idx="9" type="pic"/>
          </p:nvPr>
        </p:nvSpPr>
        <p:spPr>
          <a:xfrm>
            <a:off x="2648963" y="772633"/>
            <a:ext cx="2117400" cy="2769900"/>
          </a:xfrm>
          <a:prstGeom prst="snip1Rect">
            <a:avLst>
              <a:gd fmla="val 16863" name="adj"/>
            </a:avLst>
          </a:prstGeom>
          <a:noFill/>
          <a:ln>
            <a:noFill/>
          </a:ln>
        </p:spPr>
      </p:sp>
      <p:sp>
        <p:nvSpPr>
          <p:cNvPr id="77" name="Google Shape;77;p5"/>
          <p:cNvSpPr txBox="1"/>
          <p:nvPr>
            <p:ph idx="13"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78" name="Google Shape;78;p5"/>
          <p:cNvSpPr/>
          <p:nvPr/>
        </p:nvSpPr>
        <p:spPr>
          <a:xfrm>
            <a:off x="80443" y="3542125"/>
            <a:ext cx="1154100" cy="1601400"/>
          </a:xfrm>
          <a:prstGeom prst="chevron">
            <a:avLst>
              <a:gd fmla="val 6790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79" name="Google Shape;79;p5"/>
          <p:cNvSpPr/>
          <p:nvPr/>
        </p:nvSpPr>
        <p:spPr>
          <a:xfrm>
            <a:off x="1070582" y="3542125"/>
            <a:ext cx="1154100" cy="1601400"/>
          </a:xfrm>
          <a:prstGeom prst="chevron">
            <a:avLst>
              <a:gd fmla="val 6790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0" name="Google Shape;80;p5"/>
          <p:cNvSpPr/>
          <p:nvPr/>
        </p:nvSpPr>
        <p:spPr>
          <a:xfrm rot="-8100000">
            <a:off x="-182293" y="4161237"/>
            <a:ext cx="363170" cy="36317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p:cSld name="CUSTOM_1">
    <p:spTree>
      <p:nvGrpSpPr>
        <p:cNvPr id="81" name="Shape 81"/>
        <p:cNvGrpSpPr/>
        <p:nvPr/>
      </p:nvGrpSpPr>
      <p:grpSpPr>
        <a:xfrm>
          <a:off x="0" y="0"/>
          <a:ext cx="0" cy="0"/>
          <a:chOff x="0" y="0"/>
          <a:chExt cx="0" cy="0"/>
        </a:xfrm>
      </p:grpSpPr>
      <p:cxnSp>
        <p:nvCxnSpPr>
          <p:cNvPr id="82" name="Google Shape;82;p6"/>
          <p:cNvCxnSpPr/>
          <p:nvPr/>
        </p:nvCxnSpPr>
        <p:spPr>
          <a:xfrm>
            <a:off x="447925" y="582000"/>
            <a:ext cx="0" cy="4264500"/>
          </a:xfrm>
          <a:prstGeom prst="straightConnector1">
            <a:avLst/>
          </a:prstGeom>
          <a:noFill/>
          <a:ln cap="flat" cmpd="sng" w="9525">
            <a:solidFill>
              <a:schemeClr val="dk2"/>
            </a:solidFill>
            <a:prstDash val="solid"/>
            <a:round/>
            <a:headEnd len="sm" w="sm" type="none"/>
            <a:tailEnd len="sm" w="sm" type="none"/>
          </a:ln>
        </p:spPr>
      </p:cxnSp>
      <p:cxnSp>
        <p:nvCxnSpPr>
          <p:cNvPr id="83" name="Google Shape;83;p6"/>
          <p:cNvCxnSpPr/>
          <p:nvPr/>
        </p:nvCxnSpPr>
        <p:spPr>
          <a:xfrm rot="10800000">
            <a:off x="445650" y="580625"/>
            <a:ext cx="8260200" cy="0"/>
          </a:xfrm>
          <a:prstGeom prst="straightConnector1">
            <a:avLst/>
          </a:prstGeom>
          <a:noFill/>
          <a:ln cap="flat" cmpd="sng" w="9525">
            <a:solidFill>
              <a:schemeClr val="dk2"/>
            </a:solidFill>
            <a:prstDash val="solid"/>
            <a:round/>
            <a:headEnd len="sm" w="sm" type="none"/>
            <a:tailEnd len="sm" w="sm" type="none"/>
          </a:ln>
        </p:spPr>
      </p:cxnSp>
      <p:cxnSp>
        <p:nvCxnSpPr>
          <p:cNvPr id="84" name="Google Shape;84;p6"/>
          <p:cNvCxnSpPr/>
          <p:nvPr/>
        </p:nvCxnSpPr>
        <p:spPr>
          <a:xfrm rot="10800000">
            <a:off x="8705813" y="585638"/>
            <a:ext cx="0" cy="4262700"/>
          </a:xfrm>
          <a:prstGeom prst="straightConnector1">
            <a:avLst/>
          </a:prstGeom>
          <a:noFill/>
          <a:ln cap="flat" cmpd="sng" w="9525">
            <a:solidFill>
              <a:schemeClr val="dk2"/>
            </a:solidFill>
            <a:prstDash val="solid"/>
            <a:round/>
            <a:headEnd len="sm" w="sm" type="none"/>
            <a:tailEnd len="sm" w="sm" type="none"/>
          </a:ln>
        </p:spPr>
      </p:cxnSp>
      <p:cxnSp>
        <p:nvCxnSpPr>
          <p:cNvPr id="85" name="Google Shape;85;p6"/>
          <p:cNvCxnSpPr/>
          <p:nvPr/>
        </p:nvCxnSpPr>
        <p:spPr>
          <a:xfrm>
            <a:off x="449800" y="4849725"/>
            <a:ext cx="8257200" cy="0"/>
          </a:xfrm>
          <a:prstGeom prst="straightConnector1">
            <a:avLst/>
          </a:prstGeom>
          <a:noFill/>
          <a:ln cap="flat" cmpd="sng" w="9525">
            <a:solidFill>
              <a:schemeClr val="dk2"/>
            </a:solidFill>
            <a:prstDash val="solid"/>
            <a:round/>
            <a:headEnd len="sm" w="sm" type="none"/>
            <a:tailEnd len="sm" w="sm" type="none"/>
          </a:ln>
        </p:spPr>
      </p:cxnSp>
      <p:sp>
        <p:nvSpPr>
          <p:cNvPr id="86" name="Google Shape;86;p6"/>
          <p:cNvSpPr/>
          <p:nvPr/>
        </p:nvSpPr>
        <p:spPr>
          <a:xfrm>
            <a:off x="8653475" y="528275"/>
            <a:ext cx="104700" cy="10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6"/>
          <p:cNvSpPr/>
          <p:nvPr/>
        </p:nvSpPr>
        <p:spPr>
          <a:xfrm>
            <a:off x="86534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8" name="Google Shape;88;p6"/>
          <p:cNvSpPr/>
          <p:nvPr/>
        </p:nvSpPr>
        <p:spPr>
          <a:xfrm>
            <a:off x="395575" y="5282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9" name="Google Shape;89;p6"/>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0" name="Google Shape;90;p6"/>
          <p:cNvSpPr txBox="1"/>
          <p:nvPr>
            <p:ph idx="1" type="subTitle"/>
          </p:nvPr>
        </p:nvSpPr>
        <p:spPr>
          <a:xfrm>
            <a:off x="5231050" y="1674350"/>
            <a:ext cx="2865300" cy="2375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91" name="Google Shape;91;p6"/>
          <p:cNvSpPr txBox="1"/>
          <p:nvPr>
            <p:ph idx="2"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lnSpc>
                <a:spcPct val="150000"/>
              </a:lnSpc>
              <a:spcBef>
                <a:spcPts val="0"/>
              </a:spcBef>
              <a:spcAft>
                <a:spcPts val="0"/>
              </a:spcAft>
              <a:buClr>
                <a:schemeClr val="lt1"/>
              </a:buClr>
              <a:buSzPts val="1000"/>
              <a:buFont typeface="Nunito Sans"/>
              <a:buNone/>
              <a:defRPr sz="1000">
                <a:solidFill>
                  <a:schemeClr val="lt1"/>
                </a:solidFill>
              </a:defRPr>
            </a:lvl2pPr>
            <a:lvl3pPr lvl="2">
              <a:lnSpc>
                <a:spcPct val="150000"/>
              </a:lnSpc>
              <a:spcBef>
                <a:spcPts val="0"/>
              </a:spcBef>
              <a:spcAft>
                <a:spcPts val="0"/>
              </a:spcAft>
              <a:buClr>
                <a:schemeClr val="lt1"/>
              </a:buClr>
              <a:buSzPts val="1000"/>
              <a:buFont typeface="Nunito Sans"/>
              <a:buNone/>
              <a:defRPr sz="1000">
                <a:solidFill>
                  <a:schemeClr val="lt1"/>
                </a:solidFill>
              </a:defRPr>
            </a:lvl3pPr>
            <a:lvl4pPr lvl="3">
              <a:lnSpc>
                <a:spcPct val="150000"/>
              </a:lnSpc>
              <a:spcBef>
                <a:spcPts val="0"/>
              </a:spcBef>
              <a:spcAft>
                <a:spcPts val="0"/>
              </a:spcAft>
              <a:buClr>
                <a:schemeClr val="lt1"/>
              </a:buClr>
              <a:buSzPts val="1000"/>
              <a:buFont typeface="Nunito Sans"/>
              <a:buNone/>
              <a:defRPr sz="1000">
                <a:solidFill>
                  <a:schemeClr val="lt1"/>
                </a:solidFill>
              </a:defRPr>
            </a:lvl4pPr>
            <a:lvl5pPr lvl="4">
              <a:lnSpc>
                <a:spcPct val="150000"/>
              </a:lnSpc>
              <a:spcBef>
                <a:spcPts val="0"/>
              </a:spcBef>
              <a:spcAft>
                <a:spcPts val="0"/>
              </a:spcAft>
              <a:buClr>
                <a:schemeClr val="lt1"/>
              </a:buClr>
              <a:buSzPts val="1000"/>
              <a:buFont typeface="Nunito Sans"/>
              <a:buNone/>
              <a:defRPr sz="1000">
                <a:solidFill>
                  <a:schemeClr val="lt1"/>
                </a:solidFill>
              </a:defRPr>
            </a:lvl5pPr>
            <a:lvl6pPr lvl="5">
              <a:lnSpc>
                <a:spcPct val="150000"/>
              </a:lnSpc>
              <a:spcBef>
                <a:spcPts val="0"/>
              </a:spcBef>
              <a:spcAft>
                <a:spcPts val="0"/>
              </a:spcAft>
              <a:buClr>
                <a:schemeClr val="lt1"/>
              </a:buClr>
              <a:buSzPts val="1000"/>
              <a:buFont typeface="Nunito Sans"/>
              <a:buNone/>
              <a:defRPr sz="1000">
                <a:solidFill>
                  <a:schemeClr val="lt1"/>
                </a:solidFill>
              </a:defRPr>
            </a:lvl6pPr>
            <a:lvl7pPr lvl="6">
              <a:lnSpc>
                <a:spcPct val="150000"/>
              </a:lnSpc>
              <a:spcBef>
                <a:spcPts val="0"/>
              </a:spcBef>
              <a:spcAft>
                <a:spcPts val="0"/>
              </a:spcAft>
              <a:buClr>
                <a:schemeClr val="lt1"/>
              </a:buClr>
              <a:buSzPts val="1000"/>
              <a:buFont typeface="Nunito Sans"/>
              <a:buNone/>
              <a:defRPr sz="1000">
                <a:solidFill>
                  <a:schemeClr val="lt1"/>
                </a:solidFill>
              </a:defRPr>
            </a:lvl7pPr>
            <a:lvl8pPr lvl="7">
              <a:lnSpc>
                <a:spcPct val="150000"/>
              </a:lnSpc>
              <a:spcBef>
                <a:spcPts val="0"/>
              </a:spcBef>
              <a:spcAft>
                <a:spcPts val="0"/>
              </a:spcAft>
              <a:buClr>
                <a:schemeClr val="lt1"/>
              </a:buClr>
              <a:buSzPts val="1000"/>
              <a:buFont typeface="Nunito Sans"/>
              <a:buNone/>
              <a:defRPr sz="1000">
                <a:solidFill>
                  <a:schemeClr val="lt1"/>
                </a:solidFill>
              </a:defRPr>
            </a:lvl8pPr>
            <a:lvl9pPr lvl="8">
              <a:lnSpc>
                <a:spcPct val="150000"/>
              </a:lnSpc>
              <a:spcBef>
                <a:spcPts val="0"/>
              </a:spcBef>
              <a:spcAft>
                <a:spcPts val="0"/>
              </a:spcAft>
              <a:buClr>
                <a:schemeClr val="lt1"/>
              </a:buClr>
              <a:buSzPts val="1000"/>
              <a:buFont typeface="Nunito Sans"/>
              <a:buNone/>
              <a:defRPr sz="1000">
                <a:solidFill>
                  <a:schemeClr val="lt1"/>
                </a:solidFill>
              </a:defRPr>
            </a:lvl9pPr>
          </a:lstStyle>
          <a:p/>
        </p:txBody>
      </p:sp>
      <p:sp>
        <p:nvSpPr>
          <p:cNvPr id="92" name="Google Shape;92;p6"/>
          <p:cNvSpPr/>
          <p:nvPr/>
        </p:nvSpPr>
        <p:spPr>
          <a:xfrm>
            <a:off x="75" y="742375"/>
            <a:ext cx="4653000" cy="4401000"/>
          </a:xfrm>
          <a:prstGeom prst="snip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3" name="Google Shape;93;p6"/>
          <p:cNvSpPr txBox="1"/>
          <p:nvPr>
            <p:ph type="ctrTitle"/>
          </p:nvPr>
        </p:nvSpPr>
        <p:spPr>
          <a:xfrm>
            <a:off x="5135325" y="915000"/>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None/>
              <a:defRPr sz="1500">
                <a:solidFill>
                  <a:schemeClr val="lt1"/>
                </a:solidFill>
              </a:defRPr>
            </a:lvl1pPr>
            <a:lvl2pPr lvl="1">
              <a:spcBef>
                <a:spcPts val="0"/>
              </a:spcBef>
              <a:spcAft>
                <a:spcPts val="0"/>
              </a:spcAft>
              <a:buClr>
                <a:schemeClr val="lt1"/>
              </a:buClr>
              <a:buSzPts val="1500"/>
              <a:buNone/>
              <a:defRPr sz="1500">
                <a:solidFill>
                  <a:schemeClr val="lt1"/>
                </a:solidFill>
              </a:defRPr>
            </a:lvl2pPr>
            <a:lvl3pPr lvl="2">
              <a:spcBef>
                <a:spcPts val="0"/>
              </a:spcBef>
              <a:spcAft>
                <a:spcPts val="0"/>
              </a:spcAft>
              <a:buClr>
                <a:schemeClr val="lt1"/>
              </a:buClr>
              <a:buSzPts val="1500"/>
              <a:buNone/>
              <a:defRPr sz="1500">
                <a:solidFill>
                  <a:schemeClr val="lt1"/>
                </a:solidFill>
              </a:defRPr>
            </a:lvl3pPr>
            <a:lvl4pPr lvl="3">
              <a:spcBef>
                <a:spcPts val="0"/>
              </a:spcBef>
              <a:spcAft>
                <a:spcPts val="0"/>
              </a:spcAft>
              <a:buClr>
                <a:schemeClr val="lt1"/>
              </a:buClr>
              <a:buSzPts val="1500"/>
              <a:buNone/>
              <a:defRPr sz="1500">
                <a:solidFill>
                  <a:schemeClr val="lt1"/>
                </a:solidFill>
              </a:defRPr>
            </a:lvl4pPr>
            <a:lvl5pPr lvl="4">
              <a:spcBef>
                <a:spcPts val="0"/>
              </a:spcBef>
              <a:spcAft>
                <a:spcPts val="0"/>
              </a:spcAft>
              <a:buClr>
                <a:schemeClr val="lt1"/>
              </a:buClr>
              <a:buSzPts val="1500"/>
              <a:buNone/>
              <a:defRPr sz="1500">
                <a:solidFill>
                  <a:schemeClr val="lt1"/>
                </a:solidFill>
              </a:defRPr>
            </a:lvl5pPr>
            <a:lvl6pPr lvl="5">
              <a:spcBef>
                <a:spcPts val="0"/>
              </a:spcBef>
              <a:spcAft>
                <a:spcPts val="0"/>
              </a:spcAft>
              <a:buClr>
                <a:schemeClr val="lt1"/>
              </a:buClr>
              <a:buSzPts val="1500"/>
              <a:buNone/>
              <a:defRPr sz="1500">
                <a:solidFill>
                  <a:schemeClr val="lt1"/>
                </a:solidFill>
              </a:defRPr>
            </a:lvl6pPr>
            <a:lvl7pPr lvl="6">
              <a:spcBef>
                <a:spcPts val="0"/>
              </a:spcBef>
              <a:spcAft>
                <a:spcPts val="0"/>
              </a:spcAft>
              <a:buClr>
                <a:schemeClr val="lt1"/>
              </a:buClr>
              <a:buSzPts val="1500"/>
              <a:buNone/>
              <a:defRPr sz="1500">
                <a:solidFill>
                  <a:schemeClr val="lt1"/>
                </a:solidFill>
              </a:defRPr>
            </a:lvl7pPr>
            <a:lvl8pPr lvl="7">
              <a:spcBef>
                <a:spcPts val="0"/>
              </a:spcBef>
              <a:spcAft>
                <a:spcPts val="0"/>
              </a:spcAft>
              <a:buClr>
                <a:schemeClr val="lt1"/>
              </a:buClr>
              <a:buSzPts val="1500"/>
              <a:buNone/>
              <a:defRPr sz="1500">
                <a:solidFill>
                  <a:schemeClr val="lt1"/>
                </a:solidFill>
              </a:defRPr>
            </a:lvl8pPr>
            <a:lvl9pPr lvl="8">
              <a:spcBef>
                <a:spcPts val="0"/>
              </a:spcBef>
              <a:spcAft>
                <a:spcPts val="0"/>
              </a:spcAft>
              <a:buClr>
                <a:schemeClr val="lt1"/>
              </a:buClr>
              <a:buSzPts val="1500"/>
              <a:buNone/>
              <a:defRPr sz="1500">
                <a:solidFill>
                  <a:schemeClr val="lt1"/>
                </a:solidFill>
              </a:defRPr>
            </a:lvl9pPr>
          </a:lstStyle>
          <a:p/>
        </p:txBody>
      </p:sp>
      <p:sp>
        <p:nvSpPr>
          <p:cNvPr id="94" name="Google Shape;94;p6"/>
          <p:cNvSpPr txBox="1"/>
          <p:nvPr>
            <p:ph idx="3"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Clr>
                <a:schemeClr val="accent1"/>
              </a:buClr>
              <a:buSzPts val="1200"/>
              <a:buNone/>
              <a:defRPr sz="1200">
                <a:solidFill>
                  <a:schemeClr val="accent1"/>
                </a:solidFill>
              </a:defRPr>
            </a:lvl2pPr>
            <a:lvl3pPr lvl="2">
              <a:spcBef>
                <a:spcPts val="0"/>
              </a:spcBef>
              <a:spcAft>
                <a:spcPts val="0"/>
              </a:spcAft>
              <a:buClr>
                <a:schemeClr val="accent1"/>
              </a:buClr>
              <a:buSzPts val="1200"/>
              <a:buNone/>
              <a:defRPr sz="1200">
                <a:solidFill>
                  <a:schemeClr val="accent1"/>
                </a:solidFill>
              </a:defRPr>
            </a:lvl3pPr>
            <a:lvl4pPr lvl="3">
              <a:spcBef>
                <a:spcPts val="0"/>
              </a:spcBef>
              <a:spcAft>
                <a:spcPts val="0"/>
              </a:spcAft>
              <a:buClr>
                <a:schemeClr val="accent1"/>
              </a:buClr>
              <a:buSzPts val="1200"/>
              <a:buNone/>
              <a:defRPr sz="1200">
                <a:solidFill>
                  <a:schemeClr val="accent1"/>
                </a:solidFill>
              </a:defRPr>
            </a:lvl4pPr>
            <a:lvl5pPr lvl="4">
              <a:spcBef>
                <a:spcPts val="0"/>
              </a:spcBef>
              <a:spcAft>
                <a:spcPts val="0"/>
              </a:spcAft>
              <a:buClr>
                <a:schemeClr val="accent1"/>
              </a:buClr>
              <a:buSzPts val="1200"/>
              <a:buNone/>
              <a:defRPr sz="1200">
                <a:solidFill>
                  <a:schemeClr val="accent1"/>
                </a:solidFill>
              </a:defRPr>
            </a:lvl5pPr>
            <a:lvl6pPr lvl="5">
              <a:spcBef>
                <a:spcPts val="0"/>
              </a:spcBef>
              <a:spcAft>
                <a:spcPts val="0"/>
              </a:spcAft>
              <a:buClr>
                <a:schemeClr val="accent1"/>
              </a:buClr>
              <a:buSzPts val="1200"/>
              <a:buNone/>
              <a:defRPr sz="1200">
                <a:solidFill>
                  <a:schemeClr val="accent1"/>
                </a:solidFill>
              </a:defRPr>
            </a:lvl6pPr>
            <a:lvl7pPr lvl="6">
              <a:spcBef>
                <a:spcPts val="0"/>
              </a:spcBef>
              <a:spcAft>
                <a:spcPts val="0"/>
              </a:spcAft>
              <a:buClr>
                <a:schemeClr val="accent1"/>
              </a:buClr>
              <a:buSzPts val="1200"/>
              <a:buNone/>
              <a:defRPr sz="1200">
                <a:solidFill>
                  <a:schemeClr val="accent1"/>
                </a:solidFill>
              </a:defRPr>
            </a:lvl7pPr>
            <a:lvl8pPr lvl="7">
              <a:spcBef>
                <a:spcPts val="0"/>
              </a:spcBef>
              <a:spcAft>
                <a:spcPts val="0"/>
              </a:spcAft>
              <a:buClr>
                <a:schemeClr val="accent1"/>
              </a:buClr>
              <a:buSzPts val="1200"/>
              <a:buNone/>
              <a:defRPr sz="1200">
                <a:solidFill>
                  <a:schemeClr val="accent1"/>
                </a:solidFill>
              </a:defRPr>
            </a:lvl8pPr>
            <a:lvl9pPr lvl="8">
              <a:spcBef>
                <a:spcPts val="0"/>
              </a:spcBef>
              <a:spcAft>
                <a:spcPts val="0"/>
              </a:spcAft>
              <a:buClr>
                <a:schemeClr val="accent1"/>
              </a:buClr>
              <a:buSzPts val="1200"/>
              <a:buNone/>
              <a:defRPr sz="1200">
                <a:solidFill>
                  <a:schemeClr val="accent1"/>
                </a:solidFill>
              </a:defRPr>
            </a:lvl9pPr>
          </a:lstStyle>
          <a:p/>
        </p:txBody>
      </p:sp>
      <p:sp>
        <p:nvSpPr>
          <p:cNvPr id="95" name="Google Shape;95;p6"/>
          <p:cNvSpPr/>
          <p:nvPr>
            <p:ph idx="4" type="pic"/>
          </p:nvPr>
        </p:nvSpPr>
        <p:spPr>
          <a:xfrm>
            <a:off x="200700" y="917800"/>
            <a:ext cx="4275300" cy="4225800"/>
          </a:xfrm>
          <a:prstGeom prst="snip1Rect">
            <a:avLst>
              <a:gd fmla="val 0" name="adj"/>
            </a:avLst>
          </a:prstGeom>
          <a:noFill/>
          <a:ln>
            <a:noFill/>
          </a:ln>
        </p:spPr>
      </p:sp>
      <p:grpSp>
        <p:nvGrpSpPr>
          <p:cNvPr id="96" name="Google Shape;96;p6"/>
          <p:cNvGrpSpPr/>
          <p:nvPr/>
        </p:nvGrpSpPr>
        <p:grpSpPr>
          <a:xfrm>
            <a:off x="-3175" y="1"/>
            <a:ext cx="9146700" cy="330024"/>
            <a:chOff x="-3175" y="1"/>
            <a:chExt cx="9146700" cy="330024"/>
          </a:xfrm>
        </p:grpSpPr>
        <p:sp>
          <p:nvSpPr>
            <p:cNvPr id="97" name="Google Shape;97;p6"/>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98" name="Google Shape;98;p6"/>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99" name="Google Shape;99;p6"/>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00" name="Google Shape;100;p6"/>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01" name="Google Shape;101;p6"/>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102" name="Google Shape;102;p6"/>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 Alt 2">
  <p:cSld name="CUSTOM_1_1_1">
    <p:spTree>
      <p:nvGrpSpPr>
        <p:cNvPr id="103" name="Shape 103"/>
        <p:cNvGrpSpPr/>
        <p:nvPr/>
      </p:nvGrpSpPr>
      <p:grpSpPr>
        <a:xfrm>
          <a:off x="0" y="0"/>
          <a:ext cx="0" cy="0"/>
          <a:chOff x="0" y="0"/>
          <a:chExt cx="0" cy="0"/>
        </a:xfrm>
      </p:grpSpPr>
      <p:cxnSp>
        <p:nvCxnSpPr>
          <p:cNvPr id="104" name="Google Shape;104;p7"/>
          <p:cNvCxnSpPr/>
          <p:nvPr/>
        </p:nvCxnSpPr>
        <p:spPr>
          <a:xfrm>
            <a:off x="447925" y="582000"/>
            <a:ext cx="0" cy="4264500"/>
          </a:xfrm>
          <a:prstGeom prst="straightConnector1">
            <a:avLst/>
          </a:prstGeom>
          <a:noFill/>
          <a:ln cap="flat" cmpd="sng" w="9525">
            <a:solidFill>
              <a:schemeClr val="accent5"/>
            </a:solidFill>
            <a:prstDash val="solid"/>
            <a:round/>
            <a:headEnd len="sm" w="sm" type="none"/>
            <a:tailEnd len="sm" w="sm" type="none"/>
          </a:ln>
        </p:spPr>
      </p:cxnSp>
      <p:cxnSp>
        <p:nvCxnSpPr>
          <p:cNvPr id="105" name="Google Shape;105;p7"/>
          <p:cNvCxnSpPr/>
          <p:nvPr/>
        </p:nvCxnSpPr>
        <p:spPr>
          <a:xfrm rot="10800000">
            <a:off x="445650" y="580625"/>
            <a:ext cx="8260200" cy="0"/>
          </a:xfrm>
          <a:prstGeom prst="straightConnector1">
            <a:avLst/>
          </a:prstGeom>
          <a:noFill/>
          <a:ln cap="flat" cmpd="sng" w="9525">
            <a:solidFill>
              <a:schemeClr val="accent5"/>
            </a:solidFill>
            <a:prstDash val="solid"/>
            <a:round/>
            <a:headEnd len="sm" w="sm" type="none"/>
            <a:tailEnd len="sm" w="sm" type="none"/>
          </a:ln>
        </p:spPr>
      </p:cxnSp>
      <p:cxnSp>
        <p:nvCxnSpPr>
          <p:cNvPr id="106" name="Google Shape;106;p7"/>
          <p:cNvCxnSpPr/>
          <p:nvPr/>
        </p:nvCxnSpPr>
        <p:spPr>
          <a:xfrm rot="10800000">
            <a:off x="8705813" y="585638"/>
            <a:ext cx="0" cy="4262700"/>
          </a:xfrm>
          <a:prstGeom prst="straightConnector1">
            <a:avLst/>
          </a:prstGeom>
          <a:noFill/>
          <a:ln cap="flat" cmpd="sng" w="9525">
            <a:solidFill>
              <a:schemeClr val="accent5"/>
            </a:solidFill>
            <a:prstDash val="solid"/>
            <a:round/>
            <a:headEnd len="sm" w="sm" type="none"/>
            <a:tailEnd len="sm" w="sm" type="none"/>
          </a:ln>
        </p:spPr>
      </p:cxnSp>
      <p:cxnSp>
        <p:nvCxnSpPr>
          <p:cNvPr id="107" name="Google Shape;107;p7"/>
          <p:cNvCxnSpPr/>
          <p:nvPr/>
        </p:nvCxnSpPr>
        <p:spPr>
          <a:xfrm>
            <a:off x="449800" y="4849725"/>
            <a:ext cx="8257200" cy="0"/>
          </a:xfrm>
          <a:prstGeom prst="straightConnector1">
            <a:avLst/>
          </a:prstGeom>
          <a:noFill/>
          <a:ln cap="flat" cmpd="sng" w="9525">
            <a:solidFill>
              <a:schemeClr val="accent5"/>
            </a:solidFill>
            <a:prstDash val="solid"/>
            <a:round/>
            <a:headEnd len="sm" w="sm" type="none"/>
            <a:tailEnd len="sm" w="sm" type="none"/>
          </a:ln>
        </p:spPr>
      </p:cxnSp>
      <p:sp>
        <p:nvSpPr>
          <p:cNvPr id="108" name="Google Shape;108;p7"/>
          <p:cNvSpPr/>
          <p:nvPr/>
        </p:nvSpPr>
        <p:spPr>
          <a:xfrm>
            <a:off x="8653475" y="5282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09" name="Google Shape;109;p7"/>
          <p:cNvSpPr/>
          <p:nvPr/>
        </p:nvSpPr>
        <p:spPr>
          <a:xfrm>
            <a:off x="8653475" y="47973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10" name="Google Shape;110;p7"/>
          <p:cNvSpPr/>
          <p:nvPr/>
        </p:nvSpPr>
        <p:spPr>
          <a:xfrm>
            <a:off x="395575" y="5282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11" name="Google Shape;111;p7"/>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12" name="Google Shape;112;p7"/>
          <p:cNvSpPr/>
          <p:nvPr/>
        </p:nvSpPr>
        <p:spPr>
          <a:xfrm>
            <a:off x="0" y="742375"/>
            <a:ext cx="4653000" cy="4401000"/>
          </a:xfrm>
          <a:prstGeom prst="snip1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113" name="Google Shape;113;p7"/>
          <p:cNvGrpSpPr/>
          <p:nvPr/>
        </p:nvGrpSpPr>
        <p:grpSpPr>
          <a:xfrm flipH="1">
            <a:off x="8999" y="37915"/>
            <a:ext cx="9125126" cy="291995"/>
            <a:chOff x="4479" y="3800650"/>
            <a:chExt cx="9145246" cy="187200"/>
          </a:xfrm>
        </p:grpSpPr>
        <p:cxnSp>
          <p:nvCxnSpPr>
            <p:cNvPr id="114" name="Google Shape;114;p7"/>
            <p:cNvCxnSpPr/>
            <p:nvPr/>
          </p:nvCxnSpPr>
          <p:spPr>
            <a:xfrm rot="10800000">
              <a:off x="3567025" y="3987275"/>
              <a:ext cx="5582700" cy="0"/>
            </a:xfrm>
            <a:prstGeom prst="straightConnector1">
              <a:avLst/>
            </a:prstGeom>
            <a:noFill/>
            <a:ln cap="flat" cmpd="sng" w="9525">
              <a:solidFill>
                <a:schemeClr val="accent5"/>
              </a:solidFill>
              <a:prstDash val="solid"/>
              <a:round/>
              <a:headEnd len="sm" w="sm" type="none"/>
              <a:tailEnd len="sm" w="sm" type="none"/>
            </a:ln>
          </p:spPr>
        </p:cxnSp>
        <p:cxnSp>
          <p:nvCxnSpPr>
            <p:cNvPr id="115" name="Google Shape;115;p7"/>
            <p:cNvCxnSpPr/>
            <p:nvPr/>
          </p:nvCxnSpPr>
          <p:spPr>
            <a:xfrm rot="10800000">
              <a:off x="3242975" y="3800650"/>
              <a:ext cx="324000" cy="187200"/>
            </a:xfrm>
            <a:prstGeom prst="straightConnector1">
              <a:avLst/>
            </a:prstGeom>
            <a:noFill/>
            <a:ln cap="flat" cmpd="sng" w="9525">
              <a:solidFill>
                <a:schemeClr val="accent5"/>
              </a:solidFill>
              <a:prstDash val="solid"/>
              <a:round/>
              <a:headEnd len="sm" w="sm" type="none"/>
              <a:tailEnd len="sm" w="sm" type="none"/>
            </a:ln>
          </p:spPr>
        </p:cxnSp>
        <p:cxnSp>
          <p:nvCxnSpPr>
            <p:cNvPr id="116" name="Google Shape;116;p7"/>
            <p:cNvCxnSpPr/>
            <p:nvPr/>
          </p:nvCxnSpPr>
          <p:spPr>
            <a:xfrm rot="10800000">
              <a:off x="4479" y="3800650"/>
              <a:ext cx="3238500" cy="0"/>
            </a:xfrm>
            <a:prstGeom prst="straightConnector1">
              <a:avLst/>
            </a:prstGeom>
            <a:noFill/>
            <a:ln cap="flat" cmpd="sng" w="9525">
              <a:solidFill>
                <a:schemeClr val="accent5"/>
              </a:solidFill>
              <a:prstDash val="solid"/>
              <a:round/>
              <a:headEnd len="sm" w="sm" type="none"/>
              <a:tailEnd len="sm" w="sm" type="none"/>
            </a:ln>
          </p:spPr>
        </p:cxnSp>
      </p:grpSp>
      <p:grpSp>
        <p:nvGrpSpPr>
          <p:cNvPr id="117" name="Google Shape;117;p7"/>
          <p:cNvGrpSpPr/>
          <p:nvPr/>
        </p:nvGrpSpPr>
        <p:grpSpPr>
          <a:xfrm>
            <a:off x="8862746" y="134752"/>
            <a:ext cx="154148" cy="134734"/>
            <a:chOff x="8834250" y="614850"/>
            <a:chExt cx="221700" cy="193750"/>
          </a:xfrm>
        </p:grpSpPr>
        <p:cxnSp>
          <p:nvCxnSpPr>
            <p:cNvPr id="118" name="Google Shape;118;p7"/>
            <p:cNvCxnSpPr/>
            <p:nvPr/>
          </p:nvCxnSpPr>
          <p:spPr>
            <a:xfrm>
              <a:off x="8834250" y="614850"/>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119" name="Google Shape;119;p7"/>
            <p:cNvCxnSpPr/>
            <p:nvPr/>
          </p:nvCxnSpPr>
          <p:spPr>
            <a:xfrm>
              <a:off x="8834250" y="711725"/>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120" name="Google Shape;120;p7"/>
            <p:cNvCxnSpPr/>
            <p:nvPr/>
          </p:nvCxnSpPr>
          <p:spPr>
            <a:xfrm>
              <a:off x="8834250" y="808600"/>
              <a:ext cx="221700" cy="0"/>
            </a:xfrm>
            <a:prstGeom prst="straightConnector1">
              <a:avLst/>
            </a:prstGeom>
            <a:noFill/>
            <a:ln cap="flat" cmpd="sng" w="19050">
              <a:solidFill>
                <a:schemeClr val="accent4"/>
              </a:solidFill>
              <a:prstDash val="solid"/>
              <a:round/>
              <a:headEnd len="sm" w="sm" type="none"/>
              <a:tailEnd len="sm" w="sm" type="none"/>
            </a:ln>
          </p:spPr>
        </p:cxnSp>
      </p:grpSp>
      <p:sp>
        <p:nvSpPr>
          <p:cNvPr id="121" name="Google Shape;121;p7"/>
          <p:cNvSpPr txBox="1"/>
          <p:nvPr>
            <p:ph idx="1" type="subTitle"/>
          </p:nvPr>
        </p:nvSpPr>
        <p:spPr>
          <a:xfrm>
            <a:off x="5231050" y="1674350"/>
            <a:ext cx="2865300" cy="22410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22" name="Google Shape;122;p7"/>
          <p:cNvSpPr txBox="1"/>
          <p:nvPr>
            <p:ph idx="2"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lnSpc>
                <a:spcPct val="150000"/>
              </a:lnSpc>
              <a:spcBef>
                <a:spcPts val="0"/>
              </a:spcBef>
              <a:spcAft>
                <a:spcPts val="0"/>
              </a:spcAft>
              <a:buClr>
                <a:schemeClr val="dk1"/>
              </a:buClr>
              <a:buSzPts val="1000"/>
              <a:buFont typeface="Nunito Sans"/>
              <a:buNone/>
              <a:defRPr sz="1000">
                <a:solidFill>
                  <a:schemeClr val="dk1"/>
                </a:solidFill>
              </a:defRPr>
            </a:lvl2pPr>
            <a:lvl3pPr lvl="2">
              <a:lnSpc>
                <a:spcPct val="150000"/>
              </a:lnSpc>
              <a:spcBef>
                <a:spcPts val="0"/>
              </a:spcBef>
              <a:spcAft>
                <a:spcPts val="0"/>
              </a:spcAft>
              <a:buClr>
                <a:schemeClr val="dk1"/>
              </a:buClr>
              <a:buSzPts val="1000"/>
              <a:buFont typeface="Nunito Sans"/>
              <a:buNone/>
              <a:defRPr sz="1000">
                <a:solidFill>
                  <a:schemeClr val="dk1"/>
                </a:solidFill>
              </a:defRPr>
            </a:lvl3pPr>
            <a:lvl4pPr lvl="3">
              <a:lnSpc>
                <a:spcPct val="150000"/>
              </a:lnSpc>
              <a:spcBef>
                <a:spcPts val="0"/>
              </a:spcBef>
              <a:spcAft>
                <a:spcPts val="0"/>
              </a:spcAft>
              <a:buClr>
                <a:schemeClr val="dk1"/>
              </a:buClr>
              <a:buSzPts val="1000"/>
              <a:buFont typeface="Nunito Sans"/>
              <a:buNone/>
              <a:defRPr sz="1000">
                <a:solidFill>
                  <a:schemeClr val="dk1"/>
                </a:solidFill>
              </a:defRPr>
            </a:lvl4pPr>
            <a:lvl5pPr lvl="4">
              <a:lnSpc>
                <a:spcPct val="150000"/>
              </a:lnSpc>
              <a:spcBef>
                <a:spcPts val="0"/>
              </a:spcBef>
              <a:spcAft>
                <a:spcPts val="0"/>
              </a:spcAft>
              <a:buClr>
                <a:schemeClr val="dk1"/>
              </a:buClr>
              <a:buSzPts val="1000"/>
              <a:buFont typeface="Nunito Sans"/>
              <a:buNone/>
              <a:defRPr sz="1000">
                <a:solidFill>
                  <a:schemeClr val="dk1"/>
                </a:solidFill>
              </a:defRPr>
            </a:lvl5pPr>
            <a:lvl6pPr lvl="5">
              <a:lnSpc>
                <a:spcPct val="150000"/>
              </a:lnSpc>
              <a:spcBef>
                <a:spcPts val="0"/>
              </a:spcBef>
              <a:spcAft>
                <a:spcPts val="0"/>
              </a:spcAft>
              <a:buClr>
                <a:schemeClr val="dk1"/>
              </a:buClr>
              <a:buSzPts val="1000"/>
              <a:buFont typeface="Nunito Sans"/>
              <a:buNone/>
              <a:defRPr sz="1000">
                <a:solidFill>
                  <a:schemeClr val="dk1"/>
                </a:solidFill>
              </a:defRPr>
            </a:lvl6pPr>
            <a:lvl7pPr lvl="6">
              <a:lnSpc>
                <a:spcPct val="150000"/>
              </a:lnSpc>
              <a:spcBef>
                <a:spcPts val="0"/>
              </a:spcBef>
              <a:spcAft>
                <a:spcPts val="0"/>
              </a:spcAft>
              <a:buClr>
                <a:schemeClr val="dk1"/>
              </a:buClr>
              <a:buSzPts val="1000"/>
              <a:buFont typeface="Nunito Sans"/>
              <a:buNone/>
              <a:defRPr sz="1000">
                <a:solidFill>
                  <a:schemeClr val="dk1"/>
                </a:solidFill>
              </a:defRPr>
            </a:lvl7pPr>
            <a:lvl8pPr lvl="7">
              <a:lnSpc>
                <a:spcPct val="150000"/>
              </a:lnSpc>
              <a:spcBef>
                <a:spcPts val="0"/>
              </a:spcBef>
              <a:spcAft>
                <a:spcPts val="0"/>
              </a:spcAft>
              <a:buClr>
                <a:schemeClr val="dk1"/>
              </a:buClr>
              <a:buSzPts val="1000"/>
              <a:buFont typeface="Nunito Sans"/>
              <a:buNone/>
              <a:defRPr sz="1000">
                <a:solidFill>
                  <a:schemeClr val="dk1"/>
                </a:solidFill>
              </a:defRPr>
            </a:lvl8pPr>
            <a:lvl9pPr lvl="8">
              <a:lnSpc>
                <a:spcPct val="150000"/>
              </a:lnSpc>
              <a:spcBef>
                <a:spcPts val="0"/>
              </a:spcBef>
              <a:spcAft>
                <a:spcPts val="0"/>
              </a:spcAft>
              <a:buClr>
                <a:schemeClr val="dk1"/>
              </a:buClr>
              <a:buSzPts val="1000"/>
              <a:buFont typeface="Nunito Sans"/>
              <a:buNone/>
              <a:defRPr sz="1000">
                <a:solidFill>
                  <a:schemeClr val="dk1"/>
                </a:solidFill>
              </a:defRPr>
            </a:lvl9pPr>
          </a:lstStyle>
          <a:p/>
        </p:txBody>
      </p:sp>
      <p:sp>
        <p:nvSpPr>
          <p:cNvPr id="123" name="Google Shape;123;p7"/>
          <p:cNvSpPr txBox="1"/>
          <p:nvPr>
            <p:ph type="ctrTitle"/>
          </p:nvPr>
        </p:nvSpPr>
        <p:spPr>
          <a:xfrm>
            <a:off x="5135325" y="915000"/>
            <a:ext cx="2865300" cy="462900"/>
          </a:xfrm>
          <a:prstGeom prst="rect">
            <a:avLst/>
          </a:prstGeom>
        </p:spPr>
        <p:txBody>
          <a:bodyPr anchorCtr="0" anchor="t" bIns="91425" lIns="91425" spcFirstLastPara="1" rIns="91425" wrap="square" tIns="91425">
            <a:normAutofit/>
          </a:bodyPr>
          <a:lstStyle>
            <a:lvl1pPr lvl="0">
              <a:spcBef>
                <a:spcPts val="0"/>
              </a:spcBef>
              <a:spcAft>
                <a:spcPts val="0"/>
              </a:spcAft>
              <a:buSzPts val="1500"/>
              <a:buNone/>
              <a:defRPr sz="15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124" name="Google Shape;124;p7"/>
          <p:cNvSpPr/>
          <p:nvPr>
            <p:ph idx="3" type="pic"/>
          </p:nvPr>
        </p:nvSpPr>
        <p:spPr>
          <a:xfrm>
            <a:off x="200750" y="917800"/>
            <a:ext cx="4275300" cy="4225800"/>
          </a:xfrm>
          <a:prstGeom prst="snip1Rect">
            <a:avLst>
              <a:gd fmla="val 0" name="adj"/>
            </a:avLst>
          </a:prstGeom>
          <a:noFill/>
          <a:ln>
            <a:noFill/>
          </a:ln>
        </p:spPr>
      </p:sp>
      <p:sp>
        <p:nvSpPr>
          <p:cNvPr id="125" name="Google Shape;125;p7"/>
          <p:cNvSpPr txBox="1"/>
          <p:nvPr>
            <p:ph idx="4"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1200"/>
              <a:buNone/>
              <a:defRPr sz="1200">
                <a:solidFill>
                  <a:schemeClr val="accent2"/>
                </a:solidFill>
              </a:defRPr>
            </a:lvl1pPr>
            <a:lvl2pPr lvl="1">
              <a:spcBef>
                <a:spcPts val="0"/>
              </a:spcBef>
              <a:spcAft>
                <a:spcPts val="0"/>
              </a:spcAft>
              <a:buClr>
                <a:schemeClr val="accent2"/>
              </a:buClr>
              <a:buSzPts val="1200"/>
              <a:buNone/>
              <a:defRPr sz="1200">
                <a:solidFill>
                  <a:schemeClr val="accent2"/>
                </a:solidFill>
              </a:defRPr>
            </a:lvl2pPr>
            <a:lvl3pPr lvl="2">
              <a:spcBef>
                <a:spcPts val="0"/>
              </a:spcBef>
              <a:spcAft>
                <a:spcPts val="0"/>
              </a:spcAft>
              <a:buClr>
                <a:schemeClr val="accent2"/>
              </a:buClr>
              <a:buSzPts val="1200"/>
              <a:buNone/>
              <a:defRPr sz="1200">
                <a:solidFill>
                  <a:schemeClr val="accent2"/>
                </a:solidFill>
              </a:defRPr>
            </a:lvl3pPr>
            <a:lvl4pPr lvl="3">
              <a:spcBef>
                <a:spcPts val="0"/>
              </a:spcBef>
              <a:spcAft>
                <a:spcPts val="0"/>
              </a:spcAft>
              <a:buClr>
                <a:schemeClr val="accent2"/>
              </a:buClr>
              <a:buSzPts val="1200"/>
              <a:buNone/>
              <a:defRPr sz="1200">
                <a:solidFill>
                  <a:schemeClr val="accent2"/>
                </a:solidFill>
              </a:defRPr>
            </a:lvl4pPr>
            <a:lvl5pPr lvl="4">
              <a:spcBef>
                <a:spcPts val="0"/>
              </a:spcBef>
              <a:spcAft>
                <a:spcPts val="0"/>
              </a:spcAft>
              <a:buClr>
                <a:schemeClr val="accent2"/>
              </a:buClr>
              <a:buSzPts val="1200"/>
              <a:buNone/>
              <a:defRPr sz="1200">
                <a:solidFill>
                  <a:schemeClr val="accent2"/>
                </a:solidFill>
              </a:defRPr>
            </a:lvl5pPr>
            <a:lvl6pPr lvl="5">
              <a:spcBef>
                <a:spcPts val="0"/>
              </a:spcBef>
              <a:spcAft>
                <a:spcPts val="0"/>
              </a:spcAft>
              <a:buClr>
                <a:schemeClr val="accent2"/>
              </a:buClr>
              <a:buSzPts val="1200"/>
              <a:buNone/>
              <a:defRPr sz="1200">
                <a:solidFill>
                  <a:schemeClr val="accent2"/>
                </a:solidFill>
              </a:defRPr>
            </a:lvl6pPr>
            <a:lvl7pPr lvl="6">
              <a:spcBef>
                <a:spcPts val="0"/>
              </a:spcBef>
              <a:spcAft>
                <a:spcPts val="0"/>
              </a:spcAft>
              <a:buClr>
                <a:schemeClr val="accent2"/>
              </a:buClr>
              <a:buSzPts val="1200"/>
              <a:buNone/>
              <a:defRPr sz="1200">
                <a:solidFill>
                  <a:schemeClr val="accent2"/>
                </a:solidFill>
              </a:defRPr>
            </a:lvl7pPr>
            <a:lvl8pPr lvl="7">
              <a:spcBef>
                <a:spcPts val="0"/>
              </a:spcBef>
              <a:spcAft>
                <a:spcPts val="0"/>
              </a:spcAft>
              <a:buClr>
                <a:schemeClr val="accent2"/>
              </a:buClr>
              <a:buSzPts val="1200"/>
              <a:buNone/>
              <a:defRPr sz="1200">
                <a:solidFill>
                  <a:schemeClr val="accent2"/>
                </a:solidFill>
              </a:defRPr>
            </a:lvl8pPr>
            <a:lvl9pPr lvl="8">
              <a:spcBef>
                <a:spcPts val="0"/>
              </a:spcBef>
              <a:spcAft>
                <a:spcPts val="0"/>
              </a:spcAft>
              <a:buClr>
                <a:schemeClr val="accent2"/>
              </a:buClr>
              <a:buSzPts val="1200"/>
              <a:buNone/>
              <a:defRPr sz="1200">
                <a:solidFill>
                  <a:schemeClr val="accent2"/>
                </a:solidFill>
              </a:defRPr>
            </a:lvl9pPr>
          </a:lstStyle>
          <a:p/>
        </p:txBody>
      </p:sp>
      <p:sp>
        <p:nvSpPr>
          <p:cNvPr id="126" name="Google Shape;126;p7"/>
          <p:cNvSpPr txBox="1"/>
          <p:nvPr>
            <p:ph idx="5"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 Alt 1">
  <p:cSld name="CUSTOM_1_1">
    <p:spTree>
      <p:nvGrpSpPr>
        <p:cNvPr id="127" name="Shape 127"/>
        <p:cNvGrpSpPr/>
        <p:nvPr/>
      </p:nvGrpSpPr>
      <p:grpSpPr>
        <a:xfrm>
          <a:off x="0" y="0"/>
          <a:ext cx="0" cy="0"/>
          <a:chOff x="0" y="0"/>
          <a:chExt cx="0" cy="0"/>
        </a:xfrm>
      </p:grpSpPr>
      <p:cxnSp>
        <p:nvCxnSpPr>
          <p:cNvPr id="128" name="Google Shape;128;p8"/>
          <p:cNvCxnSpPr/>
          <p:nvPr/>
        </p:nvCxnSpPr>
        <p:spPr>
          <a:xfrm>
            <a:off x="447925" y="582000"/>
            <a:ext cx="0" cy="4264500"/>
          </a:xfrm>
          <a:prstGeom prst="straightConnector1">
            <a:avLst/>
          </a:prstGeom>
          <a:noFill/>
          <a:ln cap="flat" cmpd="sng" w="9525">
            <a:solidFill>
              <a:schemeClr val="lt1"/>
            </a:solidFill>
            <a:prstDash val="solid"/>
            <a:round/>
            <a:headEnd len="sm" w="sm" type="none"/>
            <a:tailEnd len="sm" w="sm" type="none"/>
          </a:ln>
        </p:spPr>
      </p:cxnSp>
      <p:cxnSp>
        <p:nvCxnSpPr>
          <p:cNvPr id="129" name="Google Shape;129;p8"/>
          <p:cNvCxnSpPr/>
          <p:nvPr/>
        </p:nvCxnSpPr>
        <p:spPr>
          <a:xfrm rot="10800000">
            <a:off x="445650" y="580625"/>
            <a:ext cx="8260200" cy="0"/>
          </a:xfrm>
          <a:prstGeom prst="straightConnector1">
            <a:avLst/>
          </a:prstGeom>
          <a:noFill/>
          <a:ln cap="flat" cmpd="sng" w="9525">
            <a:solidFill>
              <a:schemeClr val="lt1"/>
            </a:solidFill>
            <a:prstDash val="solid"/>
            <a:round/>
            <a:headEnd len="sm" w="sm" type="none"/>
            <a:tailEnd len="sm" w="sm" type="none"/>
          </a:ln>
        </p:spPr>
      </p:cxnSp>
      <p:cxnSp>
        <p:nvCxnSpPr>
          <p:cNvPr id="130" name="Google Shape;130;p8"/>
          <p:cNvCxnSpPr/>
          <p:nvPr/>
        </p:nvCxnSpPr>
        <p:spPr>
          <a:xfrm rot="10800000">
            <a:off x="8705813" y="585638"/>
            <a:ext cx="0" cy="4262700"/>
          </a:xfrm>
          <a:prstGeom prst="straightConnector1">
            <a:avLst/>
          </a:prstGeom>
          <a:noFill/>
          <a:ln cap="flat" cmpd="sng" w="9525">
            <a:solidFill>
              <a:schemeClr val="lt1"/>
            </a:solidFill>
            <a:prstDash val="solid"/>
            <a:round/>
            <a:headEnd len="sm" w="sm" type="none"/>
            <a:tailEnd len="sm" w="sm" type="none"/>
          </a:ln>
        </p:spPr>
      </p:cxnSp>
      <p:cxnSp>
        <p:nvCxnSpPr>
          <p:cNvPr id="131" name="Google Shape;131;p8"/>
          <p:cNvCxnSpPr/>
          <p:nvPr/>
        </p:nvCxnSpPr>
        <p:spPr>
          <a:xfrm>
            <a:off x="449800" y="4849725"/>
            <a:ext cx="8257200" cy="0"/>
          </a:xfrm>
          <a:prstGeom prst="straightConnector1">
            <a:avLst/>
          </a:prstGeom>
          <a:noFill/>
          <a:ln cap="flat" cmpd="sng" w="9525">
            <a:solidFill>
              <a:schemeClr val="lt1"/>
            </a:solidFill>
            <a:prstDash val="solid"/>
            <a:round/>
            <a:headEnd len="sm" w="sm" type="none"/>
            <a:tailEnd len="sm" w="sm" type="none"/>
          </a:ln>
        </p:spPr>
      </p:cxnSp>
      <p:sp>
        <p:nvSpPr>
          <p:cNvPr id="132" name="Google Shape;132;p8"/>
          <p:cNvSpPr/>
          <p:nvPr/>
        </p:nvSpPr>
        <p:spPr>
          <a:xfrm>
            <a:off x="8653475" y="5282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33" name="Google Shape;133;p8"/>
          <p:cNvSpPr/>
          <p:nvPr/>
        </p:nvSpPr>
        <p:spPr>
          <a:xfrm>
            <a:off x="8653475" y="47973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4" name="Google Shape;134;p8"/>
          <p:cNvSpPr/>
          <p:nvPr/>
        </p:nvSpPr>
        <p:spPr>
          <a:xfrm>
            <a:off x="395575" y="5282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5" name="Google Shape;135;p8"/>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36" name="Google Shape;136;p8"/>
          <p:cNvSpPr/>
          <p:nvPr/>
        </p:nvSpPr>
        <p:spPr>
          <a:xfrm>
            <a:off x="-125" y="742375"/>
            <a:ext cx="4653000" cy="4401000"/>
          </a:xfrm>
          <a:prstGeom prst="snip1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7" name="Google Shape;137;p8"/>
          <p:cNvSpPr/>
          <p:nvPr>
            <p:ph idx="2" type="pic"/>
          </p:nvPr>
        </p:nvSpPr>
        <p:spPr>
          <a:xfrm>
            <a:off x="200625" y="917800"/>
            <a:ext cx="4275300" cy="4225800"/>
          </a:xfrm>
          <a:prstGeom prst="snip1Rect">
            <a:avLst>
              <a:gd fmla="val 0" name="adj"/>
            </a:avLst>
          </a:prstGeom>
          <a:noFill/>
          <a:ln>
            <a:noFill/>
          </a:ln>
        </p:spPr>
      </p:sp>
      <p:sp>
        <p:nvSpPr>
          <p:cNvPr id="138" name="Google Shape;138;p8"/>
          <p:cNvSpPr txBox="1"/>
          <p:nvPr>
            <p:ph idx="1" type="subTitle"/>
          </p:nvPr>
        </p:nvSpPr>
        <p:spPr>
          <a:xfrm>
            <a:off x="5231050" y="1674350"/>
            <a:ext cx="2865300" cy="2151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39" name="Google Shape;139;p8"/>
          <p:cNvSpPr txBox="1"/>
          <p:nvPr>
            <p:ph idx="3"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lnSpc>
                <a:spcPct val="150000"/>
              </a:lnSpc>
              <a:spcBef>
                <a:spcPts val="0"/>
              </a:spcBef>
              <a:spcAft>
                <a:spcPts val="0"/>
              </a:spcAft>
              <a:buClr>
                <a:schemeClr val="dk1"/>
              </a:buClr>
              <a:buSzPts val="1000"/>
              <a:buFont typeface="Nunito Sans"/>
              <a:buNone/>
              <a:defRPr sz="1000">
                <a:solidFill>
                  <a:schemeClr val="dk1"/>
                </a:solidFill>
              </a:defRPr>
            </a:lvl2pPr>
            <a:lvl3pPr lvl="2">
              <a:lnSpc>
                <a:spcPct val="150000"/>
              </a:lnSpc>
              <a:spcBef>
                <a:spcPts val="0"/>
              </a:spcBef>
              <a:spcAft>
                <a:spcPts val="0"/>
              </a:spcAft>
              <a:buClr>
                <a:schemeClr val="dk1"/>
              </a:buClr>
              <a:buSzPts val="1000"/>
              <a:buFont typeface="Nunito Sans"/>
              <a:buNone/>
              <a:defRPr sz="1000">
                <a:solidFill>
                  <a:schemeClr val="dk1"/>
                </a:solidFill>
              </a:defRPr>
            </a:lvl3pPr>
            <a:lvl4pPr lvl="3">
              <a:lnSpc>
                <a:spcPct val="150000"/>
              </a:lnSpc>
              <a:spcBef>
                <a:spcPts val="0"/>
              </a:spcBef>
              <a:spcAft>
                <a:spcPts val="0"/>
              </a:spcAft>
              <a:buClr>
                <a:schemeClr val="dk1"/>
              </a:buClr>
              <a:buSzPts val="1000"/>
              <a:buFont typeface="Nunito Sans"/>
              <a:buNone/>
              <a:defRPr sz="1000">
                <a:solidFill>
                  <a:schemeClr val="dk1"/>
                </a:solidFill>
              </a:defRPr>
            </a:lvl4pPr>
            <a:lvl5pPr lvl="4">
              <a:lnSpc>
                <a:spcPct val="150000"/>
              </a:lnSpc>
              <a:spcBef>
                <a:spcPts val="0"/>
              </a:spcBef>
              <a:spcAft>
                <a:spcPts val="0"/>
              </a:spcAft>
              <a:buClr>
                <a:schemeClr val="dk1"/>
              </a:buClr>
              <a:buSzPts val="1000"/>
              <a:buFont typeface="Nunito Sans"/>
              <a:buNone/>
              <a:defRPr sz="1000">
                <a:solidFill>
                  <a:schemeClr val="dk1"/>
                </a:solidFill>
              </a:defRPr>
            </a:lvl5pPr>
            <a:lvl6pPr lvl="5">
              <a:lnSpc>
                <a:spcPct val="150000"/>
              </a:lnSpc>
              <a:spcBef>
                <a:spcPts val="0"/>
              </a:spcBef>
              <a:spcAft>
                <a:spcPts val="0"/>
              </a:spcAft>
              <a:buClr>
                <a:schemeClr val="dk1"/>
              </a:buClr>
              <a:buSzPts val="1000"/>
              <a:buFont typeface="Nunito Sans"/>
              <a:buNone/>
              <a:defRPr sz="1000">
                <a:solidFill>
                  <a:schemeClr val="dk1"/>
                </a:solidFill>
              </a:defRPr>
            </a:lvl6pPr>
            <a:lvl7pPr lvl="6">
              <a:lnSpc>
                <a:spcPct val="150000"/>
              </a:lnSpc>
              <a:spcBef>
                <a:spcPts val="0"/>
              </a:spcBef>
              <a:spcAft>
                <a:spcPts val="0"/>
              </a:spcAft>
              <a:buClr>
                <a:schemeClr val="dk1"/>
              </a:buClr>
              <a:buSzPts val="1000"/>
              <a:buFont typeface="Nunito Sans"/>
              <a:buNone/>
              <a:defRPr sz="1000">
                <a:solidFill>
                  <a:schemeClr val="dk1"/>
                </a:solidFill>
              </a:defRPr>
            </a:lvl7pPr>
            <a:lvl8pPr lvl="7">
              <a:lnSpc>
                <a:spcPct val="150000"/>
              </a:lnSpc>
              <a:spcBef>
                <a:spcPts val="0"/>
              </a:spcBef>
              <a:spcAft>
                <a:spcPts val="0"/>
              </a:spcAft>
              <a:buClr>
                <a:schemeClr val="dk1"/>
              </a:buClr>
              <a:buSzPts val="1000"/>
              <a:buFont typeface="Nunito Sans"/>
              <a:buNone/>
              <a:defRPr sz="1000">
                <a:solidFill>
                  <a:schemeClr val="dk1"/>
                </a:solidFill>
              </a:defRPr>
            </a:lvl8pPr>
            <a:lvl9pPr lvl="8">
              <a:lnSpc>
                <a:spcPct val="150000"/>
              </a:lnSpc>
              <a:spcBef>
                <a:spcPts val="0"/>
              </a:spcBef>
              <a:spcAft>
                <a:spcPts val="0"/>
              </a:spcAft>
              <a:buClr>
                <a:schemeClr val="dk1"/>
              </a:buClr>
              <a:buSzPts val="1000"/>
              <a:buFont typeface="Nunito Sans"/>
              <a:buNone/>
              <a:defRPr sz="1000">
                <a:solidFill>
                  <a:schemeClr val="dk1"/>
                </a:solidFill>
              </a:defRPr>
            </a:lvl9pPr>
          </a:lstStyle>
          <a:p/>
        </p:txBody>
      </p:sp>
      <p:sp>
        <p:nvSpPr>
          <p:cNvPr id="140" name="Google Shape;140;p8"/>
          <p:cNvSpPr txBox="1"/>
          <p:nvPr>
            <p:ph type="ctrTitle"/>
          </p:nvPr>
        </p:nvSpPr>
        <p:spPr>
          <a:xfrm>
            <a:off x="5135325" y="915000"/>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SzPts val="1500"/>
              <a:buNone/>
              <a:defRPr sz="15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141" name="Google Shape;141;p8"/>
          <p:cNvSpPr txBox="1"/>
          <p:nvPr>
            <p:ph idx="4"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200"/>
              <a:buNone/>
              <a:defRPr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142" name="Google Shape;142;p8"/>
          <p:cNvSpPr/>
          <p:nvPr/>
        </p:nvSpPr>
        <p:spPr>
          <a:xfrm>
            <a:off x="-4825" y="-2175"/>
            <a:ext cx="91587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3" name="Google Shape;143;p8"/>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44" name="Google Shape;144;p8"/>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45" name="Google Shape;145;p8"/>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46" name="Google Shape;146;p8"/>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147" name="Google Shape;147;p8"/>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5">
  <p:cSld name="TITLE_1_1_4">
    <p:spTree>
      <p:nvGrpSpPr>
        <p:cNvPr id="148" name="Shape 148"/>
        <p:cNvGrpSpPr/>
        <p:nvPr/>
      </p:nvGrpSpPr>
      <p:grpSpPr>
        <a:xfrm>
          <a:off x="0" y="0"/>
          <a:ext cx="0" cy="0"/>
          <a:chOff x="0" y="0"/>
          <a:chExt cx="0" cy="0"/>
        </a:xfrm>
      </p:grpSpPr>
      <p:sp>
        <p:nvSpPr>
          <p:cNvPr id="149" name="Google Shape;149;p9"/>
          <p:cNvSpPr txBox="1"/>
          <p:nvPr>
            <p:ph idx="12" type="sldNum"/>
          </p:nvPr>
        </p:nvSpPr>
        <p:spPr>
          <a:xfrm>
            <a:off x="8651378" y="4856473"/>
            <a:ext cx="5484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1pPr>
            <a:lvl2pPr indent="0" lvl="1"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2pPr>
            <a:lvl3pPr indent="0" lvl="2"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3pPr>
            <a:lvl4pPr indent="0" lvl="3"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4pPr>
            <a:lvl5pPr indent="0" lvl="4"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5pPr>
            <a:lvl6pPr indent="0" lvl="5"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6pPr>
            <a:lvl7pPr indent="0" lvl="6"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7pPr>
            <a:lvl8pPr indent="0" lvl="7"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8pPr>
            <a:lvl9pPr indent="0" lvl="8"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9pPr>
          </a:lstStyle>
          <a:p>
            <a:pPr indent="0" lvl="0" marL="0" rtl="0" algn="l">
              <a:spcBef>
                <a:spcPts val="0"/>
              </a:spcBef>
              <a:spcAft>
                <a:spcPts val="0"/>
              </a:spcAft>
              <a:buNone/>
            </a:pPr>
            <a:fld id="{00000000-1234-1234-1234-123412341234}" type="slidenum">
              <a:rPr lang="en"/>
              <a:t>‹#›</a:t>
            </a:fld>
            <a:endParaRPr/>
          </a:p>
        </p:txBody>
      </p:sp>
      <p:sp>
        <p:nvSpPr>
          <p:cNvPr id="150" name="Google Shape;150;p9"/>
          <p:cNvSpPr txBox="1"/>
          <p:nvPr>
            <p:ph idx="1" type="subTitle"/>
          </p:nvPr>
        </p:nvSpPr>
        <p:spPr>
          <a:xfrm>
            <a:off x="7500585" y="2064694"/>
            <a:ext cx="1356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1" name="Google Shape;151;p9"/>
          <p:cNvSpPr txBox="1"/>
          <p:nvPr>
            <p:ph type="title"/>
          </p:nvPr>
        </p:nvSpPr>
        <p:spPr>
          <a:xfrm>
            <a:off x="7500574" y="1590900"/>
            <a:ext cx="1356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2" name="Google Shape;152;p9"/>
          <p:cNvSpPr txBox="1"/>
          <p:nvPr>
            <p:ph idx="2" type="subTitle"/>
          </p:nvPr>
        </p:nvSpPr>
        <p:spPr>
          <a:xfrm>
            <a:off x="5669825" y="4099475"/>
            <a:ext cx="14883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3" name="Google Shape;153;p9"/>
          <p:cNvSpPr txBox="1"/>
          <p:nvPr>
            <p:ph idx="3" type="title"/>
          </p:nvPr>
        </p:nvSpPr>
        <p:spPr>
          <a:xfrm>
            <a:off x="5669814" y="371467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4" name="Google Shape;154;p9"/>
          <p:cNvSpPr txBox="1"/>
          <p:nvPr>
            <p:ph idx="4" type="subTitle"/>
          </p:nvPr>
        </p:nvSpPr>
        <p:spPr>
          <a:xfrm>
            <a:off x="383762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5" name="Google Shape;155;p9"/>
          <p:cNvSpPr txBox="1"/>
          <p:nvPr>
            <p:ph idx="5" type="title"/>
          </p:nvPr>
        </p:nvSpPr>
        <p:spPr>
          <a:xfrm>
            <a:off x="3837622"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6" name="Google Shape;156;p9"/>
          <p:cNvSpPr txBox="1"/>
          <p:nvPr>
            <p:ph idx="6" type="subTitle"/>
          </p:nvPr>
        </p:nvSpPr>
        <p:spPr>
          <a:xfrm>
            <a:off x="2120177" y="4099475"/>
            <a:ext cx="14883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7" name="Google Shape;157;p9"/>
          <p:cNvSpPr txBox="1"/>
          <p:nvPr>
            <p:ph idx="7" type="title"/>
          </p:nvPr>
        </p:nvSpPr>
        <p:spPr>
          <a:xfrm>
            <a:off x="2120175" y="3714662"/>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8" name="Google Shape;158;p9"/>
          <p:cNvSpPr txBox="1"/>
          <p:nvPr>
            <p:ph idx="8" type="subTitle"/>
          </p:nvPr>
        </p:nvSpPr>
        <p:spPr>
          <a:xfrm>
            <a:off x="442957" y="4099483"/>
            <a:ext cx="12552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9" name="Google Shape;159;p9"/>
          <p:cNvSpPr txBox="1"/>
          <p:nvPr>
            <p:ph idx="9" type="title"/>
          </p:nvPr>
        </p:nvSpPr>
        <p:spPr>
          <a:xfrm>
            <a:off x="442949" y="3714675"/>
            <a:ext cx="12552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60" name="Google Shape;160;p9"/>
          <p:cNvSpPr/>
          <p:nvPr>
            <p:ph idx="13" type="pic"/>
          </p:nvPr>
        </p:nvSpPr>
        <p:spPr>
          <a:xfrm>
            <a:off x="1995350" y="1468700"/>
            <a:ext cx="1551300" cy="1971600"/>
          </a:xfrm>
          <a:prstGeom prst="snip1Rect">
            <a:avLst>
              <a:gd fmla="val 28984" name="adj"/>
            </a:avLst>
          </a:prstGeom>
          <a:noFill/>
          <a:ln>
            <a:noFill/>
          </a:ln>
        </p:spPr>
      </p:sp>
      <p:sp>
        <p:nvSpPr>
          <p:cNvPr id="161" name="Google Shape;161;p9"/>
          <p:cNvSpPr/>
          <p:nvPr>
            <p:ph idx="14" type="pic"/>
          </p:nvPr>
        </p:nvSpPr>
        <p:spPr>
          <a:xfrm>
            <a:off x="147475" y="1468700"/>
            <a:ext cx="1550700" cy="1971600"/>
          </a:xfrm>
          <a:prstGeom prst="snip1Rect">
            <a:avLst>
              <a:gd fmla="val 0" name="adj"/>
            </a:avLst>
          </a:prstGeom>
          <a:noFill/>
          <a:ln>
            <a:noFill/>
          </a:ln>
        </p:spPr>
      </p:sp>
      <p:sp>
        <p:nvSpPr>
          <p:cNvPr id="162" name="Google Shape;162;p9"/>
          <p:cNvSpPr/>
          <p:nvPr>
            <p:ph idx="15" type="pic"/>
          </p:nvPr>
        </p:nvSpPr>
        <p:spPr>
          <a:xfrm>
            <a:off x="3859675" y="2638375"/>
            <a:ext cx="1488300" cy="1957800"/>
          </a:xfrm>
          <a:prstGeom prst="snip1Rect">
            <a:avLst>
              <a:gd fmla="val 34843" name="adj"/>
            </a:avLst>
          </a:prstGeom>
          <a:noFill/>
          <a:ln>
            <a:noFill/>
          </a:ln>
        </p:spPr>
      </p:sp>
      <p:sp>
        <p:nvSpPr>
          <p:cNvPr id="163" name="Google Shape;163;p9"/>
          <p:cNvSpPr/>
          <p:nvPr>
            <p:ph idx="16" type="pic"/>
          </p:nvPr>
        </p:nvSpPr>
        <p:spPr>
          <a:xfrm>
            <a:off x="5612925" y="1468725"/>
            <a:ext cx="1551300" cy="1971600"/>
          </a:xfrm>
          <a:prstGeom prst="snip1Rect">
            <a:avLst>
              <a:gd fmla="val 24641" name="adj"/>
            </a:avLst>
          </a:prstGeom>
          <a:noFill/>
          <a:ln>
            <a:noFill/>
          </a:ln>
        </p:spPr>
      </p:sp>
      <p:sp>
        <p:nvSpPr>
          <p:cNvPr id="164" name="Google Shape;164;p9"/>
          <p:cNvSpPr/>
          <p:nvPr>
            <p:ph idx="17" type="pic"/>
          </p:nvPr>
        </p:nvSpPr>
        <p:spPr>
          <a:xfrm>
            <a:off x="7465625" y="2624575"/>
            <a:ext cx="1551300" cy="1971600"/>
          </a:xfrm>
          <a:prstGeom prst="snip1Rect">
            <a:avLst>
              <a:gd fmla="val 0" name="adj"/>
            </a:avLst>
          </a:prstGeom>
          <a:noFill/>
          <a:ln>
            <a:noFill/>
          </a:ln>
        </p:spPr>
      </p:sp>
      <p:sp>
        <p:nvSpPr>
          <p:cNvPr id="165" name="Google Shape;165;p9"/>
          <p:cNvSpPr txBox="1"/>
          <p:nvPr>
            <p:ph idx="18"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166" name="Google Shape;166;p9"/>
          <p:cNvSpPr txBox="1"/>
          <p:nvPr>
            <p:ph idx="19" type="ctrTitle"/>
          </p:nvPr>
        </p:nvSpPr>
        <p:spPr>
          <a:xfrm>
            <a:off x="335400" y="466575"/>
            <a:ext cx="5277600" cy="100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167" name="Google Shape;167;p9"/>
          <p:cNvGrpSpPr/>
          <p:nvPr/>
        </p:nvGrpSpPr>
        <p:grpSpPr>
          <a:xfrm>
            <a:off x="-3175" y="1"/>
            <a:ext cx="9146700" cy="330024"/>
            <a:chOff x="-3175" y="1"/>
            <a:chExt cx="9146700" cy="330024"/>
          </a:xfrm>
        </p:grpSpPr>
        <p:sp>
          <p:nvSpPr>
            <p:cNvPr id="168" name="Google Shape;168;p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69" name="Google Shape;169;p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70" name="Google Shape;170;p9"/>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71" name="Google Shape;171;p9"/>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72" name="Google Shape;172;p9"/>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5 - Alt">
  <p:cSld name="TITLE_1_1_4_3">
    <p:spTree>
      <p:nvGrpSpPr>
        <p:cNvPr id="173" name="Shape 173"/>
        <p:cNvGrpSpPr/>
        <p:nvPr/>
      </p:nvGrpSpPr>
      <p:grpSpPr>
        <a:xfrm>
          <a:off x="0" y="0"/>
          <a:ext cx="0" cy="0"/>
          <a:chOff x="0" y="0"/>
          <a:chExt cx="0" cy="0"/>
        </a:xfrm>
      </p:grpSpPr>
      <p:sp>
        <p:nvSpPr>
          <p:cNvPr id="174" name="Google Shape;174;p10"/>
          <p:cNvSpPr txBox="1"/>
          <p:nvPr>
            <p:ph idx="1" type="subTitle"/>
          </p:nvPr>
        </p:nvSpPr>
        <p:spPr>
          <a:xfrm>
            <a:off x="750057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75" name="Google Shape;175;p10"/>
          <p:cNvSpPr txBox="1"/>
          <p:nvPr>
            <p:ph type="title"/>
          </p:nvPr>
        </p:nvSpPr>
        <p:spPr>
          <a:xfrm>
            <a:off x="7500563"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76" name="Google Shape;176;p10"/>
          <p:cNvSpPr txBox="1"/>
          <p:nvPr>
            <p:ph idx="2" type="subTitle"/>
          </p:nvPr>
        </p:nvSpPr>
        <p:spPr>
          <a:xfrm>
            <a:off x="5669825" y="4099483"/>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77" name="Google Shape;177;p10"/>
          <p:cNvSpPr txBox="1"/>
          <p:nvPr>
            <p:ph idx="3" type="title"/>
          </p:nvPr>
        </p:nvSpPr>
        <p:spPr>
          <a:xfrm>
            <a:off x="5669814" y="371467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78" name="Google Shape;178;p10"/>
          <p:cNvSpPr txBox="1"/>
          <p:nvPr>
            <p:ph idx="4" type="subTitle"/>
          </p:nvPr>
        </p:nvSpPr>
        <p:spPr>
          <a:xfrm>
            <a:off x="383762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79" name="Google Shape;179;p10"/>
          <p:cNvSpPr txBox="1"/>
          <p:nvPr>
            <p:ph idx="5" type="title"/>
          </p:nvPr>
        </p:nvSpPr>
        <p:spPr>
          <a:xfrm>
            <a:off x="3837622"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0" name="Google Shape;180;p10"/>
          <p:cNvSpPr txBox="1"/>
          <p:nvPr>
            <p:ph idx="6" type="subTitle"/>
          </p:nvPr>
        </p:nvSpPr>
        <p:spPr>
          <a:xfrm>
            <a:off x="2120185" y="4099475"/>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81" name="Google Shape;181;p10"/>
          <p:cNvSpPr txBox="1"/>
          <p:nvPr>
            <p:ph idx="7" type="title"/>
          </p:nvPr>
        </p:nvSpPr>
        <p:spPr>
          <a:xfrm>
            <a:off x="2120175" y="3714662"/>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2" name="Google Shape;182;p10"/>
          <p:cNvSpPr txBox="1"/>
          <p:nvPr>
            <p:ph idx="8" type="subTitle"/>
          </p:nvPr>
        </p:nvSpPr>
        <p:spPr>
          <a:xfrm>
            <a:off x="442950" y="4099476"/>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83" name="Google Shape;183;p10"/>
          <p:cNvSpPr txBox="1"/>
          <p:nvPr>
            <p:ph idx="9" type="title"/>
          </p:nvPr>
        </p:nvSpPr>
        <p:spPr>
          <a:xfrm>
            <a:off x="442940" y="3714665"/>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4" name="Google Shape;184;p10"/>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85" name="Google Shape;185;p10"/>
          <p:cNvSpPr/>
          <p:nvPr>
            <p:ph idx="13" type="pic"/>
          </p:nvPr>
        </p:nvSpPr>
        <p:spPr>
          <a:xfrm>
            <a:off x="1995350" y="1468700"/>
            <a:ext cx="1551300" cy="1971600"/>
          </a:xfrm>
          <a:prstGeom prst="snip1Rect">
            <a:avLst>
              <a:gd fmla="val 28984" name="adj"/>
            </a:avLst>
          </a:prstGeom>
          <a:noFill/>
          <a:ln>
            <a:noFill/>
          </a:ln>
        </p:spPr>
      </p:sp>
      <p:sp>
        <p:nvSpPr>
          <p:cNvPr id="186" name="Google Shape;186;p10"/>
          <p:cNvSpPr/>
          <p:nvPr>
            <p:ph idx="14" type="pic"/>
          </p:nvPr>
        </p:nvSpPr>
        <p:spPr>
          <a:xfrm>
            <a:off x="147475" y="1468700"/>
            <a:ext cx="1550700" cy="1971600"/>
          </a:xfrm>
          <a:prstGeom prst="snip1Rect">
            <a:avLst>
              <a:gd fmla="val 0" name="adj"/>
            </a:avLst>
          </a:prstGeom>
          <a:noFill/>
          <a:ln>
            <a:noFill/>
          </a:ln>
        </p:spPr>
      </p:sp>
      <p:sp>
        <p:nvSpPr>
          <p:cNvPr id="187" name="Google Shape;187;p10"/>
          <p:cNvSpPr/>
          <p:nvPr>
            <p:ph idx="15" type="pic"/>
          </p:nvPr>
        </p:nvSpPr>
        <p:spPr>
          <a:xfrm>
            <a:off x="3859675" y="2638375"/>
            <a:ext cx="1488300" cy="1957800"/>
          </a:xfrm>
          <a:prstGeom prst="snip1Rect">
            <a:avLst>
              <a:gd fmla="val 34843" name="adj"/>
            </a:avLst>
          </a:prstGeom>
          <a:noFill/>
          <a:ln>
            <a:noFill/>
          </a:ln>
        </p:spPr>
      </p:sp>
      <p:sp>
        <p:nvSpPr>
          <p:cNvPr id="188" name="Google Shape;188;p10"/>
          <p:cNvSpPr/>
          <p:nvPr>
            <p:ph idx="16" type="pic"/>
          </p:nvPr>
        </p:nvSpPr>
        <p:spPr>
          <a:xfrm>
            <a:off x="5612925" y="1468725"/>
            <a:ext cx="1551300" cy="1971600"/>
          </a:xfrm>
          <a:prstGeom prst="snip1Rect">
            <a:avLst>
              <a:gd fmla="val 24641" name="adj"/>
            </a:avLst>
          </a:prstGeom>
          <a:noFill/>
          <a:ln>
            <a:noFill/>
          </a:ln>
        </p:spPr>
      </p:sp>
      <p:sp>
        <p:nvSpPr>
          <p:cNvPr id="189" name="Google Shape;189;p10"/>
          <p:cNvSpPr/>
          <p:nvPr>
            <p:ph idx="17" type="pic"/>
          </p:nvPr>
        </p:nvSpPr>
        <p:spPr>
          <a:xfrm>
            <a:off x="7465625" y="2624575"/>
            <a:ext cx="1551300" cy="1971600"/>
          </a:xfrm>
          <a:prstGeom prst="snip1Rect">
            <a:avLst>
              <a:gd fmla="val 0" name="adj"/>
            </a:avLst>
          </a:prstGeom>
          <a:noFill/>
          <a:ln>
            <a:noFill/>
          </a:ln>
        </p:spPr>
      </p:sp>
      <p:sp>
        <p:nvSpPr>
          <p:cNvPr id="190" name="Google Shape;190;p10"/>
          <p:cNvSpPr txBox="1"/>
          <p:nvPr>
            <p:ph idx="18" type="subTitle"/>
          </p:nvPr>
        </p:nvSpPr>
        <p:spPr>
          <a:xfrm>
            <a:off x="0" y="0"/>
            <a:ext cx="3396600" cy="31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191" name="Google Shape;191;p10"/>
          <p:cNvGrpSpPr/>
          <p:nvPr/>
        </p:nvGrpSpPr>
        <p:grpSpPr>
          <a:xfrm rot="5400000">
            <a:off x="8783586" y="41327"/>
            <a:ext cx="216849" cy="249848"/>
            <a:chOff x="1208925" y="3513700"/>
            <a:chExt cx="710050" cy="818100"/>
          </a:xfrm>
        </p:grpSpPr>
        <p:cxnSp>
          <p:nvCxnSpPr>
            <p:cNvPr id="192" name="Google Shape;192;p10"/>
            <p:cNvCxnSpPr/>
            <p:nvPr/>
          </p:nvCxnSpPr>
          <p:spPr>
            <a:xfrm>
              <a:off x="1563950" y="3513700"/>
              <a:ext cx="0" cy="818100"/>
            </a:xfrm>
            <a:prstGeom prst="straightConnector1">
              <a:avLst/>
            </a:prstGeom>
            <a:noFill/>
            <a:ln cap="flat" cmpd="sng" w="19050">
              <a:solidFill>
                <a:schemeClr val="accent5"/>
              </a:solidFill>
              <a:prstDash val="solid"/>
              <a:round/>
              <a:headEnd len="sm" w="sm" type="none"/>
              <a:tailEnd len="sm" w="sm" type="none"/>
            </a:ln>
          </p:spPr>
        </p:cxnSp>
        <p:cxnSp>
          <p:nvCxnSpPr>
            <p:cNvPr id="193" name="Google Shape;193;p10"/>
            <p:cNvCxnSpPr/>
            <p:nvPr/>
          </p:nvCxnSpPr>
          <p:spPr>
            <a:xfrm>
              <a:off x="1290350" y="3900050"/>
              <a:ext cx="547200" cy="0"/>
            </a:xfrm>
            <a:prstGeom prst="straightConnector1">
              <a:avLst/>
            </a:prstGeom>
            <a:noFill/>
            <a:ln cap="flat" cmpd="sng" w="19050">
              <a:solidFill>
                <a:schemeClr val="accent5"/>
              </a:solidFill>
              <a:prstDash val="solid"/>
              <a:round/>
              <a:headEnd len="sm" w="sm" type="none"/>
              <a:tailEnd len="sm" w="sm" type="none"/>
            </a:ln>
          </p:spPr>
        </p:cxnSp>
        <p:sp>
          <p:nvSpPr>
            <p:cNvPr id="194" name="Google Shape;194;p10"/>
            <p:cNvSpPr/>
            <p:nvPr/>
          </p:nvSpPr>
          <p:spPr>
            <a:xfrm>
              <a:off x="1760575" y="35137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0"/>
            <p:cNvSpPr/>
            <p:nvPr/>
          </p:nvSpPr>
          <p:spPr>
            <a:xfrm rot="-5400000">
              <a:off x="1208925" y="35137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0"/>
            <p:cNvSpPr/>
            <p:nvPr/>
          </p:nvSpPr>
          <p:spPr>
            <a:xfrm rot="10800000">
              <a:off x="1208925" y="41280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0"/>
            <p:cNvSpPr/>
            <p:nvPr/>
          </p:nvSpPr>
          <p:spPr>
            <a:xfrm rot="5400000">
              <a:off x="1760575" y="41280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8" name="Google Shape;198;p10"/>
          <p:cNvSpPr txBox="1"/>
          <p:nvPr>
            <p:ph idx="19" type="ctrTitle"/>
          </p:nvPr>
        </p:nvSpPr>
        <p:spPr>
          <a:xfrm>
            <a:off x="335400" y="466575"/>
            <a:ext cx="5277600" cy="10020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p:cSld name="TITLE_1_1_4_2">
    <p:spTree>
      <p:nvGrpSpPr>
        <p:cNvPr id="199" name="Shape 199"/>
        <p:cNvGrpSpPr/>
        <p:nvPr/>
      </p:nvGrpSpPr>
      <p:grpSpPr>
        <a:xfrm>
          <a:off x="0" y="0"/>
          <a:ext cx="0" cy="0"/>
          <a:chOff x="0" y="0"/>
          <a:chExt cx="0" cy="0"/>
        </a:xfrm>
      </p:grpSpPr>
      <p:grpSp>
        <p:nvGrpSpPr>
          <p:cNvPr id="200" name="Google Shape;200;p11"/>
          <p:cNvGrpSpPr/>
          <p:nvPr/>
        </p:nvGrpSpPr>
        <p:grpSpPr>
          <a:xfrm>
            <a:off x="-3175" y="1"/>
            <a:ext cx="9146700" cy="330024"/>
            <a:chOff x="-3175" y="1"/>
            <a:chExt cx="9146700" cy="330024"/>
          </a:xfrm>
        </p:grpSpPr>
        <p:sp>
          <p:nvSpPr>
            <p:cNvPr id="201" name="Google Shape;201;p11"/>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202" name="Google Shape;202;p11"/>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203" name="Google Shape;203;p11"/>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204" name="Google Shape;204;p11"/>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205" name="Google Shape;205;p11"/>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206" name="Google Shape;206;p11"/>
          <p:cNvSpPr txBox="1"/>
          <p:nvPr>
            <p:ph type="ctrTitle"/>
          </p:nvPr>
        </p:nvSpPr>
        <p:spPr>
          <a:xfrm>
            <a:off x="335400" y="466575"/>
            <a:ext cx="2148300" cy="3788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207" name="Google Shape;207;p11"/>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208" name="Google Shape;208;p11"/>
          <p:cNvSpPr txBox="1"/>
          <p:nvPr>
            <p:ph idx="2" type="subTitle"/>
          </p:nvPr>
        </p:nvSpPr>
        <p:spPr>
          <a:xfrm>
            <a:off x="7942675" y="453290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09" name="Google Shape;209;p11"/>
          <p:cNvSpPr txBox="1"/>
          <p:nvPr>
            <p:ph idx="3" type="title"/>
          </p:nvPr>
        </p:nvSpPr>
        <p:spPr>
          <a:xfrm>
            <a:off x="7942675" y="4254075"/>
            <a:ext cx="12129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10" name="Google Shape;210;p11"/>
          <p:cNvSpPr txBox="1"/>
          <p:nvPr>
            <p:ph idx="4" type="subTitle"/>
          </p:nvPr>
        </p:nvSpPr>
        <p:spPr>
          <a:xfrm>
            <a:off x="5281600" y="45329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1" name="Google Shape;211;p11"/>
          <p:cNvSpPr txBox="1"/>
          <p:nvPr>
            <p:ph idx="5" type="title"/>
          </p:nvPr>
        </p:nvSpPr>
        <p:spPr>
          <a:xfrm>
            <a:off x="5281600" y="4254075"/>
            <a:ext cx="11934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2" name="Google Shape;212;p11"/>
          <p:cNvSpPr txBox="1"/>
          <p:nvPr>
            <p:ph idx="6" type="subTitle"/>
          </p:nvPr>
        </p:nvSpPr>
        <p:spPr>
          <a:xfrm>
            <a:off x="3939475" y="45329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13" name="Google Shape;213;p11"/>
          <p:cNvSpPr txBox="1"/>
          <p:nvPr>
            <p:ph idx="7" type="title"/>
          </p:nvPr>
        </p:nvSpPr>
        <p:spPr>
          <a:xfrm>
            <a:off x="3939475" y="4254075"/>
            <a:ext cx="12051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14" name="Google Shape;214;p11"/>
          <p:cNvSpPr txBox="1"/>
          <p:nvPr>
            <p:ph idx="8" type="subTitle"/>
          </p:nvPr>
        </p:nvSpPr>
        <p:spPr>
          <a:xfrm>
            <a:off x="2604650" y="4532900"/>
            <a:ext cx="11934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5" name="Google Shape;215;p11"/>
          <p:cNvSpPr txBox="1"/>
          <p:nvPr>
            <p:ph idx="9" type="title"/>
          </p:nvPr>
        </p:nvSpPr>
        <p:spPr>
          <a:xfrm>
            <a:off x="2604650" y="4254075"/>
            <a:ext cx="12129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6" name="Google Shape;216;p11"/>
          <p:cNvSpPr txBox="1"/>
          <p:nvPr>
            <p:ph idx="13" type="subTitle"/>
          </p:nvPr>
        </p:nvSpPr>
        <p:spPr>
          <a:xfrm>
            <a:off x="7950622" y="608725"/>
            <a:ext cx="11934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7" name="Google Shape;217;p11"/>
          <p:cNvSpPr txBox="1"/>
          <p:nvPr>
            <p:ph idx="14" type="title"/>
          </p:nvPr>
        </p:nvSpPr>
        <p:spPr>
          <a:xfrm>
            <a:off x="7950600" y="329900"/>
            <a:ext cx="12051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8" name="Google Shape;218;p11"/>
          <p:cNvSpPr txBox="1"/>
          <p:nvPr>
            <p:ph idx="15" type="subTitle"/>
          </p:nvPr>
        </p:nvSpPr>
        <p:spPr>
          <a:xfrm>
            <a:off x="6616648" y="6087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19" name="Google Shape;219;p11"/>
          <p:cNvSpPr txBox="1"/>
          <p:nvPr>
            <p:ph idx="16" type="title"/>
          </p:nvPr>
        </p:nvSpPr>
        <p:spPr>
          <a:xfrm>
            <a:off x="6616625" y="329900"/>
            <a:ext cx="12051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0" name="Google Shape;220;p11"/>
          <p:cNvSpPr txBox="1"/>
          <p:nvPr>
            <p:ph idx="17" type="subTitle"/>
          </p:nvPr>
        </p:nvSpPr>
        <p:spPr>
          <a:xfrm>
            <a:off x="5289547" y="60875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21" name="Google Shape;221;p11"/>
          <p:cNvSpPr txBox="1"/>
          <p:nvPr>
            <p:ph idx="18" type="title"/>
          </p:nvPr>
        </p:nvSpPr>
        <p:spPr>
          <a:xfrm>
            <a:off x="5289525"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2" name="Google Shape;222;p11"/>
          <p:cNvSpPr txBox="1"/>
          <p:nvPr>
            <p:ph idx="19" type="subTitle"/>
          </p:nvPr>
        </p:nvSpPr>
        <p:spPr>
          <a:xfrm>
            <a:off x="2612598" y="6087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23" name="Google Shape;223;p11"/>
          <p:cNvSpPr txBox="1"/>
          <p:nvPr>
            <p:ph idx="20" type="subTitle"/>
          </p:nvPr>
        </p:nvSpPr>
        <p:spPr>
          <a:xfrm>
            <a:off x="3947423" y="60875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24" name="Google Shape;224;p11"/>
          <p:cNvSpPr txBox="1"/>
          <p:nvPr>
            <p:ph idx="21" type="title"/>
          </p:nvPr>
        </p:nvSpPr>
        <p:spPr>
          <a:xfrm>
            <a:off x="3947400"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25" name="Google Shape;225;p11"/>
          <p:cNvSpPr txBox="1"/>
          <p:nvPr>
            <p:ph idx="22" type="title"/>
          </p:nvPr>
        </p:nvSpPr>
        <p:spPr>
          <a:xfrm>
            <a:off x="2612575"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6" name="Google Shape;226;p11"/>
          <p:cNvSpPr txBox="1"/>
          <p:nvPr>
            <p:ph idx="23" type="subTitle"/>
          </p:nvPr>
        </p:nvSpPr>
        <p:spPr>
          <a:xfrm>
            <a:off x="6608700" y="453290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27" name="Google Shape;227;p11"/>
          <p:cNvSpPr txBox="1"/>
          <p:nvPr>
            <p:ph idx="24" type="title"/>
          </p:nvPr>
        </p:nvSpPr>
        <p:spPr>
          <a:xfrm>
            <a:off x="6608700" y="4254075"/>
            <a:ext cx="12051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28" name="Google Shape;228;p11"/>
          <p:cNvSpPr/>
          <p:nvPr>
            <p:ph idx="25" type="pic"/>
          </p:nvPr>
        </p:nvSpPr>
        <p:spPr>
          <a:xfrm>
            <a:off x="2623825" y="2832794"/>
            <a:ext cx="1081200" cy="1422600"/>
          </a:xfrm>
          <a:prstGeom prst="snip1Rect">
            <a:avLst>
              <a:gd fmla="val 0" name="adj"/>
            </a:avLst>
          </a:prstGeom>
          <a:noFill/>
          <a:ln>
            <a:noFill/>
          </a:ln>
        </p:spPr>
      </p:sp>
      <p:sp>
        <p:nvSpPr>
          <p:cNvPr id="229" name="Google Shape;229;p11"/>
          <p:cNvSpPr/>
          <p:nvPr>
            <p:ph idx="26" type="pic"/>
          </p:nvPr>
        </p:nvSpPr>
        <p:spPr>
          <a:xfrm>
            <a:off x="3958200" y="2832794"/>
            <a:ext cx="1081200" cy="1422600"/>
          </a:xfrm>
          <a:prstGeom prst="snip1Rect">
            <a:avLst>
              <a:gd fmla="val 29150" name="adj"/>
            </a:avLst>
          </a:prstGeom>
          <a:noFill/>
          <a:ln>
            <a:noFill/>
          </a:ln>
        </p:spPr>
      </p:sp>
      <p:sp>
        <p:nvSpPr>
          <p:cNvPr id="230" name="Google Shape;230;p11"/>
          <p:cNvSpPr/>
          <p:nvPr>
            <p:ph idx="27" type="pic"/>
          </p:nvPr>
        </p:nvSpPr>
        <p:spPr>
          <a:xfrm>
            <a:off x="5293850" y="2832794"/>
            <a:ext cx="1081200" cy="1422600"/>
          </a:xfrm>
          <a:prstGeom prst="snip1Rect">
            <a:avLst>
              <a:gd fmla="val 0" name="adj"/>
            </a:avLst>
          </a:prstGeom>
          <a:noFill/>
          <a:ln>
            <a:noFill/>
          </a:ln>
        </p:spPr>
      </p:sp>
      <p:sp>
        <p:nvSpPr>
          <p:cNvPr id="231" name="Google Shape;231;p11"/>
          <p:cNvSpPr/>
          <p:nvPr>
            <p:ph idx="28" type="pic"/>
          </p:nvPr>
        </p:nvSpPr>
        <p:spPr>
          <a:xfrm>
            <a:off x="6625625" y="2832794"/>
            <a:ext cx="1081200" cy="1422600"/>
          </a:xfrm>
          <a:prstGeom prst="snip1Rect">
            <a:avLst>
              <a:gd fmla="val 27187" name="adj"/>
            </a:avLst>
          </a:prstGeom>
          <a:noFill/>
          <a:ln>
            <a:noFill/>
          </a:ln>
        </p:spPr>
      </p:sp>
      <p:sp>
        <p:nvSpPr>
          <p:cNvPr id="232" name="Google Shape;232;p11"/>
          <p:cNvSpPr/>
          <p:nvPr>
            <p:ph idx="29" type="pic"/>
          </p:nvPr>
        </p:nvSpPr>
        <p:spPr>
          <a:xfrm>
            <a:off x="7946575" y="2832794"/>
            <a:ext cx="1081200" cy="1422600"/>
          </a:xfrm>
          <a:prstGeom prst="snip1Rect">
            <a:avLst>
              <a:gd fmla="val 0" name="adj"/>
            </a:avLst>
          </a:prstGeom>
          <a:noFill/>
          <a:ln>
            <a:noFill/>
          </a:ln>
        </p:spPr>
      </p:sp>
      <p:sp>
        <p:nvSpPr>
          <p:cNvPr id="233" name="Google Shape;233;p11"/>
          <p:cNvSpPr/>
          <p:nvPr>
            <p:ph idx="30" type="pic"/>
          </p:nvPr>
        </p:nvSpPr>
        <p:spPr>
          <a:xfrm>
            <a:off x="2623825" y="1232594"/>
            <a:ext cx="1081200" cy="1422600"/>
          </a:xfrm>
          <a:prstGeom prst="snip1Rect">
            <a:avLst>
              <a:gd fmla="val 0" name="adj"/>
            </a:avLst>
          </a:prstGeom>
          <a:noFill/>
          <a:ln>
            <a:noFill/>
          </a:ln>
        </p:spPr>
      </p:sp>
      <p:sp>
        <p:nvSpPr>
          <p:cNvPr id="234" name="Google Shape;234;p11"/>
          <p:cNvSpPr/>
          <p:nvPr>
            <p:ph idx="31" type="pic"/>
          </p:nvPr>
        </p:nvSpPr>
        <p:spPr>
          <a:xfrm>
            <a:off x="3958200" y="1232594"/>
            <a:ext cx="1081200" cy="1422600"/>
          </a:xfrm>
          <a:prstGeom prst="snip1Rect">
            <a:avLst>
              <a:gd fmla="val 29150" name="adj"/>
            </a:avLst>
          </a:prstGeom>
          <a:noFill/>
          <a:ln>
            <a:noFill/>
          </a:ln>
        </p:spPr>
      </p:sp>
      <p:sp>
        <p:nvSpPr>
          <p:cNvPr id="235" name="Google Shape;235;p11"/>
          <p:cNvSpPr/>
          <p:nvPr>
            <p:ph idx="32" type="pic"/>
          </p:nvPr>
        </p:nvSpPr>
        <p:spPr>
          <a:xfrm>
            <a:off x="5293850" y="1232594"/>
            <a:ext cx="1081200" cy="1422600"/>
          </a:xfrm>
          <a:prstGeom prst="snip1Rect">
            <a:avLst>
              <a:gd fmla="val 0" name="adj"/>
            </a:avLst>
          </a:prstGeom>
          <a:noFill/>
          <a:ln>
            <a:noFill/>
          </a:ln>
        </p:spPr>
      </p:sp>
      <p:sp>
        <p:nvSpPr>
          <p:cNvPr id="236" name="Google Shape;236;p11"/>
          <p:cNvSpPr/>
          <p:nvPr>
            <p:ph idx="33" type="pic"/>
          </p:nvPr>
        </p:nvSpPr>
        <p:spPr>
          <a:xfrm>
            <a:off x="6625625" y="1232594"/>
            <a:ext cx="1081200" cy="1422600"/>
          </a:xfrm>
          <a:prstGeom prst="snip1Rect">
            <a:avLst>
              <a:gd fmla="val 33134" name="adj"/>
            </a:avLst>
          </a:prstGeom>
          <a:noFill/>
          <a:ln>
            <a:noFill/>
          </a:ln>
        </p:spPr>
      </p:sp>
      <p:sp>
        <p:nvSpPr>
          <p:cNvPr id="237" name="Google Shape;237;p11"/>
          <p:cNvSpPr/>
          <p:nvPr>
            <p:ph idx="34" type="pic"/>
          </p:nvPr>
        </p:nvSpPr>
        <p:spPr>
          <a:xfrm>
            <a:off x="7946575" y="1232594"/>
            <a:ext cx="1081200" cy="1422600"/>
          </a:xfrm>
          <a:prstGeom prst="snip1Rect">
            <a:avLst>
              <a:gd fmla="val 22322" name="adj"/>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 images">
  <p:cSld name="CUSTOM_2">
    <p:spTree>
      <p:nvGrpSpPr>
        <p:cNvPr id="238" name="Shape 238"/>
        <p:cNvGrpSpPr/>
        <p:nvPr/>
      </p:nvGrpSpPr>
      <p:grpSpPr>
        <a:xfrm>
          <a:off x="0" y="0"/>
          <a:ext cx="0" cy="0"/>
          <a:chOff x="0" y="0"/>
          <a:chExt cx="0" cy="0"/>
        </a:xfrm>
      </p:grpSpPr>
      <p:sp>
        <p:nvSpPr>
          <p:cNvPr id="239" name="Google Shape;239;p12"/>
          <p:cNvSpPr txBox="1"/>
          <p:nvPr>
            <p:ph type="title"/>
          </p:nvPr>
        </p:nvSpPr>
        <p:spPr>
          <a:xfrm>
            <a:off x="7568637"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0" name="Google Shape;240;p12"/>
          <p:cNvSpPr txBox="1"/>
          <p:nvPr>
            <p:ph idx="2" type="title"/>
          </p:nvPr>
        </p:nvSpPr>
        <p:spPr>
          <a:xfrm>
            <a:off x="5636352"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1" name="Google Shape;241;p12"/>
          <p:cNvSpPr txBox="1"/>
          <p:nvPr>
            <p:ph idx="3" type="title"/>
          </p:nvPr>
        </p:nvSpPr>
        <p:spPr>
          <a:xfrm>
            <a:off x="3725852"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2" name="Google Shape;242;p12"/>
          <p:cNvSpPr/>
          <p:nvPr/>
        </p:nvSpPr>
        <p:spPr>
          <a:xfrm>
            <a:off x="-7450" y="-3650"/>
            <a:ext cx="3287100" cy="330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43" name="Google Shape;243;p12"/>
          <p:cNvSpPr txBox="1"/>
          <p:nvPr>
            <p:ph idx="1" type="subTitle"/>
          </p:nvPr>
        </p:nvSpPr>
        <p:spPr>
          <a:xfrm>
            <a:off x="426025" y="1345400"/>
            <a:ext cx="2346300" cy="642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244" name="Google Shape;244;p12"/>
          <p:cNvSpPr/>
          <p:nvPr>
            <p:ph idx="4" type="pic"/>
          </p:nvPr>
        </p:nvSpPr>
        <p:spPr>
          <a:xfrm>
            <a:off x="426025" y="3373486"/>
            <a:ext cx="774300" cy="642600"/>
          </a:xfrm>
          <a:prstGeom prst="snip1Rect">
            <a:avLst>
              <a:gd fmla="val 16667" name="adj"/>
            </a:avLst>
          </a:prstGeom>
          <a:noFill/>
          <a:ln>
            <a:noFill/>
          </a:ln>
        </p:spPr>
      </p:sp>
      <p:sp>
        <p:nvSpPr>
          <p:cNvPr id="245" name="Google Shape;245;p12"/>
          <p:cNvSpPr/>
          <p:nvPr>
            <p:ph idx="5" type="pic"/>
          </p:nvPr>
        </p:nvSpPr>
        <p:spPr>
          <a:xfrm>
            <a:off x="1230300" y="3373474"/>
            <a:ext cx="765000" cy="642600"/>
          </a:xfrm>
          <a:prstGeom prst="snip1Rect">
            <a:avLst>
              <a:gd fmla="val 16667" name="adj"/>
            </a:avLst>
          </a:prstGeom>
          <a:noFill/>
          <a:ln>
            <a:noFill/>
          </a:ln>
        </p:spPr>
      </p:sp>
      <p:sp>
        <p:nvSpPr>
          <p:cNvPr id="246" name="Google Shape;246;p12"/>
          <p:cNvSpPr/>
          <p:nvPr>
            <p:ph idx="6" type="pic"/>
          </p:nvPr>
        </p:nvSpPr>
        <p:spPr>
          <a:xfrm>
            <a:off x="1230300" y="4047794"/>
            <a:ext cx="765000" cy="642600"/>
          </a:xfrm>
          <a:prstGeom prst="snip1Rect">
            <a:avLst>
              <a:gd fmla="val 16667" name="adj"/>
            </a:avLst>
          </a:prstGeom>
          <a:noFill/>
          <a:ln>
            <a:noFill/>
          </a:ln>
        </p:spPr>
      </p:sp>
      <p:sp>
        <p:nvSpPr>
          <p:cNvPr id="247" name="Google Shape;247;p12"/>
          <p:cNvSpPr/>
          <p:nvPr>
            <p:ph idx="7" type="pic"/>
          </p:nvPr>
        </p:nvSpPr>
        <p:spPr>
          <a:xfrm>
            <a:off x="2025276" y="4047794"/>
            <a:ext cx="765000" cy="642600"/>
          </a:xfrm>
          <a:prstGeom prst="snip1Rect">
            <a:avLst>
              <a:gd fmla="val 16667" name="adj"/>
            </a:avLst>
          </a:prstGeom>
          <a:noFill/>
          <a:ln>
            <a:noFill/>
          </a:ln>
        </p:spPr>
      </p:sp>
      <p:sp>
        <p:nvSpPr>
          <p:cNvPr id="248" name="Google Shape;248;p12"/>
          <p:cNvSpPr/>
          <p:nvPr>
            <p:ph idx="8" type="pic"/>
          </p:nvPr>
        </p:nvSpPr>
        <p:spPr>
          <a:xfrm>
            <a:off x="2025276" y="3373474"/>
            <a:ext cx="765000" cy="642600"/>
          </a:xfrm>
          <a:prstGeom prst="snip1Rect">
            <a:avLst>
              <a:gd fmla="val 16667" name="adj"/>
            </a:avLst>
          </a:prstGeom>
          <a:noFill/>
          <a:ln>
            <a:noFill/>
          </a:ln>
        </p:spPr>
      </p:sp>
      <p:sp>
        <p:nvSpPr>
          <p:cNvPr id="249" name="Google Shape;249;p12"/>
          <p:cNvSpPr/>
          <p:nvPr>
            <p:ph idx="9" type="pic"/>
          </p:nvPr>
        </p:nvSpPr>
        <p:spPr>
          <a:xfrm>
            <a:off x="425925" y="2024850"/>
            <a:ext cx="774300" cy="642600"/>
          </a:xfrm>
          <a:prstGeom prst="snip1Rect">
            <a:avLst>
              <a:gd fmla="val 16667" name="adj"/>
            </a:avLst>
          </a:prstGeom>
          <a:noFill/>
          <a:ln>
            <a:noFill/>
          </a:ln>
        </p:spPr>
      </p:sp>
      <p:sp>
        <p:nvSpPr>
          <p:cNvPr id="250" name="Google Shape;250;p12"/>
          <p:cNvSpPr/>
          <p:nvPr>
            <p:ph idx="13" type="pic"/>
          </p:nvPr>
        </p:nvSpPr>
        <p:spPr>
          <a:xfrm>
            <a:off x="1230300" y="2024857"/>
            <a:ext cx="765000" cy="642600"/>
          </a:xfrm>
          <a:prstGeom prst="snip1Rect">
            <a:avLst>
              <a:gd fmla="val 16667" name="adj"/>
            </a:avLst>
          </a:prstGeom>
          <a:noFill/>
          <a:ln>
            <a:noFill/>
          </a:ln>
        </p:spPr>
      </p:sp>
      <p:sp>
        <p:nvSpPr>
          <p:cNvPr id="251" name="Google Shape;251;p12"/>
          <p:cNvSpPr/>
          <p:nvPr>
            <p:ph idx="14" type="pic"/>
          </p:nvPr>
        </p:nvSpPr>
        <p:spPr>
          <a:xfrm>
            <a:off x="426025" y="2710201"/>
            <a:ext cx="774300" cy="642600"/>
          </a:xfrm>
          <a:prstGeom prst="snip1Rect">
            <a:avLst>
              <a:gd fmla="val 16667" name="adj"/>
            </a:avLst>
          </a:prstGeom>
          <a:noFill/>
          <a:ln>
            <a:noFill/>
          </a:ln>
        </p:spPr>
      </p:sp>
      <p:sp>
        <p:nvSpPr>
          <p:cNvPr id="252" name="Google Shape;252;p12"/>
          <p:cNvSpPr/>
          <p:nvPr>
            <p:ph idx="15" type="pic"/>
          </p:nvPr>
        </p:nvSpPr>
        <p:spPr>
          <a:xfrm>
            <a:off x="1230300" y="2699177"/>
            <a:ext cx="765000" cy="642600"/>
          </a:xfrm>
          <a:prstGeom prst="snip1Rect">
            <a:avLst>
              <a:gd fmla="val 16667" name="adj"/>
            </a:avLst>
          </a:prstGeom>
          <a:noFill/>
          <a:ln>
            <a:noFill/>
          </a:ln>
        </p:spPr>
      </p:sp>
      <p:sp>
        <p:nvSpPr>
          <p:cNvPr id="253" name="Google Shape;253;p12"/>
          <p:cNvSpPr/>
          <p:nvPr>
            <p:ph idx="16" type="pic"/>
          </p:nvPr>
        </p:nvSpPr>
        <p:spPr>
          <a:xfrm>
            <a:off x="2025276" y="2699177"/>
            <a:ext cx="765000" cy="642600"/>
          </a:xfrm>
          <a:prstGeom prst="snip1Rect">
            <a:avLst>
              <a:gd fmla="val 16667" name="adj"/>
            </a:avLst>
          </a:prstGeom>
          <a:noFill/>
          <a:ln>
            <a:noFill/>
          </a:ln>
        </p:spPr>
      </p:sp>
      <p:sp>
        <p:nvSpPr>
          <p:cNvPr id="254" name="Google Shape;254;p12"/>
          <p:cNvSpPr/>
          <p:nvPr>
            <p:ph idx="17" type="pic"/>
          </p:nvPr>
        </p:nvSpPr>
        <p:spPr>
          <a:xfrm>
            <a:off x="2025276" y="2024857"/>
            <a:ext cx="765000" cy="642600"/>
          </a:xfrm>
          <a:prstGeom prst="snip1Rect">
            <a:avLst>
              <a:gd fmla="val 16667" name="adj"/>
            </a:avLst>
          </a:prstGeom>
          <a:noFill/>
          <a:ln>
            <a:noFill/>
          </a:ln>
        </p:spPr>
      </p:sp>
      <p:sp>
        <p:nvSpPr>
          <p:cNvPr id="255" name="Google Shape;255;p12"/>
          <p:cNvSpPr/>
          <p:nvPr>
            <p:ph idx="18" type="pic"/>
          </p:nvPr>
        </p:nvSpPr>
        <p:spPr>
          <a:xfrm>
            <a:off x="426025" y="4036750"/>
            <a:ext cx="774300" cy="642600"/>
          </a:xfrm>
          <a:prstGeom prst="snip1Rect">
            <a:avLst>
              <a:gd fmla="val 16667" name="adj"/>
            </a:avLst>
          </a:prstGeom>
          <a:noFill/>
          <a:ln>
            <a:noFill/>
          </a:ln>
        </p:spPr>
      </p:sp>
      <p:sp>
        <p:nvSpPr>
          <p:cNvPr id="256" name="Google Shape;256;p12"/>
          <p:cNvSpPr txBox="1"/>
          <p:nvPr>
            <p:ph idx="19" type="ctrTitle"/>
          </p:nvPr>
        </p:nvSpPr>
        <p:spPr>
          <a:xfrm>
            <a:off x="335400" y="466575"/>
            <a:ext cx="2715300" cy="8787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u="sng"/>
            </a:lvl2pPr>
            <a:lvl3pPr lvl="2">
              <a:spcBef>
                <a:spcPts val="0"/>
              </a:spcBef>
              <a:spcAft>
                <a:spcPts val="0"/>
              </a:spcAft>
              <a:buSzPts val="2300"/>
              <a:buNone/>
              <a:defRPr sz="2300" u="sng"/>
            </a:lvl3pPr>
            <a:lvl4pPr lvl="3">
              <a:spcBef>
                <a:spcPts val="0"/>
              </a:spcBef>
              <a:spcAft>
                <a:spcPts val="0"/>
              </a:spcAft>
              <a:buSzPts val="2300"/>
              <a:buNone/>
              <a:defRPr sz="2300" u="sng"/>
            </a:lvl4pPr>
            <a:lvl5pPr lvl="4">
              <a:spcBef>
                <a:spcPts val="0"/>
              </a:spcBef>
              <a:spcAft>
                <a:spcPts val="0"/>
              </a:spcAft>
              <a:buSzPts val="2300"/>
              <a:buNone/>
              <a:defRPr sz="2300" u="sng"/>
            </a:lvl5pPr>
            <a:lvl6pPr lvl="5">
              <a:spcBef>
                <a:spcPts val="0"/>
              </a:spcBef>
              <a:spcAft>
                <a:spcPts val="0"/>
              </a:spcAft>
              <a:buSzPts val="2300"/>
              <a:buNone/>
              <a:defRPr sz="2300" u="sng"/>
            </a:lvl6pPr>
            <a:lvl7pPr lvl="6">
              <a:spcBef>
                <a:spcPts val="0"/>
              </a:spcBef>
              <a:spcAft>
                <a:spcPts val="0"/>
              </a:spcAft>
              <a:buSzPts val="2300"/>
              <a:buNone/>
              <a:defRPr sz="2300" u="sng"/>
            </a:lvl7pPr>
            <a:lvl8pPr lvl="7">
              <a:spcBef>
                <a:spcPts val="0"/>
              </a:spcBef>
              <a:spcAft>
                <a:spcPts val="0"/>
              </a:spcAft>
              <a:buSzPts val="2300"/>
              <a:buNone/>
              <a:defRPr sz="2300" u="sng"/>
            </a:lvl8pPr>
            <a:lvl9pPr lvl="8">
              <a:spcBef>
                <a:spcPts val="0"/>
              </a:spcBef>
              <a:spcAft>
                <a:spcPts val="0"/>
              </a:spcAft>
              <a:buSzPts val="2300"/>
              <a:buNone/>
              <a:defRPr sz="2300" u="sng"/>
            </a:lvl9pPr>
          </a:lstStyle>
          <a:p/>
        </p:txBody>
      </p:sp>
      <p:sp>
        <p:nvSpPr>
          <p:cNvPr id="257" name="Google Shape;257;p12"/>
          <p:cNvSpPr/>
          <p:nvPr/>
        </p:nvSpPr>
        <p:spPr>
          <a:xfrm>
            <a:off x="3088030" y="114407"/>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258" name="Google Shape;258;p12"/>
          <p:cNvSpPr/>
          <p:nvPr/>
        </p:nvSpPr>
        <p:spPr>
          <a:xfrm rot="10800000">
            <a:off x="2707146" y="114476"/>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259" name="Google Shape;259;p12"/>
          <p:cNvCxnSpPr/>
          <p:nvPr/>
        </p:nvCxnSpPr>
        <p:spPr>
          <a:xfrm>
            <a:off x="2578169" y="-5981"/>
            <a:ext cx="0" cy="330000"/>
          </a:xfrm>
          <a:prstGeom prst="straightConnector1">
            <a:avLst/>
          </a:prstGeom>
          <a:noFill/>
          <a:ln cap="flat" cmpd="sng" w="9525">
            <a:solidFill>
              <a:schemeClr val="lt1"/>
            </a:solidFill>
            <a:prstDash val="solid"/>
            <a:round/>
            <a:headEnd len="sm" w="sm" type="none"/>
            <a:tailEnd len="sm" w="sm" type="none"/>
          </a:ln>
        </p:spPr>
      </p:cxnSp>
      <p:cxnSp>
        <p:nvCxnSpPr>
          <p:cNvPr id="260" name="Google Shape;260;p12"/>
          <p:cNvCxnSpPr/>
          <p:nvPr/>
        </p:nvCxnSpPr>
        <p:spPr>
          <a:xfrm>
            <a:off x="2936884" y="-3413"/>
            <a:ext cx="0" cy="330000"/>
          </a:xfrm>
          <a:prstGeom prst="straightConnector1">
            <a:avLst/>
          </a:prstGeom>
          <a:noFill/>
          <a:ln cap="flat" cmpd="sng" w="9525">
            <a:solidFill>
              <a:schemeClr val="lt1"/>
            </a:solidFill>
            <a:prstDash val="solid"/>
            <a:round/>
            <a:headEnd len="sm" w="sm" type="none"/>
            <a:tailEnd len="sm" w="sm" type="none"/>
          </a:ln>
        </p:spPr>
      </p:cxnSp>
      <p:sp>
        <p:nvSpPr>
          <p:cNvPr id="261" name="Google Shape;261;p12"/>
          <p:cNvSpPr txBox="1"/>
          <p:nvPr>
            <p:ph idx="20" type="subTitle"/>
          </p:nvPr>
        </p:nvSpPr>
        <p:spPr>
          <a:xfrm>
            <a:off x="0" y="0"/>
            <a:ext cx="25782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CUSTOM_3_2_1">
    <p:spTree>
      <p:nvGrpSpPr>
        <p:cNvPr id="262" name="Shape 262"/>
        <p:cNvGrpSpPr/>
        <p:nvPr/>
      </p:nvGrpSpPr>
      <p:grpSpPr>
        <a:xfrm>
          <a:off x="0" y="0"/>
          <a:ext cx="0" cy="0"/>
          <a:chOff x="0" y="0"/>
          <a:chExt cx="0" cy="0"/>
        </a:xfrm>
      </p:grpSpPr>
      <p:cxnSp>
        <p:nvCxnSpPr>
          <p:cNvPr id="263" name="Google Shape;263;p13"/>
          <p:cNvCxnSpPr/>
          <p:nvPr/>
        </p:nvCxnSpPr>
        <p:spPr>
          <a:xfrm rot="10800000">
            <a:off x="6150450" y="4818800"/>
            <a:ext cx="2993700" cy="0"/>
          </a:xfrm>
          <a:prstGeom prst="straightConnector1">
            <a:avLst/>
          </a:prstGeom>
          <a:noFill/>
          <a:ln cap="flat" cmpd="sng" w="9525">
            <a:solidFill>
              <a:schemeClr val="accent4"/>
            </a:solidFill>
            <a:prstDash val="solid"/>
            <a:round/>
            <a:headEnd len="sm" w="sm" type="none"/>
            <a:tailEnd len="sm" w="sm" type="none"/>
          </a:ln>
        </p:spPr>
      </p:cxnSp>
      <p:sp>
        <p:nvSpPr>
          <p:cNvPr id="264" name="Google Shape;264;p13"/>
          <p:cNvSpPr/>
          <p:nvPr/>
        </p:nvSpPr>
        <p:spPr>
          <a:xfrm>
            <a:off x="-9525" y="4814475"/>
            <a:ext cx="6525275" cy="342200"/>
          </a:xfrm>
          <a:custGeom>
            <a:rect b="b" l="l" r="r" t="t"/>
            <a:pathLst>
              <a:path extrusionOk="0" h="13688" w="261011">
                <a:moveTo>
                  <a:pt x="261011" y="13571"/>
                </a:moveTo>
                <a:lnTo>
                  <a:pt x="246428" y="0"/>
                </a:lnTo>
                <a:lnTo>
                  <a:pt x="0" y="0"/>
                </a:lnTo>
                <a:lnTo>
                  <a:pt x="6" y="13688"/>
                </a:lnTo>
                <a:close/>
              </a:path>
            </a:pathLst>
          </a:custGeom>
          <a:solidFill>
            <a:schemeClr val="accent4"/>
          </a:solidFill>
          <a:ln>
            <a:noFill/>
          </a:ln>
        </p:spPr>
      </p:sp>
      <p:sp>
        <p:nvSpPr>
          <p:cNvPr id="265" name="Google Shape;265;p13"/>
          <p:cNvSpPr/>
          <p:nvPr/>
        </p:nvSpPr>
        <p:spPr>
          <a:xfrm>
            <a:off x="2418625" y="-9750"/>
            <a:ext cx="6725525" cy="745975"/>
          </a:xfrm>
          <a:custGeom>
            <a:rect b="b" l="l" r="r" t="t"/>
            <a:pathLst>
              <a:path extrusionOk="0" h="29839" w="269021">
                <a:moveTo>
                  <a:pt x="268943" y="29596"/>
                </a:moveTo>
                <a:lnTo>
                  <a:pt x="178422" y="29839"/>
                </a:lnTo>
                <a:lnTo>
                  <a:pt x="167194" y="19738"/>
                </a:lnTo>
                <a:lnTo>
                  <a:pt x="24549" y="20084"/>
                </a:lnTo>
                <a:lnTo>
                  <a:pt x="0" y="0"/>
                </a:lnTo>
                <a:lnTo>
                  <a:pt x="269021" y="237"/>
                </a:lnTo>
                <a:close/>
              </a:path>
            </a:pathLst>
          </a:custGeom>
          <a:solidFill>
            <a:schemeClr val="accent4"/>
          </a:solidFill>
          <a:ln>
            <a:noFill/>
          </a:ln>
        </p:spPr>
      </p:sp>
      <p:sp>
        <p:nvSpPr>
          <p:cNvPr id="266" name="Google Shape;266;p13"/>
          <p:cNvSpPr txBox="1"/>
          <p:nvPr>
            <p:ph idx="1" type="subTitle"/>
          </p:nvPr>
        </p:nvSpPr>
        <p:spPr>
          <a:xfrm>
            <a:off x="0" y="4828925"/>
            <a:ext cx="3396600" cy="34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267" name="Google Shape;267;p13"/>
          <p:cNvSpPr/>
          <p:nvPr/>
        </p:nvSpPr>
        <p:spPr>
          <a:xfrm>
            <a:off x="-75" y="632075"/>
            <a:ext cx="9143737" cy="1972250"/>
          </a:xfrm>
          <a:custGeom>
            <a:rect b="b" l="l" r="r" t="t"/>
            <a:pathLst>
              <a:path extrusionOk="0" h="78890" w="367329">
                <a:moveTo>
                  <a:pt x="0" y="0"/>
                </a:moveTo>
                <a:lnTo>
                  <a:pt x="261097" y="0"/>
                </a:lnTo>
                <a:lnTo>
                  <a:pt x="345814" y="78890"/>
                </a:lnTo>
                <a:lnTo>
                  <a:pt x="367329" y="78890"/>
                </a:lnTo>
              </a:path>
            </a:pathLst>
          </a:custGeom>
          <a:noFill/>
          <a:ln cap="flat" cmpd="sng" w="9525">
            <a:solidFill>
              <a:schemeClr val="accent4"/>
            </a:solidFill>
            <a:prstDash val="solid"/>
            <a:round/>
            <a:headEnd len="sm" w="sm" type="none"/>
            <a:tailEnd len="sm" w="sm" type="none"/>
          </a:ln>
        </p:spPr>
      </p:sp>
      <p:sp>
        <p:nvSpPr>
          <p:cNvPr id="268" name="Google Shape;268;p13"/>
          <p:cNvSpPr txBox="1"/>
          <p:nvPr>
            <p:ph type="ctrTitle"/>
          </p:nvPr>
        </p:nvSpPr>
        <p:spPr>
          <a:xfrm>
            <a:off x="308075" y="1192675"/>
            <a:ext cx="8124300" cy="32142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grpSp>
        <p:nvGrpSpPr>
          <p:cNvPr id="269" name="Google Shape;269;p13"/>
          <p:cNvGrpSpPr/>
          <p:nvPr/>
        </p:nvGrpSpPr>
        <p:grpSpPr>
          <a:xfrm>
            <a:off x="8912572" y="959031"/>
            <a:ext cx="56807" cy="705200"/>
            <a:chOff x="1520050" y="1847100"/>
            <a:chExt cx="80100" cy="994500"/>
          </a:xfrm>
        </p:grpSpPr>
        <p:sp>
          <p:nvSpPr>
            <p:cNvPr id="270" name="Google Shape;270;p13"/>
            <p:cNvSpPr/>
            <p:nvPr/>
          </p:nvSpPr>
          <p:spPr>
            <a:xfrm>
              <a:off x="1520050" y="18471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1" name="Google Shape;271;p13"/>
            <p:cNvSpPr/>
            <p:nvPr/>
          </p:nvSpPr>
          <p:spPr>
            <a:xfrm>
              <a:off x="1520050" y="20757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2" name="Google Shape;272;p13"/>
            <p:cNvSpPr/>
            <p:nvPr/>
          </p:nvSpPr>
          <p:spPr>
            <a:xfrm>
              <a:off x="1520050" y="23043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3" name="Google Shape;273;p13"/>
            <p:cNvSpPr/>
            <p:nvPr/>
          </p:nvSpPr>
          <p:spPr>
            <a:xfrm>
              <a:off x="1520050" y="25329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4" name="Google Shape;274;p13"/>
            <p:cNvSpPr/>
            <p:nvPr/>
          </p:nvSpPr>
          <p:spPr>
            <a:xfrm>
              <a:off x="1520050" y="27615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grpSp>
        <p:nvGrpSpPr>
          <p:cNvPr id="275" name="Google Shape;275;p13"/>
          <p:cNvGrpSpPr/>
          <p:nvPr/>
        </p:nvGrpSpPr>
        <p:grpSpPr>
          <a:xfrm>
            <a:off x="143596" y="127489"/>
            <a:ext cx="185652" cy="162246"/>
            <a:chOff x="8834250" y="614850"/>
            <a:chExt cx="221700" cy="193750"/>
          </a:xfrm>
        </p:grpSpPr>
        <p:cxnSp>
          <p:nvCxnSpPr>
            <p:cNvPr id="276" name="Google Shape;276;p13"/>
            <p:cNvCxnSpPr/>
            <p:nvPr/>
          </p:nvCxnSpPr>
          <p:spPr>
            <a:xfrm>
              <a:off x="8834250" y="614850"/>
              <a:ext cx="221700" cy="0"/>
            </a:xfrm>
            <a:prstGeom prst="straightConnector1">
              <a:avLst/>
            </a:prstGeom>
            <a:noFill/>
            <a:ln cap="flat" cmpd="sng" w="19050">
              <a:solidFill>
                <a:schemeClr val="lt1"/>
              </a:solidFill>
              <a:prstDash val="solid"/>
              <a:round/>
              <a:headEnd len="sm" w="sm" type="none"/>
              <a:tailEnd len="sm" w="sm" type="none"/>
            </a:ln>
          </p:spPr>
        </p:cxnSp>
        <p:cxnSp>
          <p:nvCxnSpPr>
            <p:cNvPr id="277" name="Google Shape;277;p13"/>
            <p:cNvCxnSpPr/>
            <p:nvPr/>
          </p:nvCxnSpPr>
          <p:spPr>
            <a:xfrm>
              <a:off x="8834250" y="711725"/>
              <a:ext cx="221700" cy="0"/>
            </a:xfrm>
            <a:prstGeom prst="straightConnector1">
              <a:avLst/>
            </a:prstGeom>
            <a:noFill/>
            <a:ln cap="flat" cmpd="sng" w="19050">
              <a:solidFill>
                <a:schemeClr val="lt1"/>
              </a:solidFill>
              <a:prstDash val="solid"/>
              <a:round/>
              <a:headEnd len="sm" w="sm" type="none"/>
              <a:tailEnd len="sm" w="sm" type="none"/>
            </a:ln>
          </p:spPr>
        </p:cxnSp>
        <p:cxnSp>
          <p:nvCxnSpPr>
            <p:cNvPr id="278" name="Google Shape;278;p13"/>
            <p:cNvCxnSpPr/>
            <p:nvPr/>
          </p:nvCxnSpPr>
          <p:spPr>
            <a:xfrm>
              <a:off x="8834250" y="808600"/>
              <a:ext cx="221700" cy="0"/>
            </a:xfrm>
            <a:prstGeom prst="straightConnector1">
              <a:avLst/>
            </a:prstGeom>
            <a:noFill/>
            <a:ln cap="flat" cmpd="sng" w="19050">
              <a:solidFill>
                <a:schemeClr val="lt1"/>
              </a:solidFill>
              <a:prstDash val="solid"/>
              <a:round/>
              <a:headEnd len="sm" w="sm" type="none"/>
              <a:tailEnd len="sm" w="sm" type="none"/>
            </a:ln>
          </p:spPr>
        </p:cxnSp>
      </p:grpSp>
      <p:sp>
        <p:nvSpPr>
          <p:cNvPr id="279" name="Google Shape;279;p13"/>
          <p:cNvSpPr/>
          <p:nvPr/>
        </p:nvSpPr>
        <p:spPr>
          <a:xfrm>
            <a:off x="8942330" y="4931332"/>
            <a:ext cx="78600" cy="891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280" name="Google Shape;280;p13"/>
          <p:cNvSpPr/>
          <p:nvPr/>
        </p:nvSpPr>
        <p:spPr>
          <a:xfrm rot="10800000">
            <a:off x="8561446" y="4931401"/>
            <a:ext cx="78600" cy="891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281" name="Google Shape;281;p13"/>
          <p:cNvCxnSpPr/>
          <p:nvPr/>
        </p:nvCxnSpPr>
        <p:spPr>
          <a:xfrm>
            <a:off x="8432469" y="4810944"/>
            <a:ext cx="0" cy="330000"/>
          </a:xfrm>
          <a:prstGeom prst="straightConnector1">
            <a:avLst/>
          </a:prstGeom>
          <a:noFill/>
          <a:ln cap="flat" cmpd="sng" w="9525">
            <a:solidFill>
              <a:schemeClr val="accent4"/>
            </a:solidFill>
            <a:prstDash val="solid"/>
            <a:round/>
            <a:headEnd len="sm" w="sm" type="none"/>
            <a:tailEnd len="sm" w="sm" type="none"/>
          </a:ln>
        </p:spPr>
      </p:cxnSp>
      <p:cxnSp>
        <p:nvCxnSpPr>
          <p:cNvPr id="282" name="Google Shape;282;p13"/>
          <p:cNvCxnSpPr/>
          <p:nvPr/>
        </p:nvCxnSpPr>
        <p:spPr>
          <a:xfrm>
            <a:off x="8791184" y="4813512"/>
            <a:ext cx="0" cy="330000"/>
          </a:xfrm>
          <a:prstGeom prst="straightConnector1">
            <a:avLst/>
          </a:prstGeom>
          <a:noFill/>
          <a:ln cap="flat" cmpd="sng" w="9525">
            <a:solidFill>
              <a:schemeClr val="accent4"/>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CUSTOM_3_2">
    <p:spTree>
      <p:nvGrpSpPr>
        <p:cNvPr id="283" name="Shape 283"/>
        <p:cNvGrpSpPr/>
        <p:nvPr/>
      </p:nvGrpSpPr>
      <p:grpSpPr>
        <a:xfrm>
          <a:off x="0" y="0"/>
          <a:ext cx="0" cy="0"/>
          <a:chOff x="0" y="0"/>
          <a:chExt cx="0" cy="0"/>
        </a:xfrm>
      </p:grpSpPr>
      <p:cxnSp>
        <p:nvCxnSpPr>
          <p:cNvPr id="284" name="Google Shape;284;p14"/>
          <p:cNvCxnSpPr/>
          <p:nvPr/>
        </p:nvCxnSpPr>
        <p:spPr>
          <a:xfrm rot="10800000">
            <a:off x="6155850" y="4813500"/>
            <a:ext cx="2988300" cy="0"/>
          </a:xfrm>
          <a:prstGeom prst="straightConnector1">
            <a:avLst/>
          </a:prstGeom>
          <a:noFill/>
          <a:ln cap="flat" cmpd="sng" w="9525">
            <a:solidFill>
              <a:schemeClr val="dk1"/>
            </a:solidFill>
            <a:prstDash val="solid"/>
            <a:round/>
            <a:headEnd len="sm" w="sm" type="none"/>
            <a:tailEnd len="sm" w="sm" type="none"/>
          </a:ln>
        </p:spPr>
      </p:cxnSp>
      <p:sp>
        <p:nvSpPr>
          <p:cNvPr id="285" name="Google Shape;285;p14"/>
          <p:cNvSpPr/>
          <p:nvPr/>
        </p:nvSpPr>
        <p:spPr>
          <a:xfrm>
            <a:off x="-9525" y="4814475"/>
            <a:ext cx="6525275" cy="342200"/>
          </a:xfrm>
          <a:custGeom>
            <a:rect b="b" l="l" r="r" t="t"/>
            <a:pathLst>
              <a:path extrusionOk="0" h="13688" w="261011">
                <a:moveTo>
                  <a:pt x="261011" y="13571"/>
                </a:moveTo>
                <a:lnTo>
                  <a:pt x="246428" y="0"/>
                </a:lnTo>
                <a:lnTo>
                  <a:pt x="0" y="0"/>
                </a:lnTo>
                <a:lnTo>
                  <a:pt x="6" y="13688"/>
                </a:lnTo>
                <a:close/>
              </a:path>
            </a:pathLst>
          </a:custGeom>
          <a:solidFill>
            <a:schemeClr val="dk1"/>
          </a:solidFill>
          <a:ln>
            <a:noFill/>
          </a:ln>
        </p:spPr>
      </p:sp>
      <p:sp>
        <p:nvSpPr>
          <p:cNvPr id="286" name="Google Shape;286;p14"/>
          <p:cNvSpPr/>
          <p:nvPr/>
        </p:nvSpPr>
        <p:spPr>
          <a:xfrm>
            <a:off x="8942330" y="4931332"/>
            <a:ext cx="78600" cy="89100"/>
          </a:xfrm>
          <a:prstGeom prst="chevron">
            <a:avLst>
              <a:gd fmla="val 6790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87" name="Google Shape;287;p14"/>
          <p:cNvSpPr/>
          <p:nvPr/>
        </p:nvSpPr>
        <p:spPr>
          <a:xfrm rot="10800000">
            <a:off x="8561446" y="4931401"/>
            <a:ext cx="78600" cy="89100"/>
          </a:xfrm>
          <a:prstGeom prst="chevron">
            <a:avLst>
              <a:gd fmla="val 6790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288" name="Google Shape;288;p14"/>
          <p:cNvCxnSpPr/>
          <p:nvPr/>
        </p:nvCxnSpPr>
        <p:spPr>
          <a:xfrm>
            <a:off x="8432469" y="4810944"/>
            <a:ext cx="0" cy="330000"/>
          </a:xfrm>
          <a:prstGeom prst="straightConnector1">
            <a:avLst/>
          </a:prstGeom>
          <a:noFill/>
          <a:ln cap="flat" cmpd="sng" w="9525">
            <a:solidFill>
              <a:schemeClr val="dk1"/>
            </a:solidFill>
            <a:prstDash val="solid"/>
            <a:round/>
            <a:headEnd len="sm" w="sm" type="none"/>
            <a:tailEnd len="sm" w="sm" type="none"/>
          </a:ln>
        </p:spPr>
      </p:cxnSp>
      <p:cxnSp>
        <p:nvCxnSpPr>
          <p:cNvPr id="289" name="Google Shape;289;p14"/>
          <p:cNvCxnSpPr/>
          <p:nvPr/>
        </p:nvCxnSpPr>
        <p:spPr>
          <a:xfrm>
            <a:off x="8791184" y="4813512"/>
            <a:ext cx="0" cy="330000"/>
          </a:xfrm>
          <a:prstGeom prst="straightConnector1">
            <a:avLst/>
          </a:prstGeom>
          <a:noFill/>
          <a:ln cap="flat" cmpd="sng" w="9525">
            <a:solidFill>
              <a:schemeClr val="dk1"/>
            </a:solidFill>
            <a:prstDash val="solid"/>
            <a:round/>
            <a:headEnd len="sm" w="sm" type="none"/>
            <a:tailEnd len="sm" w="sm" type="none"/>
          </a:ln>
        </p:spPr>
      </p:cxnSp>
      <p:sp>
        <p:nvSpPr>
          <p:cNvPr id="290" name="Google Shape;290;p14"/>
          <p:cNvSpPr/>
          <p:nvPr/>
        </p:nvSpPr>
        <p:spPr>
          <a:xfrm>
            <a:off x="2418625" y="-9750"/>
            <a:ext cx="6725525" cy="745975"/>
          </a:xfrm>
          <a:custGeom>
            <a:rect b="b" l="l" r="r" t="t"/>
            <a:pathLst>
              <a:path extrusionOk="0" h="29839" w="269021">
                <a:moveTo>
                  <a:pt x="268943" y="29596"/>
                </a:moveTo>
                <a:lnTo>
                  <a:pt x="178422" y="29839"/>
                </a:lnTo>
                <a:lnTo>
                  <a:pt x="167194" y="19738"/>
                </a:lnTo>
                <a:lnTo>
                  <a:pt x="24549" y="20084"/>
                </a:lnTo>
                <a:lnTo>
                  <a:pt x="0" y="0"/>
                </a:lnTo>
                <a:lnTo>
                  <a:pt x="269021" y="237"/>
                </a:lnTo>
                <a:close/>
              </a:path>
            </a:pathLst>
          </a:custGeom>
          <a:solidFill>
            <a:schemeClr val="dk1"/>
          </a:solidFill>
          <a:ln>
            <a:noFill/>
          </a:ln>
        </p:spPr>
      </p:sp>
      <p:sp>
        <p:nvSpPr>
          <p:cNvPr id="291" name="Google Shape;291;p14"/>
          <p:cNvSpPr txBox="1"/>
          <p:nvPr>
            <p:ph idx="1" type="subTitle"/>
          </p:nvPr>
        </p:nvSpPr>
        <p:spPr>
          <a:xfrm>
            <a:off x="0" y="4828925"/>
            <a:ext cx="3396600" cy="34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800"/>
              <a:buFont typeface="Nunito Sans"/>
              <a:buNone/>
              <a:defRPr sz="800">
                <a:solidFill>
                  <a:schemeClr val="accent5"/>
                </a:solidFill>
              </a:defRPr>
            </a:lvl1pPr>
            <a:lvl2pPr lvl="1">
              <a:spcBef>
                <a:spcPts val="0"/>
              </a:spcBef>
              <a:spcAft>
                <a:spcPts val="0"/>
              </a:spcAft>
              <a:buClr>
                <a:schemeClr val="accent5"/>
              </a:buClr>
              <a:buSzPts val="1000"/>
              <a:buFont typeface="Nunito Sans"/>
              <a:buNone/>
              <a:defRPr sz="1000">
                <a:solidFill>
                  <a:schemeClr val="accent5"/>
                </a:solidFill>
              </a:defRPr>
            </a:lvl2pPr>
            <a:lvl3pPr lvl="2">
              <a:spcBef>
                <a:spcPts val="0"/>
              </a:spcBef>
              <a:spcAft>
                <a:spcPts val="0"/>
              </a:spcAft>
              <a:buClr>
                <a:schemeClr val="accent5"/>
              </a:buClr>
              <a:buSzPts val="1000"/>
              <a:buFont typeface="Nunito Sans"/>
              <a:buNone/>
              <a:defRPr sz="1000">
                <a:solidFill>
                  <a:schemeClr val="accent5"/>
                </a:solidFill>
              </a:defRPr>
            </a:lvl3pPr>
            <a:lvl4pPr lvl="3">
              <a:spcBef>
                <a:spcPts val="0"/>
              </a:spcBef>
              <a:spcAft>
                <a:spcPts val="0"/>
              </a:spcAft>
              <a:buClr>
                <a:schemeClr val="accent5"/>
              </a:buClr>
              <a:buSzPts val="1000"/>
              <a:buFont typeface="Nunito Sans"/>
              <a:buNone/>
              <a:defRPr sz="1000">
                <a:solidFill>
                  <a:schemeClr val="accent5"/>
                </a:solidFill>
              </a:defRPr>
            </a:lvl4pPr>
            <a:lvl5pPr lvl="4">
              <a:spcBef>
                <a:spcPts val="0"/>
              </a:spcBef>
              <a:spcAft>
                <a:spcPts val="0"/>
              </a:spcAft>
              <a:buClr>
                <a:schemeClr val="accent5"/>
              </a:buClr>
              <a:buSzPts val="1000"/>
              <a:buFont typeface="Nunito Sans"/>
              <a:buNone/>
              <a:defRPr sz="1000">
                <a:solidFill>
                  <a:schemeClr val="accent5"/>
                </a:solidFill>
              </a:defRPr>
            </a:lvl5pPr>
            <a:lvl6pPr lvl="5">
              <a:spcBef>
                <a:spcPts val="0"/>
              </a:spcBef>
              <a:spcAft>
                <a:spcPts val="0"/>
              </a:spcAft>
              <a:buClr>
                <a:schemeClr val="accent5"/>
              </a:buClr>
              <a:buSzPts val="1000"/>
              <a:buFont typeface="Nunito Sans"/>
              <a:buNone/>
              <a:defRPr sz="1000">
                <a:solidFill>
                  <a:schemeClr val="accent5"/>
                </a:solidFill>
              </a:defRPr>
            </a:lvl6pPr>
            <a:lvl7pPr lvl="6">
              <a:spcBef>
                <a:spcPts val="0"/>
              </a:spcBef>
              <a:spcAft>
                <a:spcPts val="0"/>
              </a:spcAft>
              <a:buClr>
                <a:schemeClr val="accent5"/>
              </a:buClr>
              <a:buSzPts val="1000"/>
              <a:buFont typeface="Nunito Sans"/>
              <a:buNone/>
              <a:defRPr sz="1000">
                <a:solidFill>
                  <a:schemeClr val="accent5"/>
                </a:solidFill>
              </a:defRPr>
            </a:lvl7pPr>
            <a:lvl8pPr lvl="7">
              <a:spcBef>
                <a:spcPts val="0"/>
              </a:spcBef>
              <a:spcAft>
                <a:spcPts val="0"/>
              </a:spcAft>
              <a:buClr>
                <a:schemeClr val="accent5"/>
              </a:buClr>
              <a:buSzPts val="1000"/>
              <a:buFont typeface="Nunito Sans"/>
              <a:buNone/>
              <a:defRPr sz="1000">
                <a:solidFill>
                  <a:schemeClr val="accent5"/>
                </a:solidFill>
              </a:defRPr>
            </a:lvl8pPr>
            <a:lvl9pPr lvl="8">
              <a:spcBef>
                <a:spcPts val="0"/>
              </a:spcBef>
              <a:spcAft>
                <a:spcPts val="0"/>
              </a:spcAft>
              <a:buClr>
                <a:schemeClr val="accent5"/>
              </a:buClr>
              <a:buSzPts val="1000"/>
              <a:buFont typeface="Nunito Sans"/>
              <a:buNone/>
              <a:defRPr sz="1000">
                <a:solidFill>
                  <a:schemeClr val="accent5"/>
                </a:solidFill>
              </a:defRPr>
            </a:lvl9pPr>
          </a:lstStyle>
          <a:p/>
        </p:txBody>
      </p:sp>
      <p:sp>
        <p:nvSpPr>
          <p:cNvPr id="292" name="Google Shape;292;p14"/>
          <p:cNvSpPr txBox="1"/>
          <p:nvPr>
            <p:ph type="ctrTitle"/>
          </p:nvPr>
        </p:nvSpPr>
        <p:spPr>
          <a:xfrm>
            <a:off x="308075" y="1192675"/>
            <a:ext cx="8124300" cy="321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grpSp>
        <p:nvGrpSpPr>
          <p:cNvPr id="293" name="Google Shape;293;p14"/>
          <p:cNvGrpSpPr/>
          <p:nvPr/>
        </p:nvGrpSpPr>
        <p:grpSpPr>
          <a:xfrm>
            <a:off x="143596" y="127489"/>
            <a:ext cx="185652" cy="162246"/>
            <a:chOff x="8834250" y="614850"/>
            <a:chExt cx="221700" cy="193750"/>
          </a:xfrm>
        </p:grpSpPr>
        <p:cxnSp>
          <p:nvCxnSpPr>
            <p:cNvPr id="294" name="Google Shape;294;p14"/>
            <p:cNvCxnSpPr/>
            <p:nvPr/>
          </p:nvCxnSpPr>
          <p:spPr>
            <a:xfrm>
              <a:off x="8834250" y="614850"/>
              <a:ext cx="221700" cy="0"/>
            </a:xfrm>
            <a:prstGeom prst="straightConnector1">
              <a:avLst/>
            </a:prstGeom>
            <a:noFill/>
            <a:ln cap="flat" cmpd="sng" w="19050">
              <a:solidFill>
                <a:schemeClr val="dk1"/>
              </a:solidFill>
              <a:prstDash val="solid"/>
              <a:round/>
              <a:headEnd len="sm" w="sm" type="none"/>
              <a:tailEnd len="sm" w="sm" type="none"/>
            </a:ln>
          </p:spPr>
        </p:cxnSp>
        <p:cxnSp>
          <p:nvCxnSpPr>
            <p:cNvPr id="295" name="Google Shape;295;p14"/>
            <p:cNvCxnSpPr/>
            <p:nvPr/>
          </p:nvCxnSpPr>
          <p:spPr>
            <a:xfrm>
              <a:off x="8834250" y="711725"/>
              <a:ext cx="221700" cy="0"/>
            </a:xfrm>
            <a:prstGeom prst="straightConnector1">
              <a:avLst/>
            </a:prstGeom>
            <a:noFill/>
            <a:ln cap="flat" cmpd="sng" w="19050">
              <a:solidFill>
                <a:schemeClr val="dk1"/>
              </a:solidFill>
              <a:prstDash val="solid"/>
              <a:round/>
              <a:headEnd len="sm" w="sm" type="none"/>
              <a:tailEnd len="sm" w="sm" type="none"/>
            </a:ln>
          </p:spPr>
        </p:cxnSp>
        <p:cxnSp>
          <p:nvCxnSpPr>
            <p:cNvPr id="296" name="Google Shape;296;p14"/>
            <p:cNvCxnSpPr/>
            <p:nvPr/>
          </p:nvCxnSpPr>
          <p:spPr>
            <a:xfrm>
              <a:off x="8834250" y="808600"/>
              <a:ext cx="221700" cy="0"/>
            </a:xfrm>
            <a:prstGeom prst="straightConnector1">
              <a:avLst/>
            </a:prstGeom>
            <a:noFill/>
            <a:ln cap="flat" cmpd="sng" w="19050">
              <a:solidFill>
                <a:schemeClr val="dk1"/>
              </a:solidFill>
              <a:prstDash val="solid"/>
              <a:round/>
              <a:headEnd len="sm" w="sm" type="none"/>
              <a:tailEnd len="sm" w="sm" type="none"/>
            </a:ln>
          </p:spPr>
        </p:cxnSp>
      </p:grpSp>
      <p:sp>
        <p:nvSpPr>
          <p:cNvPr id="297" name="Google Shape;297;p14"/>
          <p:cNvSpPr/>
          <p:nvPr/>
        </p:nvSpPr>
        <p:spPr>
          <a:xfrm>
            <a:off x="-75" y="632075"/>
            <a:ext cx="9143737" cy="1972250"/>
          </a:xfrm>
          <a:custGeom>
            <a:rect b="b" l="l" r="r" t="t"/>
            <a:pathLst>
              <a:path extrusionOk="0" h="78890" w="367329">
                <a:moveTo>
                  <a:pt x="0" y="0"/>
                </a:moveTo>
                <a:lnTo>
                  <a:pt x="261097" y="0"/>
                </a:lnTo>
                <a:lnTo>
                  <a:pt x="345814" y="78890"/>
                </a:lnTo>
                <a:lnTo>
                  <a:pt x="367329" y="78890"/>
                </a:lnTo>
              </a:path>
            </a:pathLst>
          </a:custGeom>
          <a:noFill/>
          <a:ln cap="flat" cmpd="sng" w="9525">
            <a:solidFill>
              <a:schemeClr val="dk1"/>
            </a:solidFill>
            <a:prstDash val="solid"/>
            <a:round/>
            <a:headEnd len="sm" w="sm" type="none"/>
            <a:tailEnd len="sm" w="sm" type="none"/>
          </a:ln>
        </p:spPr>
      </p:sp>
      <p:grpSp>
        <p:nvGrpSpPr>
          <p:cNvPr id="298" name="Google Shape;298;p14"/>
          <p:cNvGrpSpPr/>
          <p:nvPr/>
        </p:nvGrpSpPr>
        <p:grpSpPr>
          <a:xfrm>
            <a:off x="8912572" y="959031"/>
            <a:ext cx="56807" cy="705200"/>
            <a:chOff x="1520050" y="1847100"/>
            <a:chExt cx="80100" cy="994500"/>
          </a:xfrm>
        </p:grpSpPr>
        <p:sp>
          <p:nvSpPr>
            <p:cNvPr id="299" name="Google Shape;299;p14"/>
            <p:cNvSpPr/>
            <p:nvPr/>
          </p:nvSpPr>
          <p:spPr>
            <a:xfrm>
              <a:off x="1520050" y="18471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0" name="Google Shape;300;p14"/>
            <p:cNvSpPr/>
            <p:nvPr/>
          </p:nvSpPr>
          <p:spPr>
            <a:xfrm>
              <a:off x="1520050" y="20757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1" name="Google Shape;301;p14"/>
            <p:cNvSpPr/>
            <p:nvPr/>
          </p:nvSpPr>
          <p:spPr>
            <a:xfrm>
              <a:off x="1520050" y="23043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2" name="Google Shape;302;p14"/>
            <p:cNvSpPr/>
            <p:nvPr/>
          </p:nvSpPr>
          <p:spPr>
            <a:xfrm>
              <a:off x="1520050" y="25329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3" name="Google Shape;303;p14"/>
            <p:cNvSpPr/>
            <p:nvPr/>
          </p:nvSpPr>
          <p:spPr>
            <a:xfrm>
              <a:off x="1520050" y="27615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CUSTOM_3_1_1_1">
    <p:spTree>
      <p:nvGrpSpPr>
        <p:cNvPr id="304" name="Shape 304"/>
        <p:cNvGrpSpPr/>
        <p:nvPr/>
      </p:nvGrpSpPr>
      <p:grpSpPr>
        <a:xfrm>
          <a:off x="0" y="0"/>
          <a:ext cx="0" cy="0"/>
          <a:chOff x="0" y="0"/>
          <a:chExt cx="0" cy="0"/>
        </a:xfrm>
      </p:grpSpPr>
      <p:sp>
        <p:nvSpPr>
          <p:cNvPr id="305" name="Google Shape;305;p15"/>
          <p:cNvSpPr/>
          <p:nvPr/>
        </p:nvSpPr>
        <p:spPr>
          <a:xfrm>
            <a:off x="6828825" y="284675"/>
            <a:ext cx="2129125" cy="4868950"/>
          </a:xfrm>
          <a:custGeom>
            <a:rect b="b" l="l" r="r" t="t"/>
            <a:pathLst>
              <a:path extrusionOk="0" h="194758" w="85165">
                <a:moveTo>
                  <a:pt x="0" y="0"/>
                </a:moveTo>
                <a:lnTo>
                  <a:pt x="85165" y="98388"/>
                </a:lnTo>
                <a:lnTo>
                  <a:pt x="224" y="194758"/>
                </a:lnTo>
              </a:path>
            </a:pathLst>
          </a:custGeom>
          <a:noFill/>
          <a:ln cap="flat" cmpd="sng" w="9525">
            <a:solidFill>
              <a:schemeClr val="accent5"/>
            </a:solidFill>
            <a:prstDash val="solid"/>
            <a:round/>
            <a:headEnd len="sm" w="sm" type="none"/>
            <a:tailEnd len="sm" w="sm" type="none"/>
          </a:ln>
        </p:spPr>
      </p:sp>
      <p:grpSp>
        <p:nvGrpSpPr>
          <p:cNvPr id="306" name="Google Shape;306;p15"/>
          <p:cNvGrpSpPr/>
          <p:nvPr/>
        </p:nvGrpSpPr>
        <p:grpSpPr>
          <a:xfrm>
            <a:off x="8511558" y="4772568"/>
            <a:ext cx="434628" cy="204679"/>
            <a:chOff x="11562000" y="3311675"/>
            <a:chExt cx="711571" cy="335100"/>
          </a:xfrm>
        </p:grpSpPr>
        <p:sp>
          <p:nvSpPr>
            <p:cNvPr id="307" name="Google Shape;307;p15"/>
            <p:cNvSpPr/>
            <p:nvPr/>
          </p:nvSpPr>
          <p:spPr>
            <a:xfrm>
              <a:off x="11786836"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08" name="Google Shape;308;p15"/>
            <p:cNvSpPr/>
            <p:nvPr/>
          </p:nvSpPr>
          <p:spPr>
            <a:xfrm>
              <a:off x="12011671"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09" name="Google Shape;309;p15"/>
            <p:cNvSpPr/>
            <p:nvPr/>
          </p:nvSpPr>
          <p:spPr>
            <a:xfrm>
              <a:off x="11562000"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grpSp>
      <p:sp>
        <p:nvSpPr>
          <p:cNvPr id="310" name="Google Shape;310;p15"/>
          <p:cNvSpPr txBox="1"/>
          <p:nvPr>
            <p:ph idx="1" type="subTitle"/>
          </p:nvPr>
        </p:nvSpPr>
        <p:spPr>
          <a:xfrm>
            <a:off x="646550" y="2038775"/>
            <a:ext cx="4524600" cy="2352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500"/>
              <a:buFont typeface="Nunito Sans"/>
              <a:buNone/>
              <a:defRPr sz="1500">
                <a:solidFill>
                  <a:schemeClr val="dk1"/>
                </a:solidFill>
              </a:defRPr>
            </a:lvl1pPr>
            <a:lvl2pPr lvl="1">
              <a:lnSpc>
                <a:spcPct val="100000"/>
              </a:lnSpc>
              <a:spcBef>
                <a:spcPts val="0"/>
              </a:spcBef>
              <a:spcAft>
                <a:spcPts val="0"/>
              </a:spcAft>
              <a:buClr>
                <a:schemeClr val="dk1"/>
              </a:buClr>
              <a:buSzPts val="1500"/>
              <a:buFont typeface="Nunito Sans"/>
              <a:buNone/>
              <a:defRPr sz="1500">
                <a:solidFill>
                  <a:schemeClr val="dk1"/>
                </a:solidFill>
              </a:defRPr>
            </a:lvl2pPr>
            <a:lvl3pPr lvl="2">
              <a:lnSpc>
                <a:spcPct val="100000"/>
              </a:lnSpc>
              <a:spcBef>
                <a:spcPts val="0"/>
              </a:spcBef>
              <a:spcAft>
                <a:spcPts val="0"/>
              </a:spcAft>
              <a:buClr>
                <a:schemeClr val="dk1"/>
              </a:buClr>
              <a:buSzPts val="1500"/>
              <a:buFont typeface="Nunito Sans"/>
              <a:buNone/>
              <a:defRPr sz="1500">
                <a:solidFill>
                  <a:schemeClr val="dk1"/>
                </a:solidFill>
              </a:defRPr>
            </a:lvl3pPr>
            <a:lvl4pPr lvl="3">
              <a:lnSpc>
                <a:spcPct val="100000"/>
              </a:lnSpc>
              <a:spcBef>
                <a:spcPts val="0"/>
              </a:spcBef>
              <a:spcAft>
                <a:spcPts val="0"/>
              </a:spcAft>
              <a:buClr>
                <a:schemeClr val="dk1"/>
              </a:buClr>
              <a:buSzPts val="1500"/>
              <a:buFont typeface="Nunito Sans"/>
              <a:buNone/>
              <a:defRPr sz="1500">
                <a:solidFill>
                  <a:schemeClr val="dk1"/>
                </a:solidFill>
              </a:defRPr>
            </a:lvl4pPr>
            <a:lvl5pPr lvl="4">
              <a:lnSpc>
                <a:spcPct val="100000"/>
              </a:lnSpc>
              <a:spcBef>
                <a:spcPts val="0"/>
              </a:spcBef>
              <a:spcAft>
                <a:spcPts val="0"/>
              </a:spcAft>
              <a:buClr>
                <a:schemeClr val="dk1"/>
              </a:buClr>
              <a:buSzPts val="1500"/>
              <a:buFont typeface="Nunito Sans"/>
              <a:buNone/>
              <a:defRPr sz="1500">
                <a:solidFill>
                  <a:schemeClr val="dk1"/>
                </a:solidFill>
              </a:defRPr>
            </a:lvl5pPr>
            <a:lvl6pPr lvl="5">
              <a:lnSpc>
                <a:spcPct val="100000"/>
              </a:lnSpc>
              <a:spcBef>
                <a:spcPts val="0"/>
              </a:spcBef>
              <a:spcAft>
                <a:spcPts val="0"/>
              </a:spcAft>
              <a:buClr>
                <a:schemeClr val="dk1"/>
              </a:buClr>
              <a:buSzPts val="1500"/>
              <a:buFont typeface="Nunito Sans"/>
              <a:buNone/>
              <a:defRPr sz="1500">
                <a:solidFill>
                  <a:schemeClr val="dk1"/>
                </a:solidFill>
              </a:defRPr>
            </a:lvl6pPr>
            <a:lvl7pPr lvl="6">
              <a:lnSpc>
                <a:spcPct val="100000"/>
              </a:lnSpc>
              <a:spcBef>
                <a:spcPts val="0"/>
              </a:spcBef>
              <a:spcAft>
                <a:spcPts val="0"/>
              </a:spcAft>
              <a:buClr>
                <a:schemeClr val="dk1"/>
              </a:buClr>
              <a:buSzPts val="1500"/>
              <a:buFont typeface="Nunito Sans"/>
              <a:buNone/>
              <a:defRPr sz="1500">
                <a:solidFill>
                  <a:schemeClr val="dk1"/>
                </a:solidFill>
              </a:defRPr>
            </a:lvl7pPr>
            <a:lvl8pPr lvl="7">
              <a:lnSpc>
                <a:spcPct val="100000"/>
              </a:lnSpc>
              <a:spcBef>
                <a:spcPts val="0"/>
              </a:spcBef>
              <a:spcAft>
                <a:spcPts val="0"/>
              </a:spcAft>
              <a:buClr>
                <a:schemeClr val="dk1"/>
              </a:buClr>
              <a:buSzPts val="1500"/>
              <a:buFont typeface="Nunito Sans"/>
              <a:buNone/>
              <a:defRPr sz="1500">
                <a:solidFill>
                  <a:schemeClr val="dk1"/>
                </a:solidFill>
              </a:defRPr>
            </a:lvl8pPr>
            <a:lvl9pPr lvl="8">
              <a:lnSpc>
                <a:spcPct val="100000"/>
              </a:lnSpc>
              <a:spcBef>
                <a:spcPts val="0"/>
              </a:spcBef>
              <a:spcAft>
                <a:spcPts val="0"/>
              </a:spcAft>
              <a:buClr>
                <a:schemeClr val="dk1"/>
              </a:buClr>
              <a:buSzPts val="1500"/>
              <a:buFont typeface="Nunito Sans"/>
              <a:buNone/>
              <a:defRPr sz="1500">
                <a:solidFill>
                  <a:schemeClr val="dk1"/>
                </a:solidFill>
              </a:defRPr>
            </a:lvl9pPr>
          </a:lstStyle>
          <a:p/>
        </p:txBody>
      </p:sp>
      <p:sp>
        <p:nvSpPr>
          <p:cNvPr id="311" name="Google Shape;311;p15"/>
          <p:cNvSpPr/>
          <p:nvPr/>
        </p:nvSpPr>
        <p:spPr>
          <a:xfrm>
            <a:off x="2652800" y="-3800"/>
            <a:ext cx="6491200" cy="336650"/>
          </a:xfrm>
          <a:custGeom>
            <a:rect b="b" l="l" r="r" t="t"/>
            <a:pathLst>
              <a:path extrusionOk="0" h="13466" w="259648">
                <a:moveTo>
                  <a:pt x="259648" y="13240"/>
                </a:moveTo>
                <a:lnTo>
                  <a:pt x="168482" y="13466"/>
                </a:lnTo>
                <a:lnTo>
                  <a:pt x="164138" y="8554"/>
                </a:lnTo>
                <a:lnTo>
                  <a:pt x="8417" y="8506"/>
                </a:lnTo>
                <a:lnTo>
                  <a:pt x="0" y="105"/>
                </a:lnTo>
                <a:lnTo>
                  <a:pt x="259648" y="0"/>
                </a:lnTo>
                <a:close/>
              </a:path>
            </a:pathLst>
          </a:custGeom>
          <a:solidFill>
            <a:schemeClr val="accent5"/>
          </a:solidFill>
          <a:ln>
            <a:noFill/>
          </a:ln>
        </p:spPr>
      </p:sp>
      <p:sp>
        <p:nvSpPr>
          <p:cNvPr id="312" name="Google Shape;312;p15"/>
          <p:cNvSpPr/>
          <p:nvPr/>
        </p:nvSpPr>
        <p:spPr>
          <a:xfrm flipH="1">
            <a:off x="366350" y="3214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3" name="Google Shape;313;p15"/>
          <p:cNvSpPr/>
          <p:nvPr/>
        </p:nvSpPr>
        <p:spPr>
          <a:xfrm flipH="1">
            <a:off x="314750" y="3730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4" name="Google Shape;314;p15"/>
          <p:cNvSpPr/>
          <p:nvPr/>
        </p:nvSpPr>
        <p:spPr>
          <a:xfrm rot="10800000">
            <a:off x="-964" y="4793918"/>
            <a:ext cx="6577164" cy="363882"/>
          </a:xfrm>
          <a:custGeom>
            <a:rect b="b" l="l" r="r" t="t"/>
            <a:pathLst>
              <a:path extrusionOk="0" h="17488" w="263429">
                <a:moveTo>
                  <a:pt x="0" y="0"/>
                </a:moveTo>
                <a:lnTo>
                  <a:pt x="17001" y="17488"/>
                </a:lnTo>
                <a:lnTo>
                  <a:pt x="263429" y="17488"/>
                </a:lnTo>
                <a:lnTo>
                  <a:pt x="263423" y="57"/>
                </a:lnTo>
                <a:close/>
              </a:path>
            </a:pathLst>
          </a:custGeom>
          <a:solidFill>
            <a:schemeClr val="accent5"/>
          </a:solidFill>
          <a:ln>
            <a:noFill/>
          </a:ln>
        </p:spPr>
      </p:sp>
      <p:sp>
        <p:nvSpPr>
          <p:cNvPr id="315" name="Google Shape;315;p15"/>
          <p:cNvSpPr txBox="1"/>
          <p:nvPr>
            <p:ph idx="2" type="subTitle"/>
          </p:nvPr>
        </p:nvSpPr>
        <p:spPr>
          <a:xfrm>
            <a:off x="0" y="4793925"/>
            <a:ext cx="3396600" cy="3639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316" name="Google Shape;316;p15"/>
          <p:cNvSpPr txBox="1"/>
          <p:nvPr>
            <p:ph type="ctrTitle"/>
          </p:nvPr>
        </p:nvSpPr>
        <p:spPr>
          <a:xfrm>
            <a:off x="335400" y="466575"/>
            <a:ext cx="5808300" cy="13479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317" name="Google Shape;317;p15"/>
          <p:cNvSpPr/>
          <p:nvPr/>
        </p:nvSpPr>
        <p:spPr>
          <a:xfrm>
            <a:off x="8736250" y="528876"/>
            <a:ext cx="221700" cy="221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318" name="Google Shape;318;p15"/>
          <p:cNvCxnSpPr/>
          <p:nvPr/>
        </p:nvCxnSpPr>
        <p:spPr>
          <a:xfrm>
            <a:off x="8796456" y="639776"/>
            <a:ext cx="101400" cy="0"/>
          </a:xfrm>
          <a:prstGeom prst="straightConnector1">
            <a:avLst/>
          </a:prstGeom>
          <a:noFill/>
          <a:ln cap="flat" cmpd="sng" w="9525">
            <a:solidFill>
              <a:schemeClr val="accent6"/>
            </a:solidFill>
            <a:prstDash val="solid"/>
            <a:round/>
            <a:headEnd len="sm" w="sm" type="none"/>
            <a:tailEnd len="sm" w="sm" type="none"/>
          </a:ln>
        </p:spPr>
      </p:cxnSp>
      <p:sp>
        <p:nvSpPr>
          <p:cNvPr id="319" name="Google Shape;319;p15"/>
          <p:cNvSpPr/>
          <p:nvPr/>
        </p:nvSpPr>
        <p:spPr>
          <a:xfrm>
            <a:off x="8838804" y="591478"/>
            <a:ext cx="59037" cy="96588"/>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2">
  <p:cSld name="CUSTOM_3_1_1">
    <p:spTree>
      <p:nvGrpSpPr>
        <p:cNvPr id="320" name="Shape 320"/>
        <p:cNvGrpSpPr/>
        <p:nvPr/>
      </p:nvGrpSpPr>
      <p:grpSpPr>
        <a:xfrm>
          <a:off x="0" y="0"/>
          <a:ext cx="0" cy="0"/>
          <a:chOff x="0" y="0"/>
          <a:chExt cx="0" cy="0"/>
        </a:xfrm>
      </p:grpSpPr>
      <p:cxnSp>
        <p:nvCxnSpPr>
          <p:cNvPr id="321" name="Google Shape;321;p16"/>
          <p:cNvCxnSpPr/>
          <p:nvPr/>
        </p:nvCxnSpPr>
        <p:spPr>
          <a:xfrm>
            <a:off x="7793650" y="256675"/>
            <a:ext cx="1350300" cy="1501500"/>
          </a:xfrm>
          <a:prstGeom prst="straightConnector1">
            <a:avLst/>
          </a:prstGeom>
          <a:noFill/>
          <a:ln cap="flat" cmpd="sng" w="9525">
            <a:solidFill>
              <a:schemeClr val="dk2"/>
            </a:solidFill>
            <a:prstDash val="solid"/>
            <a:round/>
            <a:headEnd len="sm" w="sm" type="none"/>
            <a:tailEnd len="sm" w="sm" type="none"/>
          </a:ln>
        </p:spPr>
      </p:cxnSp>
      <p:cxnSp>
        <p:nvCxnSpPr>
          <p:cNvPr id="322" name="Google Shape;322;p16"/>
          <p:cNvCxnSpPr/>
          <p:nvPr/>
        </p:nvCxnSpPr>
        <p:spPr>
          <a:xfrm flipH="1" rot="10800000">
            <a:off x="7852450" y="3709125"/>
            <a:ext cx="1291500" cy="1444500"/>
          </a:xfrm>
          <a:prstGeom prst="straightConnector1">
            <a:avLst/>
          </a:prstGeom>
          <a:noFill/>
          <a:ln cap="flat" cmpd="sng" w="9525">
            <a:solidFill>
              <a:schemeClr val="dk2"/>
            </a:solidFill>
            <a:prstDash val="solid"/>
            <a:round/>
            <a:headEnd len="sm" w="sm" type="none"/>
            <a:tailEnd len="sm" w="sm" type="none"/>
          </a:ln>
        </p:spPr>
      </p:cxnSp>
      <p:sp>
        <p:nvSpPr>
          <p:cNvPr id="323" name="Google Shape;323;p16"/>
          <p:cNvSpPr/>
          <p:nvPr/>
        </p:nvSpPr>
        <p:spPr>
          <a:xfrm>
            <a:off x="6817075" y="284675"/>
            <a:ext cx="2129125" cy="4868950"/>
          </a:xfrm>
          <a:custGeom>
            <a:rect b="b" l="l" r="r" t="t"/>
            <a:pathLst>
              <a:path extrusionOk="0" h="194758" w="85165">
                <a:moveTo>
                  <a:pt x="0" y="0"/>
                </a:moveTo>
                <a:lnTo>
                  <a:pt x="85165" y="98388"/>
                </a:lnTo>
                <a:lnTo>
                  <a:pt x="224" y="194758"/>
                </a:lnTo>
              </a:path>
            </a:pathLst>
          </a:custGeom>
          <a:noFill/>
          <a:ln cap="flat" cmpd="sng" w="9525">
            <a:solidFill>
              <a:schemeClr val="dk2"/>
            </a:solidFill>
            <a:prstDash val="solid"/>
            <a:round/>
            <a:headEnd len="sm" w="sm" type="none"/>
            <a:tailEnd len="sm" w="sm" type="none"/>
          </a:ln>
        </p:spPr>
      </p:sp>
      <p:grpSp>
        <p:nvGrpSpPr>
          <p:cNvPr id="324" name="Google Shape;324;p16"/>
          <p:cNvGrpSpPr/>
          <p:nvPr/>
        </p:nvGrpSpPr>
        <p:grpSpPr>
          <a:xfrm>
            <a:off x="8511558" y="4772568"/>
            <a:ext cx="434628" cy="204679"/>
            <a:chOff x="11562000" y="3311675"/>
            <a:chExt cx="711571" cy="335100"/>
          </a:xfrm>
        </p:grpSpPr>
        <p:sp>
          <p:nvSpPr>
            <p:cNvPr id="325" name="Google Shape;325;p16"/>
            <p:cNvSpPr/>
            <p:nvPr/>
          </p:nvSpPr>
          <p:spPr>
            <a:xfrm>
              <a:off x="11786836"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26" name="Google Shape;326;p16"/>
            <p:cNvSpPr/>
            <p:nvPr/>
          </p:nvSpPr>
          <p:spPr>
            <a:xfrm>
              <a:off x="12011671"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27" name="Google Shape;327;p16"/>
            <p:cNvSpPr/>
            <p:nvPr/>
          </p:nvSpPr>
          <p:spPr>
            <a:xfrm>
              <a:off x="11562000"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grpSp>
      <p:sp>
        <p:nvSpPr>
          <p:cNvPr id="328" name="Google Shape;328;p16"/>
          <p:cNvSpPr txBox="1"/>
          <p:nvPr>
            <p:ph idx="1" type="subTitle"/>
          </p:nvPr>
        </p:nvSpPr>
        <p:spPr>
          <a:xfrm>
            <a:off x="640550" y="2038775"/>
            <a:ext cx="4524600" cy="2352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lt1"/>
              </a:buClr>
              <a:buSzPts val="1500"/>
              <a:buFont typeface="Nunito Sans"/>
              <a:buNone/>
              <a:defRPr sz="1500">
                <a:solidFill>
                  <a:schemeClr val="lt1"/>
                </a:solidFill>
              </a:defRPr>
            </a:lvl1pPr>
            <a:lvl2pPr lvl="1">
              <a:lnSpc>
                <a:spcPct val="100000"/>
              </a:lnSpc>
              <a:spcBef>
                <a:spcPts val="0"/>
              </a:spcBef>
              <a:spcAft>
                <a:spcPts val="0"/>
              </a:spcAft>
              <a:buClr>
                <a:schemeClr val="lt1"/>
              </a:buClr>
              <a:buSzPts val="1500"/>
              <a:buFont typeface="Nunito Sans"/>
              <a:buNone/>
              <a:defRPr sz="1500">
                <a:solidFill>
                  <a:schemeClr val="lt1"/>
                </a:solidFill>
              </a:defRPr>
            </a:lvl2pPr>
            <a:lvl3pPr lvl="2">
              <a:lnSpc>
                <a:spcPct val="100000"/>
              </a:lnSpc>
              <a:spcBef>
                <a:spcPts val="0"/>
              </a:spcBef>
              <a:spcAft>
                <a:spcPts val="0"/>
              </a:spcAft>
              <a:buClr>
                <a:schemeClr val="lt1"/>
              </a:buClr>
              <a:buSzPts val="1500"/>
              <a:buFont typeface="Nunito Sans"/>
              <a:buNone/>
              <a:defRPr sz="1500">
                <a:solidFill>
                  <a:schemeClr val="lt1"/>
                </a:solidFill>
              </a:defRPr>
            </a:lvl3pPr>
            <a:lvl4pPr lvl="3">
              <a:lnSpc>
                <a:spcPct val="100000"/>
              </a:lnSpc>
              <a:spcBef>
                <a:spcPts val="0"/>
              </a:spcBef>
              <a:spcAft>
                <a:spcPts val="0"/>
              </a:spcAft>
              <a:buClr>
                <a:schemeClr val="lt1"/>
              </a:buClr>
              <a:buSzPts val="1500"/>
              <a:buFont typeface="Nunito Sans"/>
              <a:buNone/>
              <a:defRPr sz="1500">
                <a:solidFill>
                  <a:schemeClr val="lt1"/>
                </a:solidFill>
              </a:defRPr>
            </a:lvl4pPr>
            <a:lvl5pPr lvl="4">
              <a:lnSpc>
                <a:spcPct val="100000"/>
              </a:lnSpc>
              <a:spcBef>
                <a:spcPts val="0"/>
              </a:spcBef>
              <a:spcAft>
                <a:spcPts val="0"/>
              </a:spcAft>
              <a:buClr>
                <a:schemeClr val="lt1"/>
              </a:buClr>
              <a:buSzPts val="1500"/>
              <a:buFont typeface="Nunito Sans"/>
              <a:buNone/>
              <a:defRPr sz="1500">
                <a:solidFill>
                  <a:schemeClr val="lt1"/>
                </a:solidFill>
              </a:defRPr>
            </a:lvl5pPr>
            <a:lvl6pPr lvl="5">
              <a:lnSpc>
                <a:spcPct val="100000"/>
              </a:lnSpc>
              <a:spcBef>
                <a:spcPts val="0"/>
              </a:spcBef>
              <a:spcAft>
                <a:spcPts val="0"/>
              </a:spcAft>
              <a:buClr>
                <a:schemeClr val="lt1"/>
              </a:buClr>
              <a:buSzPts val="1500"/>
              <a:buFont typeface="Nunito Sans"/>
              <a:buNone/>
              <a:defRPr sz="1500">
                <a:solidFill>
                  <a:schemeClr val="lt1"/>
                </a:solidFill>
              </a:defRPr>
            </a:lvl6pPr>
            <a:lvl7pPr lvl="6">
              <a:lnSpc>
                <a:spcPct val="100000"/>
              </a:lnSpc>
              <a:spcBef>
                <a:spcPts val="0"/>
              </a:spcBef>
              <a:spcAft>
                <a:spcPts val="0"/>
              </a:spcAft>
              <a:buClr>
                <a:schemeClr val="lt1"/>
              </a:buClr>
              <a:buSzPts val="1500"/>
              <a:buFont typeface="Nunito Sans"/>
              <a:buNone/>
              <a:defRPr sz="1500">
                <a:solidFill>
                  <a:schemeClr val="lt1"/>
                </a:solidFill>
              </a:defRPr>
            </a:lvl7pPr>
            <a:lvl8pPr lvl="7">
              <a:lnSpc>
                <a:spcPct val="100000"/>
              </a:lnSpc>
              <a:spcBef>
                <a:spcPts val="0"/>
              </a:spcBef>
              <a:spcAft>
                <a:spcPts val="0"/>
              </a:spcAft>
              <a:buClr>
                <a:schemeClr val="lt1"/>
              </a:buClr>
              <a:buSzPts val="1500"/>
              <a:buFont typeface="Nunito Sans"/>
              <a:buNone/>
              <a:defRPr sz="1500">
                <a:solidFill>
                  <a:schemeClr val="lt1"/>
                </a:solidFill>
              </a:defRPr>
            </a:lvl8pPr>
            <a:lvl9pPr lvl="8">
              <a:lnSpc>
                <a:spcPct val="100000"/>
              </a:lnSpc>
              <a:spcBef>
                <a:spcPts val="0"/>
              </a:spcBef>
              <a:spcAft>
                <a:spcPts val="0"/>
              </a:spcAft>
              <a:buClr>
                <a:schemeClr val="lt1"/>
              </a:buClr>
              <a:buSzPts val="1500"/>
              <a:buFont typeface="Nunito Sans"/>
              <a:buNone/>
              <a:defRPr sz="1500">
                <a:solidFill>
                  <a:schemeClr val="lt1"/>
                </a:solidFill>
              </a:defRPr>
            </a:lvl9pPr>
          </a:lstStyle>
          <a:p/>
        </p:txBody>
      </p:sp>
      <p:sp>
        <p:nvSpPr>
          <p:cNvPr id="329" name="Google Shape;329;p16"/>
          <p:cNvSpPr/>
          <p:nvPr/>
        </p:nvSpPr>
        <p:spPr>
          <a:xfrm>
            <a:off x="2652800" y="-3800"/>
            <a:ext cx="6491200" cy="336650"/>
          </a:xfrm>
          <a:custGeom>
            <a:rect b="b" l="l" r="r" t="t"/>
            <a:pathLst>
              <a:path extrusionOk="0" h="13466" w="259648">
                <a:moveTo>
                  <a:pt x="259648" y="13240"/>
                </a:moveTo>
                <a:lnTo>
                  <a:pt x="168482" y="13466"/>
                </a:lnTo>
                <a:lnTo>
                  <a:pt x="162515" y="8569"/>
                </a:lnTo>
                <a:lnTo>
                  <a:pt x="8417" y="8506"/>
                </a:lnTo>
                <a:lnTo>
                  <a:pt x="0" y="105"/>
                </a:lnTo>
                <a:lnTo>
                  <a:pt x="259648" y="0"/>
                </a:lnTo>
                <a:close/>
              </a:path>
            </a:pathLst>
          </a:custGeom>
          <a:solidFill>
            <a:schemeClr val="dk2"/>
          </a:solidFill>
          <a:ln>
            <a:noFill/>
          </a:ln>
        </p:spPr>
      </p:sp>
      <p:sp>
        <p:nvSpPr>
          <p:cNvPr id="330" name="Google Shape;330;p16"/>
          <p:cNvSpPr/>
          <p:nvPr/>
        </p:nvSpPr>
        <p:spPr>
          <a:xfrm flipH="1">
            <a:off x="366350" y="3214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1" name="Google Shape;331;p16"/>
          <p:cNvSpPr/>
          <p:nvPr/>
        </p:nvSpPr>
        <p:spPr>
          <a:xfrm flipH="1">
            <a:off x="314750" y="3730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2" name="Google Shape;332;p16"/>
          <p:cNvSpPr/>
          <p:nvPr/>
        </p:nvSpPr>
        <p:spPr>
          <a:xfrm rot="10800000">
            <a:off x="-964" y="4793918"/>
            <a:ext cx="6577164" cy="363882"/>
          </a:xfrm>
          <a:custGeom>
            <a:rect b="b" l="l" r="r" t="t"/>
            <a:pathLst>
              <a:path extrusionOk="0" h="17488" w="263429">
                <a:moveTo>
                  <a:pt x="0" y="0"/>
                </a:moveTo>
                <a:lnTo>
                  <a:pt x="17001" y="17488"/>
                </a:lnTo>
                <a:lnTo>
                  <a:pt x="263429" y="17488"/>
                </a:lnTo>
                <a:lnTo>
                  <a:pt x="263423" y="57"/>
                </a:lnTo>
                <a:close/>
              </a:path>
            </a:pathLst>
          </a:custGeom>
          <a:solidFill>
            <a:schemeClr val="dk2"/>
          </a:solidFill>
          <a:ln>
            <a:noFill/>
          </a:ln>
        </p:spPr>
      </p:sp>
      <p:sp>
        <p:nvSpPr>
          <p:cNvPr id="333" name="Google Shape;333;p16"/>
          <p:cNvSpPr txBox="1"/>
          <p:nvPr>
            <p:ph idx="2" type="subTitle"/>
          </p:nvPr>
        </p:nvSpPr>
        <p:spPr>
          <a:xfrm>
            <a:off x="0" y="4793925"/>
            <a:ext cx="3396600" cy="336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2"/>
              </a:buClr>
              <a:buSzPts val="800"/>
              <a:buFont typeface="Nunito Sans"/>
              <a:buNone/>
              <a:defRPr sz="800">
                <a:solidFill>
                  <a:schemeClr val="lt2"/>
                </a:solidFill>
              </a:defRPr>
            </a:lvl1pPr>
            <a:lvl2pPr lvl="1">
              <a:spcBef>
                <a:spcPts val="0"/>
              </a:spcBef>
              <a:spcAft>
                <a:spcPts val="0"/>
              </a:spcAft>
              <a:buClr>
                <a:schemeClr val="lt2"/>
              </a:buClr>
              <a:buSzPts val="1000"/>
              <a:buFont typeface="Nunito Sans"/>
              <a:buNone/>
              <a:defRPr sz="1000">
                <a:solidFill>
                  <a:schemeClr val="lt2"/>
                </a:solidFill>
              </a:defRPr>
            </a:lvl2pPr>
            <a:lvl3pPr lvl="2">
              <a:spcBef>
                <a:spcPts val="0"/>
              </a:spcBef>
              <a:spcAft>
                <a:spcPts val="0"/>
              </a:spcAft>
              <a:buClr>
                <a:schemeClr val="lt2"/>
              </a:buClr>
              <a:buSzPts val="1000"/>
              <a:buFont typeface="Nunito Sans"/>
              <a:buNone/>
              <a:defRPr sz="1000">
                <a:solidFill>
                  <a:schemeClr val="lt2"/>
                </a:solidFill>
              </a:defRPr>
            </a:lvl3pPr>
            <a:lvl4pPr lvl="3">
              <a:spcBef>
                <a:spcPts val="0"/>
              </a:spcBef>
              <a:spcAft>
                <a:spcPts val="0"/>
              </a:spcAft>
              <a:buClr>
                <a:schemeClr val="lt2"/>
              </a:buClr>
              <a:buSzPts val="1000"/>
              <a:buFont typeface="Nunito Sans"/>
              <a:buNone/>
              <a:defRPr sz="1000">
                <a:solidFill>
                  <a:schemeClr val="lt2"/>
                </a:solidFill>
              </a:defRPr>
            </a:lvl4pPr>
            <a:lvl5pPr lvl="4">
              <a:spcBef>
                <a:spcPts val="0"/>
              </a:spcBef>
              <a:spcAft>
                <a:spcPts val="0"/>
              </a:spcAft>
              <a:buClr>
                <a:schemeClr val="lt2"/>
              </a:buClr>
              <a:buSzPts val="1000"/>
              <a:buFont typeface="Nunito Sans"/>
              <a:buNone/>
              <a:defRPr sz="1000">
                <a:solidFill>
                  <a:schemeClr val="lt2"/>
                </a:solidFill>
              </a:defRPr>
            </a:lvl5pPr>
            <a:lvl6pPr lvl="5">
              <a:spcBef>
                <a:spcPts val="0"/>
              </a:spcBef>
              <a:spcAft>
                <a:spcPts val="0"/>
              </a:spcAft>
              <a:buClr>
                <a:schemeClr val="lt2"/>
              </a:buClr>
              <a:buSzPts val="1000"/>
              <a:buFont typeface="Nunito Sans"/>
              <a:buNone/>
              <a:defRPr sz="1000">
                <a:solidFill>
                  <a:schemeClr val="lt2"/>
                </a:solidFill>
              </a:defRPr>
            </a:lvl6pPr>
            <a:lvl7pPr lvl="6">
              <a:spcBef>
                <a:spcPts val="0"/>
              </a:spcBef>
              <a:spcAft>
                <a:spcPts val="0"/>
              </a:spcAft>
              <a:buClr>
                <a:schemeClr val="lt2"/>
              </a:buClr>
              <a:buSzPts val="1000"/>
              <a:buFont typeface="Nunito Sans"/>
              <a:buNone/>
              <a:defRPr sz="1000">
                <a:solidFill>
                  <a:schemeClr val="lt2"/>
                </a:solidFill>
              </a:defRPr>
            </a:lvl7pPr>
            <a:lvl8pPr lvl="7">
              <a:spcBef>
                <a:spcPts val="0"/>
              </a:spcBef>
              <a:spcAft>
                <a:spcPts val="0"/>
              </a:spcAft>
              <a:buClr>
                <a:schemeClr val="lt2"/>
              </a:buClr>
              <a:buSzPts val="1000"/>
              <a:buFont typeface="Nunito Sans"/>
              <a:buNone/>
              <a:defRPr sz="1000">
                <a:solidFill>
                  <a:schemeClr val="lt2"/>
                </a:solidFill>
              </a:defRPr>
            </a:lvl8pPr>
            <a:lvl9pPr lvl="8">
              <a:spcBef>
                <a:spcPts val="0"/>
              </a:spcBef>
              <a:spcAft>
                <a:spcPts val="0"/>
              </a:spcAft>
              <a:buClr>
                <a:schemeClr val="lt2"/>
              </a:buClr>
              <a:buSzPts val="1000"/>
              <a:buFont typeface="Nunito Sans"/>
              <a:buNone/>
              <a:defRPr sz="1000">
                <a:solidFill>
                  <a:schemeClr val="lt2"/>
                </a:solidFill>
              </a:defRPr>
            </a:lvl9pPr>
          </a:lstStyle>
          <a:p/>
        </p:txBody>
      </p:sp>
      <p:sp>
        <p:nvSpPr>
          <p:cNvPr id="334" name="Google Shape;334;p16"/>
          <p:cNvSpPr/>
          <p:nvPr/>
        </p:nvSpPr>
        <p:spPr>
          <a:xfrm>
            <a:off x="8511538" y="466575"/>
            <a:ext cx="434700" cy="43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cxnSp>
        <p:nvCxnSpPr>
          <p:cNvPr id="335" name="Google Shape;335;p16"/>
          <p:cNvCxnSpPr/>
          <p:nvPr/>
        </p:nvCxnSpPr>
        <p:spPr>
          <a:xfrm>
            <a:off x="8629513" y="683888"/>
            <a:ext cx="198600" cy="0"/>
          </a:xfrm>
          <a:prstGeom prst="straightConnector1">
            <a:avLst/>
          </a:prstGeom>
          <a:noFill/>
          <a:ln cap="flat" cmpd="sng" w="9525">
            <a:solidFill>
              <a:schemeClr val="accent6"/>
            </a:solidFill>
            <a:prstDash val="solid"/>
            <a:round/>
            <a:headEnd len="sm" w="sm" type="none"/>
            <a:tailEnd len="sm" w="sm" type="none"/>
          </a:ln>
        </p:spPr>
      </p:cxnSp>
      <p:sp>
        <p:nvSpPr>
          <p:cNvPr id="336" name="Google Shape;336;p16"/>
          <p:cNvSpPr/>
          <p:nvPr/>
        </p:nvSpPr>
        <p:spPr>
          <a:xfrm>
            <a:off x="8712495" y="589247"/>
            <a:ext cx="115699" cy="189292"/>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nvGrpSpPr>
          <p:cNvPr id="337" name="Google Shape;337;p16"/>
          <p:cNvGrpSpPr/>
          <p:nvPr/>
        </p:nvGrpSpPr>
        <p:grpSpPr>
          <a:xfrm>
            <a:off x="8559750" y="4772568"/>
            <a:ext cx="421198" cy="204679"/>
            <a:chOff x="11850318" y="3789737"/>
            <a:chExt cx="689584" cy="335100"/>
          </a:xfrm>
        </p:grpSpPr>
        <p:sp>
          <p:nvSpPr>
            <p:cNvPr id="338" name="Google Shape;338;p16"/>
            <p:cNvSpPr/>
            <p:nvPr/>
          </p:nvSpPr>
          <p:spPr>
            <a:xfrm>
              <a:off x="11850318" y="3789737"/>
              <a:ext cx="261900" cy="335100"/>
            </a:xfrm>
            <a:prstGeom prst="chevron">
              <a:avLst>
                <a:gd fmla="val 6790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9" name="Google Shape;339;p16"/>
            <p:cNvSpPr/>
            <p:nvPr/>
          </p:nvSpPr>
          <p:spPr>
            <a:xfrm>
              <a:off x="12278002" y="3789737"/>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40" name="Google Shape;340;p16"/>
            <p:cNvSpPr/>
            <p:nvPr/>
          </p:nvSpPr>
          <p:spPr>
            <a:xfrm>
              <a:off x="12075098" y="3789737"/>
              <a:ext cx="261900" cy="335100"/>
            </a:xfrm>
            <a:prstGeom prst="chevron">
              <a:avLst>
                <a:gd fmla="val 6790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grpSp>
      <p:sp>
        <p:nvSpPr>
          <p:cNvPr id="341" name="Google Shape;341;p16"/>
          <p:cNvSpPr txBox="1"/>
          <p:nvPr>
            <p:ph type="ctrTitle"/>
          </p:nvPr>
        </p:nvSpPr>
        <p:spPr>
          <a:xfrm>
            <a:off x="335400" y="466575"/>
            <a:ext cx="5827500" cy="1291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 Alt 2">
  <p:cSld name="CUSTOM_4_1_1_1_3">
    <p:spTree>
      <p:nvGrpSpPr>
        <p:cNvPr id="342" name="Shape 342"/>
        <p:cNvGrpSpPr/>
        <p:nvPr/>
      </p:nvGrpSpPr>
      <p:grpSpPr>
        <a:xfrm>
          <a:off x="0" y="0"/>
          <a:ext cx="0" cy="0"/>
          <a:chOff x="0" y="0"/>
          <a:chExt cx="0" cy="0"/>
        </a:xfrm>
      </p:grpSpPr>
      <p:sp>
        <p:nvSpPr>
          <p:cNvPr id="343" name="Google Shape;343;p17"/>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44" name="Google Shape;344;p17"/>
          <p:cNvSpPr txBox="1"/>
          <p:nvPr>
            <p:ph idx="1"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345" name="Google Shape;345;p17"/>
          <p:cNvSpPr txBox="1"/>
          <p:nvPr>
            <p:ph idx="2" type="subTitle"/>
          </p:nvPr>
        </p:nvSpPr>
        <p:spPr>
          <a:xfrm>
            <a:off x="7835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46" name="Google Shape;346;p17"/>
          <p:cNvSpPr txBox="1"/>
          <p:nvPr>
            <p:ph type="title"/>
          </p:nvPr>
        </p:nvSpPr>
        <p:spPr>
          <a:xfrm>
            <a:off x="7835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47" name="Google Shape;347;p17"/>
          <p:cNvSpPr txBox="1"/>
          <p:nvPr>
            <p:ph idx="3" type="subTitle"/>
          </p:nvPr>
        </p:nvSpPr>
        <p:spPr>
          <a:xfrm>
            <a:off x="7835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48" name="Google Shape;348;p17"/>
          <p:cNvSpPr txBox="1"/>
          <p:nvPr>
            <p:ph idx="4" type="subTitle"/>
          </p:nvPr>
        </p:nvSpPr>
        <p:spPr>
          <a:xfrm>
            <a:off x="2667277"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49" name="Google Shape;349;p17"/>
          <p:cNvSpPr txBox="1"/>
          <p:nvPr>
            <p:ph idx="5" type="title"/>
          </p:nvPr>
        </p:nvSpPr>
        <p:spPr>
          <a:xfrm>
            <a:off x="2667263"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50" name="Google Shape;350;p17"/>
          <p:cNvSpPr txBox="1"/>
          <p:nvPr>
            <p:ph idx="6" type="subTitle"/>
          </p:nvPr>
        </p:nvSpPr>
        <p:spPr>
          <a:xfrm>
            <a:off x="2667275"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51" name="Google Shape;351;p17"/>
          <p:cNvSpPr txBox="1"/>
          <p:nvPr>
            <p:ph idx="7" type="subTitle"/>
          </p:nvPr>
        </p:nvSpPr>
        <p:spPr>
          <a:xfrm>
            <a:off x="4780601" y="28595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352" name="Google Shape;352;p17"/>
          <p:cNvSpPr txBox="1"/>
          <p:nvPr>
            <p:ph idx="8" type="title"/>
          </p:nvPr>
        </p:nvSpPr>
        <p:spPr>
          <a:xfrm>
            <a:off x="4780588"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353" name="Google Shape;353;p17"/>
          <p:cNvSpPr txBox="1"/>
          <p:nvPr>
            <p:ph idx="9" type="subTitle"/>
          </p:nvPr>
        </p:nvSpPr>
        <p:spPr>
          <a:xfrm>
            <a:off x="478060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354" name="Google Shape;354;p17"/>
          <p:cNvSpPr txBox="1"/>
          <p:nvPr>
            <p:ph idx="13" type="subTitle"/>
          </p:nvPr>
        </p:nvSpPr>
        <p:spPr>
          <a:xfrm>
            <a:off x="68932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55" name="Google Shape;355;p17"/>
          <p:cNvSpPr txBox="1"/>
          <p:nvPr>
            <p:ph idx="14" type="title"/>
          </p:nvPr>
        </p:nvSpPr>
        <p:spPr>
          <a:xfrm>
            <a:off x="68932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56" name="Google Shape;356;p17"/>
          <p:cNvSpPr txBox="1"/>
          <p:nvPr>
            <p:ph idx="15" type="subTitle"/>
          </p:nvPr>
        </p:nvSpPr>
        <p:spPr>
          <a:xfrm>
            <a:off x="68932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57" name="Google Shape;357;p17"/>
          <p:cNvSpPr txBox="1"/>
          <p:nvPr>
            <p:ph idx="16" type="ctrTitle"/>
          </p:nvPr>
        </p:nvSpPr>
        <p:spPr>
          <a:xfrm>
            <a:off x="335400" y="466575"/>
            <a:ext cx="4267500" cy="724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358" name="Google Shape;358;p17"/>
          <p:cNvGrpSpPr/>
          <p:nvPr/>
        </p:nvGrpSpPr>
        <p:grpSpPr>
          <a:xfrm>
            <a:off x="8867176" y="97091"/>
            <a:ext cx="158272" cy="138318"/>
            <a:chOff x="8834250" y="614850"/>
            <a:chExt cx="221700" cy="193750"/>
          </a:xfrm>
        </p:grpSpPr>
        <p:cxnSp>
          <p:nvCxnSpPr>
            <p:cNvPr id="359" name="Google Shape;359;p17"/>
            <p:cNvCxnSpPr/>
            <p:nvPr/>
          </p:nvCxnSpPr>
          <p:spPr>
            <a:xfrm>
              <a:off x="8834250" y="614850"/>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360" name="Google Shape;360;p17"/>
            <p:cNvCxnSpPr/>
            <p:nvPr/>
          </p:nvCxnSpPr>
          <p:spPr>
            <a:xfrm>
              <a:off x="8834250" y="711725"/>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361" name="Google Shape;361;p17"/>
            <p:cNvCxnSpPr/>
            <p:nvPr/>
          </p:nvCxnSpPr>
          <p:spPr>
            <a:xfrm>
              <a:off x="8834250" y="808600"/>
              <a:ext cx="221700" cy="0"/>
            </a:xfrm>
            <a:prstGeom prst="straightConnector1">
              <a:avLst/>
            </a:prstGeom>
            <a:noFill/>
            <a:ln cap="flat" cmpd="sng" w="19050">
              <a:solidFill>
                <a:schemeClr val="accent6"/>
              </a:solidFill>
              <a:prstDash val="solid"/>
              <a:round/>
              <a:headEnd len="sm" w="sm" type="none"/>
              <a:tailEnd len="sm" w="sm"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 Alt 1">
  <p:cSld name="CUSTOM_4_1_1_1">
    <p:spTree>
      <p:nvGrpSpPr>
        <p:cNvPr id="362" name="Shape 362"/>
        <p:cNvGrpSpPr/>
        <p:nvPr/>
      </p:nvGrpSpPr>
      <p:grpSpPr>
        <a:xfrm>
          <a:off x="0" y="0"/>
          <a:ext cx="0" cy="0"/>
          <a:chOff x="0" y="0"/>
          <a:chExt cx="0" cy="0"/>
        </a:xfrm>
      </p:grpSpPr>
      <p:sp>
        <p:nvSpPr>
          <p:cNvPr id="363" name="Google Shape;363;p18"/>
          <p:cNvSpPr txBox="1"/>
          <p:nvPr>
            <p:ph idx="1"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364" name="Google Shape;364;p18"/>
          <p:cNvSpPr txBox="1"/>
          <p:nvPr>
            <p:ph idx="2" type="subTitle"/>
          </p:nvPr>
        </p:nvSpPr>
        <p:spPr>
          <a:xfrm>
            <a:off x="7835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65" name="Google Shape;365;p18"/>
          <p:cNvSpPr txBox="1"/>
          <p:nvPr>
            <p:ph type="title"/>
          </p:nvPr>
        </p:nvSpPr>
        <p:spPr>
          <a:xfrm>
            <a:off x="7835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66" name="Google Shape;366;p18"/>
          <p:cNvSpPr txBox="1"/>
          <p:nvPr>
            <p:ph idx="3" type="subTitle"/>
          </p:nvPr>
        </p:nvSpPr>
        <p:spPr>
          <a:xfrm>
            <a:off x="7835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67" name="Google Shape;367;p18"/>
          <p:cNvSpPr txBox="1"/>
          <p:nvPr>
            <p:ph idx="4" type="subTitle"/>
          </p:nvPr>
        </p:nvSpPr>
        <p:spPr>
          <a:xfrm>
            <a:off x="2667277"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68" name="Google Shape;368;p18"/>
          <p:cNvSpPr txBox="1"/>
          <p:nvPr>
            <p:ph idx="5" type="title"/>
          </p:nvPr>
        </p:nvSpPr>
        <p:spPr>
          <a:xfrm>
            <a:off x="2667263"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69" name="Google Shape;369;p18"/>
          <p:cNvSpPr txBox="1"/>
          <p:nvPr>
            <p:ph idx="6" type="subTitle"/>
          </p:nvPr>
        </p:nvSpPr>
        <p:spPr>
          <a:xfrm>
            <a:off x="2667275"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70" name="Google Shape;370;p18"/>
          <p:cNvSpPr txBox="1"/>
          <p:nvPr>
            <p:ph idx="7" type="subTitle"/>
          </p:nvPr>
        </p:nvSpPr>
        <p:spPr>
          <a:xfrm>
            <a:off x="4780601" y="28595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2pPr>
            <a:lvl3pPr lvl="2">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3pPr>
            <a:lvl4pPr lvl="3">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4pPr>
            <a:lvl5pPr lvl="4">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5pPr>
            <a:lvl6pPr lvl="5">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6pPr>
            <a:lvl7pPr lvl="6">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7pPr>
            <a:lvl8pPr lvl="7">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8pPr>
            <a:lvl9pPr lvl="8">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9pPr>
          </a:lstStyle>
          <a:p/>
        </p:txBody>
      </p:sp>
      <p:sp>
        <p:nvSpPr>
          <p:cNvPr id="371" name="Google Shape;371;p18"/>
          <p:cNvSpPr txBox="1"/>
          <p:nvPr>
            <p:ph idx="8" type="title"/>
          </p:nvPr>
        </p:nvSpPr>
        <p:spPr>
          <a:xfrm>
            <a:off x="4780588"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2pPr>
            <a:lvl3pPr lvl="2">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3pPr>
            <a:lvl4pPr lvl="3">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4pPr>
            <a:lvl5pPr lvl="4">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5pPr>
            <a:lvl6pPr lvl="5">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6pPr>
            <a:lvl7pPr lvl="6">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7pPr>
            <a:lvl8pPr lvl="7">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8pPr>
            <a:lvl9pPr lvl="8">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9pPr>
          </a:lstStyle>
          <a:p/>
        </p:txBody>
      </p:sp>
      <p:sp>
        <p:nvSpPr>
          <p:cNvPr id="372" name="Google Shape;372;p18"/>
          <p:cNvSpPr txBox="1"/>
          <p:nvPr>
            <p:ph idx="9" type="subTitle"/>
          </p:nvPr>
        </p:nvSpPr>
        <p:spPr>
          <a:xfrm>
            <a:off x="478060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200"/>
              <a:buFont typeface="Nunito Sans"/>
              <a:buNone/>
              <a:defRPr b="1" sz="1200">
                <a:solidFill>
                  <a:schemeClr val="lt1"/>
                </a:solidFill>
              </a:defRPr>
            </a:lvl1pPr>
            <a:lvl2pPr lvl="1">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9pPr>
          </a:lstStyle>
          <a:p/>
        </p:txBody>
      </p:sp>
      <p:sp>
        <p:nvSpPr>
          <p:cNvPr id="373" name="Google Shape;373;p18"/>
          <p:cNvSpPr txBox="1"/>
          <p:nvPr>
            <p:ph idx="13" type="subTitle"/>
          </p:nvPr>
        </p:nvSpPr>
        <p:spPr>
          <a:xfrm>
            <a:off x="68932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74" name="Google Shape;374;p18"/>
          <p:cNvSpPr txBox="1"/>
          <p:nvPr>
            <p:ph idx="14" type="title"/>
          </p:nvPr>
        </p:nvSpPr>
        <p:spPr>
          <a:xfrm>
            <a:off x="68932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75" name="Google Shape;375;p18"/>
          <p:cNvSpPr txBox="1"/>
          <p:nvPr>
            <p:ph idx="15" type="subTitle"/>
          </p:nvPr>
        </p:nvSpPr>
        <p:spPr>
          <a:xfrm>
            <a:off x="68932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76" name="Google Shape;376;p18"/>
          <p:cNvSpPr txBox="1"/>
          <p:nvPr>
            <p:ph idx="16" type="ctrTitle"/>
          </p:nvPr>
        </p:nvSpPr>
        <p:spPr>
          <a:xfrm>
            <a:off x="335400" y="466575"/>
            <a:ext cx="4267500" cy="72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cxnSp>
        <p:nvCxnSpPr>
          <p:cNvPr id="377" name="Google Shape;377;p18"/>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nvGrpSpPr>
          <p:cNvPr id="378" name="Google Shape;378;p18"/>
          <p:cNvGrpSpPr/>
          <p:nvPr/>
        </p:nvGrpSpPr>
        <p:grpSpPr>
          <a:xfrm>
            <a:off x="8867176" y="97091"/>
            <a:ext cx="158272" cy="138318"/>
            <a:chOff x="8834250" y="614850"/>
            <a:chExt cx="221700" cy="193750"/>
          </a:xfrm>
        </p:grpSpPr>
        <p:cxnSp>
          <p:nvCxnSpPr>
            <p:cNvPr id="379" name="Google Shape;379;p18"/>
            <p:cNvCxnSpPr/>
            <p:nvPr/>
          </p:nvCxnSpPr>
          <p:spPr>
            <a:xfrm>
              <a:off x="8834250" y="614850"/>
              <a:ext cx="221700" cy="0"/>
            </a:xfrm>
            <a:prstGeom prst="straightConnector1">
              <a:avLst/>
            </a:prstGeom>
            <a:noFill/>
            <a:ln cap="flat" cmpd="sng" w="19050">
              <a:solidFill>
                <a:schemeClr val="dk2"/>
              </a:solidFill>
              <a:prstDash val="solid"/>
              <a:round/>
              <a:headEnd len="sm" w="sm" type="none"/>
              <a:tailEnd len="sm" w="sm" type="none"/>
            </a:ln>
          </p:spPr>
        </p:cxnSp>
        <p:cxnSp>
          <p:nvCxnSpPr>
            <p:cNvPr id="380" name="Google Shape;380;p18"/>
            <p:cNvCxnSpPr/>
            <p:nvPr/>
          </p:nvCxnSpPr>
          <p:spPr>
            <a:xfrm>
              <a:off x="8834250" y="711725"/>
              <a:ext cx="221700" cy="0"/>
            </a:xfrm>
            <a:prstGeom prst="straightConnector1">
              <a:avLst/>
            </a:prstGeom>
            <a:noFill/>
            <a:ln cap="flat" cmpd="sng" w="19050">
              <a:solidFill>
                <a:schemeClr val="dk2"/>
              </a:solidFill>
              <a:prstDash val="solid"/>
              <a:round/>
              <a:headEnd len="sm" w="sm" type="none"/>
              <a:tailEnd len="sm" w="sm" type="none"/>
            </a:ln>
          </p:spPr>
        </p:cxnSp>
        <p:cxnSp>
          <p:nvCxnSpPr>
            <p:cNvPr id="381" name="Google Shape;381;p18"/>
            <p:cNvCxnSpPr/>
            <p:nvPr/>
          </p:nvCxnSpPr>
          <p:spPr>
            <a:xfrm>
              <a:off x="8834250" y="808600"/>
              <a:ext cx="221700" cy="0"/>
            </a:xfrm>
            <a:prstGeom prst="straightConnector1">
              <a:avLst/>
            </a:prstGeom>
            <a:noFill/>
            <a:ln cap="flat" cmpd="sng" w="19050">
              <a:solidFill>
                <a:schemeClr val="dk2"/>
              </a:solidFill>
              <a:prstDash val="solid"/>
              <a:round/>
              <a:headEnd len="sm" w="sm" type="none"/>
              <a:tailEnd len="sm" w="sm"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CUSTOM_7">
    <p:spTree>
      <p:nvGrpSpPr>
        <p:cNvPr id="382" name="Shape 382"/>
        <p:cNvGrpSpPr/>
        <p:nvPr/>
      </p:nvGrpSpPr>
      <p:grpSpPr>
        <a:xfrm>
          <a:off x="0" y="0"/>
          <a:ext cx="0" cy="0"/>
          <a:chOff x="0" y="0"/>
          <a:chExt cx="0" cy="0"/>
        </a:xfrm>
      </p:grpSpPr>
      <p:sp>
        <p:nvSpPr>
          <p:cNvPr id="383" name="Google Shape;383;p19"/>
          <p:cNvSpPr/>
          <p:nvPr>
            <p:ph idx="2" type="pic"/>
          </p:nvPr>
        </p:nvSpPr>
        <p:spPr>
          <a:xfrm>
            <a:off x="-8275" y="327473"/>
            <a:ext cx="9156900" cy="1074000"/>
          </a:xfrm>
          <a:prstGeom prst="rect">
            <a:avLst/>
          </a:prstGeom>
          <a:noFill/>
          <a:ln>
            <a:noFill/>
          </a:ln>
        </p:spPr>
      </p:sp>
      <p:sp>
        <p:nvSpPr>
          <p:cNvPr id="384" name="Google Shape;384;p19"/>
          <p:cNvSpPr txBox="1"/>
          <p:nvPr>
            <p:ph type="ctrTitle"/>
          </p:nvPr>
        </p:nvSpPr>
        <p:spPr>
          <a:xfrm>
            <a:off x="348550" y="3716550"/>
            <a:ext cx="8601300" cy="12141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2"/>
              </a:buClr>
              <a:buSzPts val="7500"/>
              <a:buFont typeface="Tomorrow Light"/>
              <a:buNone/>
              <a:defRPr sz="7500">
                <a:solidFill>
                  <a:schemeClr val="accent2"/>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grpSp>
        <p:nvGrpSpPr>
          <p:cNvPr id="385" name="Google Shape;385;p19"/>
          <p:cNvGrpSpPr/>
          <p:nvPr/>
        </p:nvGrpSpPr>
        <p:grpSpPr>
          <a:xfrm>
            <a:off x="-125" y="905150"/>
            <a:ext cx="9144000" cy="1059450"/>
            <a:chOff x="-125" y="905150"/>
            <a:chExt cx="9144000" cy="1059450"/>
          </a:xfrm>
        </p:grpSpPr>
        <p:sp>
          <p:nvSpPr>
            <p:cNvPr id="386" name="Google Shape;386;p19"/>
            <p:cNvSpPr/>
            <p:nvPr/>
          </p:nvSpPr>
          <p:spPr>
            <a:xfrm>
              <a:off x="7560775" y="948500"/>
              <a:ext cx="1583100" cy="101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87" name="Google Shape;387;p19"/>
            <p:cNvSpPr/>
            <p:nvPr/>
          </p:nvSpPr>
          <p:spPr>
            <a:xfrm rot="-5400000">
              <a:off x="6753478" y="1032550"/>
              <a:ext cx="885000" cy="729600"/>
            </a:xfrm>
            <a:prstGeom prst="rtTriangl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88" name="Google Shape;388;p19"/>
            <p:cNvSpPr/>
            <p:nvPr/>
          </p:nvSpPr>
          <p:spPr>
            <a:xfrm>
              <a:off x="-125" y="905150"/>
              <a:ext cx="765000" cy="618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389" name="Google Shape;389;p19"/>
          <p:cNvSpPr txBox="1"/>
          <p:nvPr>
            <p:ph idx="1" type="subTitle"/>
          </p:nvPr>
        </p:nvSpPr>
        <p:spPr>
          <a:xfrm>
            <a:off x="3745100" y="24544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2400"/>
              <a:buFont typeface="Nunito Sans"/>
              <a:buNone/>
              <a:defRPr sz="2400">
                <a:solidFill>
                  <a:schemeClr val="lt1"/>
                </a:solidFill>
              </a:defRPr>
            </a:lvl2pPr>
            <a:lvl3pPr lvl="2">
              <a:spcBef>
                <a:spcPts val="0"/>
              </a:spcBef>
              <a:spcAft>
                <a:spcPts val="0"/>
              </a:spcAft>
              <a:buClr>
                <a:schemeClr val="lt1"/>
              </a:buClr>
              <a:buSzPts val="2400"/>
              <a:buFont typeface="Nunito Sans"/>
              <a:buNone/>
              <a:defRPr sz="2400">
                <a:solidFill>
                  <a:schemeClr val="lt1"/>
                </a:solidFill>
              </a:defRPr>
            </a:lvl3pPr>
            <a:lvl4pPr lvl="3">
              <a:spcBef>
                <a:spcPts val="0"/>
              </a:spcBef>
              <a:spcAft>
                <a:spcPts val="0"/>
              </a:spcAft>
              <a:buClr>
                <a:schemeClr val="lt1"/>
              </a:buClr>
              <a:buSzPts val="2400"/>
              <a:buFont typeface="Nunito Sans"/>
              <a:buNone/>
              <a:defRPr sz="2400">
                <a:solidFill>
                  <a:schemeClr val="lt1"/>
                </a:solidFill>
              </a:defRPr>
            </a:lvl4pPr>
            <a:lvl5pPr lvl="4">
              <a:spcBef>
                <a:spcPts val="0"/>
              </a:spcBef>
              <a:spcAft>
                <a:spcPts val="0"/>
              </a:spcAft>
              <a:buClr>
                <a:schemeClr val="lt1"/>
              </a:buClr>
              <a:buSzPts val="2400"/>
              <a:buFont typeface="Nunito Sans"/>
              <a:buNone/>
              <a:defRPr sz="2400">
                <a:solidFill>
                  <a:schemeClr val="lt1"/>
                </a:solidFill>
              </a:defRPr>
            </a:lvl5pPr>
            <a:lvl6pPr lvl="5">
              <a:spcBef>
                <a:spcPts val="0"/>
              </a:spcBef>
              <a:spcAft>
                <a:spcPts val="0"/>
              </a:spcAft>
              <a:buClr>
                <a:schemeClr val="lt1"/>
              </a:buClr>
              <a:buSzPts val="2400"/>
              <a:buFont typeface="Nunito Sans"/>
              <a:buNone/>
              <a:defRPr sz="2400">
                <a:solidFill>
                  <a:schemeClr val="lt1"/>
                </a:solidFill>
              </a:defRPr>
            </a:lvl6pPr>
            <a:lvl7pPr lvl="6">
              <a:spcBef>
                <a:spcPts val="0"/>
              </a:spcBef>
              <a:spcAft>
                <a:spcPts val="0"/>
              </a:spcAft>
              <a:buClr>
                <a:schemeClr val="lt1"/>
              </a:buClr>
              <a:buSzPts val="2400"/>
              <a:buFont typeface="Nunito Sans"/>
              <a:buNone/>
              <a:defRPr sz="2400">
                <a:solidFill>
                  <a:schemeClr val="lt1"/>
                </a:solidFill>
              </a:defRPr>
            </a:lvl7pPr>
            <a:lvl8pPr lvl="7">
              <a:spcBef>
                <a:spcPts val="0"/>
              </a:spcBef>
              <a:spcAft>
                <a:spcPts val="0"/>
              </a:spcAft>
              <a:buClr>
                <a:schemeClr val="lt1"/>
              </a:buClr>
              <a:buSzPts val="2400"/>
              <a:buFont typeface="Nunito Sans"/>
              <a:buNone/>
              <a:defRPr sz="2400">
                <a:solidFill>
                  <a:schemeClr val="lt1"/>
                </a:solidFill>
              </a:defRPr>
            </a:lvl8pPr>
            <a:lvl9pPr lvl="8">
              <a:spcBef>
                <a:spcPts val="0"/>
              </a:spcBef>
              <a:spcAft>
                <a:spcPts val="0"/>
              </a:spcAft>
              <a:buClr>
                <a:schemeClr val="lt1"/>
              </a:buClr>
              <a:buSzPts val="2400"/>
              <a:buFont typeface="Nunito Sans"/>
              <a:buNone/>
              <a:defRPr sz="2400">
                <a:solidFill>
                  <a:schemeClr val="lt1"/>
                </a:solidFill>
              </a:defRPr>
            </a:lvl9pPr>
          </a:lstStyle>
          <a:p/>
        </p:txBody>
      </p:sp>
      <p:sp>
        <p:nvSpPr>
          <p:cNvPr id="390" name="Google Shape;390;p19"/>
          <p:cNvSpPr txBox="1"/>
          <p:nvPr>
            <p:ph idx="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391" name="Google Shape;391;p19"/>
          <p:cNvSpPr txBox="1"/>
          <p:nvPr>
            <p:ph idx="4" type="subTitle"/>
          </p:nvPr>
        </p:nvSpPr>
        <p:spPr>
          <a:xfrm>
            <a:off x="5807000" y="24544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2400"/>
              <a:buFont typeface="Nunito Sans"/>
              <a:buNone/>
              <a:defRPr sz="2400">
                <a:solidFill>
                  <a:schemeClr val="lt1"/>
                </a:solidFill>
              </a:defRPr>
            </a:lvl2pPr>
            <a:lvl3pPr lvl="2">
              <a:spcBef>
                <a:spcPts val="0"/>
              </a:spcBef>
              <a:spcAft>
                <a:spcPts val="0"/>
              </a:spcAft>
              <a:buClr>
                <a:schemeClr val="lt1"/>
              </a:buClr>
              <a:buSzPts val="2400"/>
              <a:buFont typeface="Nunito Sans"/>
              <a:buNone/>
              <a:defRPr sz="2400">
                <a:solidFill>
                  <a:schemeClr val="lt1"/>
                </a:solidFill>
              </a:defRPr>
            </a:lvl3pPr>
            <a:lvl4pPr lvl="3">
              <a:spcBef>
                <a:spcPts val="0"/>
              </a:spcBef>
              <a:spcAft>
                <a:spcPts val="0"/>
              </a:spcAft>
              <a:buClr>
                <a:schemeClr val="lt1"/>
              </a:buClr>
              <a:buSzPts val="2400"/>
              <a:buFont typeface="Nunito Sans"/>
              <a:buNone/>
              <a:defRPr sz="2400">
                <a:solidFill>
                  <a:schemeClr val="lt1"/>
                </a:solidFill>
              </a:defRPr>
            </a:lvl4pPr>
            <a:lvl5pPr lvl="4">
              <a:spcBef>
                <a:spcPts val="0"/>
              </a:spcBef>
              <a:spcAft>
                <a:spcPts val="0"/>
              </a:spcAft>
              <a:buClr>
                <a:schemeClr val="lt1"/>
              </a:buClr>
              <a:buSzPts val="2400"/>
              <a:buFont typeface="Nunito Sans"/>
              <a:buNone/>
              <a:defRPr sz="2400">
                <a:solidFill>
                  <a:schemeClr val="lt1"/>
                </a:solidFill>
              </a:defRPr>
            </a:lvl5pPr>
            <a:lvl6pPr lvl="5">
              <a:spcBef>
                <a:spcPts val="0"/>
              </a:spcBef>
              <a:spcAft>
                <a:spcPts val="0"/>
              </a:spcAft>
              <a:buClr>
                <a:schemeClr val="lt1"/>
              </a:buClr>
              <a:buSzPts val="2400"/>
              <a:buFont typeface="Nunito Sans"/>
              <a:buNone/>
              <a:defRPr sz="2400">
                <a:solidFill>
                  <a:schemeClr val="lt1"/>
                </a:solidFill>
              </a:defRPr>
            </a:lvl6pPr>
            <a:lvl7pPr lvl="6">
              <a:spcBef>
                <a:spcPts val="0"/>
              </a:spcBef>
              <a:spcAft>
                <a:spcPts val="0"/>
              </a:spcAft>
              <a:buClr>
                <a:schemeClr val="lt1"/>
              </a:buClr>
              <a:buSzPts val="2400"/>
              <a:buFont typeface="Nunito Sans"/>
              <a:buNone/>
              <a:defRPr sz="2400">
                <a:solidFill>
                  <a:schemeClr val="lt1"/>
                </a:solidFill>
              </a:defRPr>
            </a:lvl7pPr>
            <a:lvl8pPr lvl="7">
              <a:spcBef>
                <a:spcPts val="0"/>
              </a:spcBef>
              <a:spcAft>
                <a:spcPts val="0"/>
              </a:spcAft>
              <a:buClr>
                <a:schemeClr val="lt1"/>
              </a:buClr>
              <a:buSzPts val="2400"/>
              <a:buFont typeface="Nunito Sans"/>
              <a:buNone/>
              <a:defRPr sz="2400">
                <a:solidFill>
                  <a:schemeClr val="lt1"/>
                </a:solidFill>
              </a:defRPr>
            </a:lvl8pPr>
            <a:lvl9pPr lvl="8">
              <a:spcBef>
                <a:spcPts val="0"/>
              </a:spcBef>
              <a:spcAft>
                <a:spcPts val="0"/>
              </a:spcAft>
              <a:buClr>
                <a:schemeClr val="lt1"/>
              </a:buClr>
              <a:buSzPts val="2400"/>
              <a:buFont typeface="Nunito Sans"/>
              <a:buNone/>
              <a:defRPr sz="2400">
                <a:solidFill>
                  <a:schemeClr val="lt1"/>
                </a:solidFill>
              </a:defRPr>
            </a:lvl9pPr>
          </a:lstStyle>
          <a:p/>
        </p:txBody>
      </p:sp>
      <p:sp>
        <p:nvSpPr>
          <p:cNvPr id="392" name="Google Shape;392;p19"/>
          <p:cNvSpPr txBox="1"/>
          <p:nvPr>
            <p:ph idx="5" type="subTitle"/>
          </p:nvPr>
        </p:nvSpPr>
        <p:spPr>
          <a:xfrm>
            <a:off x="335050" y="1836125"/>
            <a:ext cx="2997900" cy="18183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400"/>
              <a:buFont typeface="Nunito Sans"/>
              <a:buNone/>
              <a:defRPr sz="1400">
                <a:solidFill>
                  <a:schemeClr val="lt1"/>
                </a:solidFill>
              </a:defRPr>
            </a:lvl1pPr>
            <a:lvl2pPr lvl="1">
              <a:spcBef>
                <a:spcPts val="0"/>
              </a:spcBef>
              <a:spcAft>
                <a:spcPts val="0"/>
              </a:spcAft>
              <a:buClr>
                <a:schemeClr val="lt1"/>
              </a:buClr>
              <a:buSzPts val="1400"/>
              <a:buFont typeface="Nunito Sans"/>
              <a:buNone/>
              <a:defRPr>
                <a:solidFill>
                  <a:schemeClr val="lt1"/>
                </a:solidFill>
              </a:defRPr>
            </a:lvl2pPr>
            <a:lvl3pPr lvl="2">
              <a:spcBef>
                <a:spcPts val="0"/>
              </a:spcBef>
              <a:spcAft>
                <a:spcPts val="0"/>
              </a:spcAft>
              <a:buClr>
                <a:schemeClr val="lt1"/>
              </a:buClr>
              <a:buSzPts val="1400"/>
              <a:buFont typeface="Nunito Sans"/>
              <a:buNone/>
              <a:defRPr>
                <a:solidFill>
                  <a:schemeClr val="lt1"/>
                </a:solidFill>
              </a:defRPr>
            </a:lvl3pPr>
            <a:lvl4pPr lvl="3">
              <a:spcBef>
                <a:spcPts val="0"/>
              </a:spcBef>
              <a:spcAft>
                <a:spcPts val="0"/>
              </a:spcAft>
              <a:buClr>
                <a:schemeClr val="lt1"/>
              </a:buClr>
              <a:buSzPts val="1400"/>
              <a:buFont typeface="Nunito Sans"/>
              <a:buNone/>
              <a:defRPr>
                <a:solidFill>
                  <a:schemeClr val="lt1"/>
                </a:solidFill>
              </a:defRPr>
            </a:lvl4pPr>
            <a:lvl5pPr lvl="4">
              <a:spcBef>
                <a:spcPts val="0"/>
              </a:spcBef>
              <a:spcAft>
                <a:spcPts val="0"/>
              </a:spcAft>
              <a:buClr>
                <a:schemeClr val="lt1"/>
              </a:buClr>
              <a:buSzPts val="1400"/>
              <a:buFont typeface="Nunito Sans"/>
              <a:buNone/>
              <a:defRPr>
                <a:solidFill>
                  <a:schemeClr val="lt1"/>
                </a:solidFill>
              </a:defRPr>
            </a:lvl5pPr>
            <a:lvl6pPr lvl="5">
              <a:spcBef>
                <a:spcPts val="0"/>
              </a:spcBef>
              <a:spcAft>
                <a:spcPts val="0"/>
              </a:spcAft>
              <a:buClr>
                <a:schemeClr val="lt1"/>
              </a:buClr>
              <a:buSzPts val="1400"/>
              <a:buFont typeface="Nunito Sans"/>
              <a:buNone/>
              <a:defRPr>
                <a:solidFill>
                  <a:schemeClr val="lt1"/>
                </a:solidFill>
              </a:defRPr>
            </a:lvl6pPr>
            <a:lvl7pPr lvl="6">
              <a:spcBef>
                <a:spcPts val="0"/>
              </a:spcBef>
              <a:spcAft>
                <a:spcPts val="0"/>
              </a:spcAft>
              <a:buClr>
                <a:schemeClr val="lt1"/>
              </a:buClr>
              <a:buSzPts val="1400"/>
              <a:buFont typeface="Nunito Sans"/>
              <a:buNone/>
              <a:defRPr>
                <a:solidFill>
                  <a:schemeClr val="lt1"/>
                </a:solidFill>
              </a:defRPr>
            </a:lvl7pPr>
            <a:lvl8pPr lvl="7">
              <a:spcBef>
                <a:spcPts val="0"/>
              </a:spcBef>
              <a:spcAft>
                <a:spcPts val="0"/>
              </a:spcAft>
              <a:buClr>
                <a:schemeClr val="lt1"/>
              </a:buClr>
              <a:buSzPts val="1400"/>
              <a:buFont typeface="Nunito Sans"/>
              <a:buNone/>
              <a:defRPr>
                <a:solidFill>
                  <a:schemeClr val="lt1"/>
                </a:solidFill>
              </a:defRPr>
            </a:lvl8pPr>
            <a:lvl9pPr lvl="8">
              <a:spcBef>
                <a:spcPts val="0"/>
              </a:spcBef>
              <a:spcAft>
                <a:spcPts val="0"/>
              </a:spcAft>
              <a:buClr>
                <a:schemeClr val="lt1"/>
              </a:buClr>
              <a:buSzPts val="1400"/>
              <a:buFont typeface="Nunito Sans"/>
              <a:buNone/>
              <a:defRPr>
                <a:solidFill>
                  <a:schemeClr val="lt1"/>
                </a:solidFill>
              </a:defRPr>
            </a:lvl9pPr>
          </a:lstStyle>
          <a:p/>
        </p:txBody>
      </p:sp>
      <p:grpSp>
        <p:nvGrpSpPr>
          <p:cNvPr id="393" name="Google Shape;393;p19"/>
          <p:cNvGrpSpPr/>
          <p:nvPr/>
        </p:nvGrpSpPr>
        <p:grpSpPr>
          <a:xfrm>
            <a:off x="7750261" y="1274228"/>
            <a:ext cx="122400" cy="116553"/>
            <a:chOff x="3572661" y="1653028"/>
            <a:chExt cx="122400" cy="116553"/>
          </a:xfrm>
        </p:grpSpPr>
        <p:cxnSp>
          <p:nvCxnSpPr>
            <p:cNvPr id="394" name="Google Shape;394;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395" name="Google Shape;395;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grpSp>
        <p:nvGrpSpPr>
          <p:cNvPr id="396" name="Google Shape;396;p19"/>
          <p:cNvGrpSpPr/>
          <p:nvPr/>
        </p:nvGrpSpPr>
        <p:grpSpPr>
          <a:xfrm>
            <a:off x="8207461" y="1274228"/>
            <a:ext cx="122400" cy="116553"/>
            <a:chOff x="3572661" y="1653028"/>
            <a:chExt cx="122400" cy="116553"/>
          </a:xfrm>
        </p:grpSpPr>
        <p:cxnSp>
          <p:nvCxnSpPr>
            <p:cNvPr id="397" name="Google Shape;397;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398" name="Google Shape;398;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grpSp>
        <p:nvGrpSpPr>
          <p:cNvPr id="399" name="Google Shape;399;p19"/>
          <p:cNvGrpSpPr/>
          <p:nvPr/>
        </p:nvGrpSpPr>
        <p:grpSpPr>
          <a:xfrm>
            <a:off x="8664661" y="1274228"/>
            <a:ext cx="122400" cy="116553"/>
            <a:chOff x="3572661" y="1653028"/>
            <a:chExt cx="122400" cy="116553"/>
          </a:xfrm>
        </p:grpSpPr>
        <p:cxnSp>
          <p:nvCxnSpPr>
            <p:cNvPr id="400" name="Google Shape;400;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401" name="Google Shape;401;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sp>
        <p:nvSpPr>
          <p:cNvPr id="402" name="Google Shape;402;p19"/>
          <p:cNvSpPr/>
          <p:nvPr/>
        </p:nvSpPr>
        <p:spPr>
          <a:xfrm rot="-5400000">
            <a:off x="335050" y="14879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3" name="Google Shape;403;p19"/>
          <p:cNvSpPr/>
          <p:nvPr/>
        </p:nvSpPr>
        <p:spPr>
          <a:xfrm rot="-5400000">
            <a:off x="335050" y="17165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4" name="Google Shape;404;p19"/>
          <p:cNvSpPr/>
          <p:nvPr/>
        </p:nvSpPr>
        <p:spPr>
          <a:xfrm rot="-5400000">
            <a:off x="335050" y="19451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5" name="Google Shape;405;p19"/>
          <p:cNvSpPr/>
          <p:nvPr/>
        </p:nvSpPr>
        <p:spPr>
          <a:xfrm rot="-5400000">
            <a:off x="335050" y="21737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grpSp>
        <p:nvGrpSpPr>
          <p:cNvPr id="406" name="Google Shape;406;p19"/>
          <p:cNvGrpSpPr/>
          <p:nvPr/>
        </p:nvGrpSpPr>
        <p:grpSpPr>
          <a:xfrm>
            <a:off x="-3175" y="1"/>
            <a:ext cx="9146700" cy="330024"/>
            <a:chOff x="-3175" y="1"/>
            <a:chExt cx="9146700" cy="330024"/>
          </a:xfrm>
        </p:grpSpPr>
        <p:sp>
          <p:nvSpPr>
            <p:cNvPr id="407" name="Google Shape;407;p1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8" name="Google Shape;408;p1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09" name="Google Shape;409;p19"/>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410" name="Google Shape;410;p19"/>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411" name="Google Shape;411;p19"/>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 2">
  <p:cSld name="CUSTOM_7_1">
    <p:spTree>
      <p:nvGrpSpPr>
        <p:cNvPr id="412" name="Shape 412"/>
        <p:cNvGrpSpPr/>
        <p:nvPr/>
      </p:nvGrpSpPr>
      <p:grpSpPr>
        <a:xfrm>
          <a:off x="0" y="0"/>
          <a:ext cx="0" cy="0"/>
          <a:chOff x="0" y="0"/>
          <a:chExt cx="0" cy="0"/>
        </a:xfrm>
      </p:grpSpPr>
      <p:sp>
        <p:nvSpPr>
          <p:cNvPr id="413" name="Google Shape;413;p20"/>
          <p:cNvSpPr/>
          <p:nvPr>
            <p:ph idx="2" type="pic"/>
          </p:nvPr>
        </p:nvSpPr>
        <p:spPr>
          <a:xfrm>
            <a:off x="0" y="330000"/>
            <a:ext cx="9134100" cy="1519800"/>
          </a:xfrm>
          <a:prstGeom prst="rect">
            <a:avLst/>
          </a:prstGeom>
          <a:noFill/>
          <a:ln>
            <a:noFill/>
          </a:ln>
        </p:spPr>
      </p:sp>
      <p:sp>
        <p:nvSpPr>
          <p:cNvPr id="414" name="Google Shape;414;p20"/>
          <p:cNvSpPr txBox="1"/>
          <p:nvPr>
            <p:ph type="ctrTitle"/>
          </p:nvPr>
        </p:nvSpPr>
        <p:spPr>
          <a:xfrm>
            <a:off x="348550" y="3716550"/>
            <a:ext cx="8601300" cy="1214100"/>
          </a:xfrm>
          <a:prstGeom prst="rect">
            <a:avLst/>
          </a:prstGeom>
        </p:spPr>
        <p:txBody>
          <a:bodyPr anchorCtr="0" anchor="b" bIns="91425" lIns="91425" spcFirstLastPara="1" rIns="91425" wrap="square" tIns="91425">
            <a:normAutofit/>
          </a:bodyPr>
          <a:lstStyle>
            <a:lvl1pPr lvl="0">
              <a:spcBef>
                <a:spcPts val="0"/>
              </a:spcBef>
              <a:spcAft>
                <a:spcPts val="0"/>
              </a:spcAft>
              <a:buSzPts val="7500"/>
              <a:buFont typeface="Tomorrow Light"/>
              <a:buNone/>
              <a:defRPr sz="7500">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15" name="Google Shape;415;p20"/>
          <p:cNvSpPr txBox="1"/>
          <p:nvPr>
            <p:ph idx="1" type="subTitle"/>
          </p:nvPr>
        </p:nvSpPr>
        <p:spPr>
          <a:xfrm>
            <a:off x="3745100" y="23782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2400"/>
              <a:buFont typeface="Nunito Sans"/>
              <a:buNone/>
              <a:defRPr sz="2400">
                <a:solidFill>
                  <a:schemeClr val="dk1"/>
                </a:solidFill>
              </a:defRPr>
            </a:lvl2pPr>
            <a:lvl3pPr lvl="2">
              <a:spcBef>
                <a:spcPts val="0"/>
              </a:spcBef>
              <a:spcAft>
                <a:spcPts val="0"/>
              </a:spcAft>
              <a:buClr>
                <a:schemeClr val="dk1"/>
              </a:buClr>
              <a:buSzPts val="2400"/>
              <a:buFont typeface="Nunito Sans"/>
              <a:buNone/>
              <a:defRPr sz="2400">
                <a:solidFill>
                  <a:schemeClr val="dk1"/>
                </a:solidFill>
              </a:defRPr>
            </a:lvl3pPr>
            <a:lvl4pPr lvl="3">
              <a:spcBef>
                <a:spcPts val="0"/>
              </a:spcBef>
              <a:spcAft>
                <a:spcPts val="0"/>
              </a:spcAft>
              <a:buClr>
                <a:schemeClr val="dk1"/>
              </a:buClr>
              <a:buSzPts val="2400"/>
              <a:buFont typeface="Nunito Sans"/>
              <a:buNone/>
              <a:defRPr sz="2400">
                <a:solidFill>
                  <a:schemeClr val="dk1"/>
                </a:solidFill>
              </a:defRPr>
            </a:lvl4pPr>
            <a:lvl5pPr lvl="4">
              <a:spcBef>
                <a:spcPts val="0"/>
              </a:spcBef>
              <a:spcAft>
                <a:spcPts val="0"/>
              </a:spcAft>
              <a:buClr>
                <a:schemeClr val="dk1"/>
              </a:buClr>
              <a:buSzPts val="2400"/>
              <a:buFont typeface="Nunito Sans"/>
              <a:buNone/>
              <a:defRPr sz="2400">
                <a:solidFill>
                  <a:schemeClr val="dk1"/>
                </a:solidFill>
              </a:defRPr>
            </a:lvl5pPr>
            <a:lvl6pPr lvl="5">
              <a:spcBef>
                <a:spcPts val="0"/>
              </a:spcBef>
              <a:spcAft>
                <a:spcPts val="0"/>
              </a:spcAft>
              <a:buClr>
                <a:schemeClr val="dk1"/>
              </a:buClr>
              <a:buSzPts val="2400"/>
              <a:buFont typeface="Nunito Sans"/>
              <a:buNone/>
              <a:defRPr sz="2400">
                <a:solidFill>
                  <a:schemeClr val="dk1"/>
                </a:solidFill>
              </a:defRPr>
            </a:lvl6pPr>
            <a:lvl7pPr lvl="6">
              <a:spcBef>
                <a:spcPts val="0"/>
              </a:spcBef>
              <a:spcAft>
                <a:spcPts val="0"/>
              </a:spcAft>
              <a:buClr>
                <a:schemeClr val="dk1"/>
              </a:buClr>
              <a:buSzPts val="2400"/>
              <a:buFont typeface="Nunito Sans"/>
              <a:buNone/>
              <a:defRPr sz="2400">
                <a:solidFill>
                  <a:schemeClr val="dk1"/>
                </a:solidFill>
              </a:defRPr>
            </a:lvl7pPr>
            <a:lvl8pPr lvl="7">
              <a:spcBef>
                <a:spcPts val="0"/>
              </a:spcBef>
              <a:spcAft>
                <a:spcPts val="0"/>
              </a:spcAft>
              <a:buClr>
                <a:schemeClr val="dk1"/>
              </a:buClr>
              <a:buSzPts val="2400"/>
              <a:buFont typeface="Nunito Sans"/>
              <a:buNone/>
              <a:defRPr sz="2400">
                <a:solidFill>
                  <a:schemeClr val="dk1"/>
                </a:solidFill>
              </a:defRPr>
            </a:lvl8pPr>
            <a:lvl9pPr lvl="8">
              <a:spcBef>
                <a:spcPts val="0"/>
              </a:spcBef>
              <a:spcAft>
                <a:spcPts val="0"/>
              </a:spcAft>
              <a:buClr>
                <a:schemeClr val="dk1"/>
              </a:buClr>
              <a:buSzPts val="2400"/>
              <a:buFont typeface="Nunito Sans"/>
              <a:buNone/>
              <a:defRPr sz="2400">
                <a:solidFill>
                  <a:schemeClr val="dk1"/>
                </a:solidFill>
              </a:defRPr>
            </a:lvl9pPr>
          </a:lstStyle>
          <a:p/>
        </p:txBody>
      </p:sp>
      <p:sp>
        <p:nvSpPr>
          <p:cNvPr id="416" name="Google Shape;416;p20"/>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17" name="Google Shape;417;p20"/>
          <p:cNvSpPr txBox="1"/>
          <p:nvPr>
            <p:ph idx="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418" name="Google Shape;418;p20"/>
          <p:cNvSpPr txBox="1"/>
          <p:nvPr>
            <p:ph idx="4" type="subTitle"/>
          </p:nvPr>
        </p:nvSpPr>
        <p:spPr>
          <a:xfrm>
            <a:off x="5807000" y="23782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2400"/>
              <a:buFont typeface="Nunito Sans"/>
              <a:buNone/>
              <a:defRPr sz="2400">
                <a:solidFill>
                  <a:schemeClr val="dk1"/>
                </a:solidFill>
              </a:defRPr>
            </a:lvl2pPr>
            <a:lvl3pPr lvl="2">
              <a:spcBef>
                <a:spcPts val="0"/>
              </a:spcBef>
              <a:spcAft>
                <a:spcPts val="0"/>
              </a:spcAft>
              <a:buClr>
                <a:schemeClr val="dk1"/>
              </a:buClr>
              <a:buSzPts val="2400"/>
              <a:buFont typeface="Nunito Sans"/>
              <a:buNone/>
              <a:defRPr sz="2400">
                <a:solidFill>
                  <a:schemeClr val="dk1"/>
                </a:solidFill>
              </a:defRPr>
            </a:lvl3pPr>
            <a:lvl4pPr lvl="3">
              <a:spcBef>
                <a:spcPts val="0"/>
              </a:spcBef>
              <a:spcAft>
                <a:spcPts val="0"/>
              </a:spcAft>
              <a:buClr>
                <a:schemeClr val="dk1"/>
              </a:buClr>
              <a:buSzPts val="2400"/>
              <a:buFont typeface="Nunito Sans"/>
              <a:buNone/>
              <a:defRPr sz="2400">
                <a:solidFill>
                  <a:schemeClr val="dk1"/>
                </a:solidFill>
              </a:defRPr>
            </a:lvl4pPr>
            <a:lvl5pPr lvl="4">
              <a:spcBef>
                <a:spcPts val="0"/>
              </a:spcBef>
              <a:spcAft>
                <a:spcPts val="0"/>
              </a:spcAft>
              <a:buClr>
                <a:schemeClr val="dk1"/>
              </a:buClr>
              <a:buSzPts val="2400"/>
              <a:buFont typeface="Nunito Sans"/>
              <a:buNone/>
              <a:defRPr sz="2400">
                <a:solidFill>
                  <a:schemeClr val="dk1"/>
                </a:solidFill>
              </a:defRPr>
            </a:lvl5pPr>
            <a:lvl6pPr lvl="5">
              <a:spcBef>
                <a:spcPts val="0"/>
              </a:spcBef>
              <a:spcAft>
                <a:spcPts val="0"/>
              </a:spcAft>
              <a:buClr>
                <a:schemeClr val="dk1"/>
              </a:buClr>
              <a:buSzPts val="2400"/>
              <a:buFont typeface="Nunito Sans"/>
              <a:buNone/>
              <a:defRPr sz="2400">
                <a:solidFill>
                  <a:schemeClr val="dk1"/>
                </a:solidFill>
              </a:defRPr>
            </a:lvl6pPr>
            <a:lvl7pPr lvl="6">
              <a:spcBef>
                <a:spcPts val="0"/>
              </a:spcBef>
              <a:spcAft>
                <a:spcPts val="0"/>
              </a:spcAft>
              <a:buClr>
                <a:schemeClr val="dk1"/>
              </a:buClr>
              <a:buSzPts val="2400"/>
              <a:buFont typeface="Nunito Sans"/>
              <a:buNone/>
              <a:defRPr sz="2400">
                <a:solidFill>
                  <a:schemeClr val="dk1"/>
                </a:solidFill>
              </a:defRPr>
            </a:lvl7pPr>
            <a:lvl8pPr lvl="7">
              <a:spcBef>
                <a:spcPts val="0"/>
              </a:spcBef>
              <a:spcAft>
                <a:spcPts val="0"/>
              </a:spcAft>
              <a:buClr>
                <a:schemeClr val="dk1"/>
              </a:buClr>
              <a:buSzPts val="2400"/>
              <a:buFont typeface="Nunito Sans"/>
              <a:buNone/>
              <a:defRPr sz="2400">
                <a:solidFill>
                  <a:schemeClr val="dk1"/>
                </a:solidFill>
              </a:defRPr>
            </a:lvl8pPr>
            <a:lvl9pPr lvl="8">
              <a:spcBef>
                <a:spcPts val="0"/>
              </a:spcBef>
              <a:spcAft>
                <a:spcPts val="0"/>
              </a:spcAft>
              <a:buClr>
                <a:schemeClr val="dk1"/>
              </a:buClr>
              <a:buSzPts val="2400"/>
              <a:buFont typeface="Nunito Sans"/>
              <a:buNone/>
              <a:defRPr sz="2400">
                <a:solidFill>
                  <a:schemeClr val="dk1"/>
                </a:solidFill>
              </a:defRPr>
            </a:lvl9pPr>
          </a:lstStyle>
          <a:p/>
        </p:txBody>
      </p:sp>
      <p:sp>
        <p:nvSpPr>
          <p:cNvPr id="419" name="Google Shape;419;p20"/>
          <p:cNvSpPr txBox="1"/>
          <p:nvPr>
            <p:ph idx="5" type="subTitle"/>
          </p:nvPr>
        </p:nvSpPr>
        <p:spPr>
          <a:xfrm>
            <a:off x="335050" y="1745850"/>
            <a:ext cx="2997900" cy="18183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400"/>
              <a:buFont typeface="Nunito Sans"/>
              <a:buNone/>
              <a:defRPr sz="1400">
                <a:solidFill>
                  <a:schemeClr val="dk1"/>
                </a:solidFill>
              </a:defRPr>
            </a:lvl1pPr>
            <a:lvl2pPr lvl="1">
              <a:spcBef>
                <a:spcPts val="0"/>
              </a:spcBef>
              <a:spcAft>
                <a:spcPts val="0"/>
              </a:spcAft>
              <a:buClr>
                <a:schemeClr val="dk1"/>
              </a:buClr>
              <a:buSzPts val="1400"/>
              <a:buFont typeface="Nunito Sans"/>
              <a:buNone/>
              <a:defRPr>
                <a:solidFill>
                  <a:schemeClr val="dk1"/>
                </a:solidFill>
              </a:defRPr>
            </a:lvl2pPr>
            <a:lvl3pPr lvl="2">
              <a:spcBef>
                <a:spcPts val="0"/>
              </a:spcBef>
              <a:spcAft>
                <a:spcPts val="0"/>
              </a:spcAft>
              <a:buClr>
                <a:schemeClr val="dk1"/>
              </a:buClr>
              <a:buSzPts val="1400"/>
              <a:buFont typeface="Nunito Sans"/>
              <a:buNone/>
              <a:defRPr>
                <a:solidFill>
                  <a:schemeClr val="dk1"/>
                </a:solidFill>
              </a:defRPr>
            </a:lvl3pPr>
            <a:lvl4pPr lvl="3">
              <a:spcBef>
                <a:spcPts val="0"/>
              </a:spcBef>
              <a:spcAft>
                <a:spcPts val="0"/>
              </a:spcAft>
              <a:buClr>
                <a:schemeClr val="dk1"/>
              </a:buClr>
              <a:buSzPts val="1400"/>
              <a:buFont typeface="Nunito Sans"/>
              <a:buNone/>
              <a:defRPr>
                <a:solidFill>
                  <a:schemeClr val="dk1"/>
                </a:solidFill>
              </a:defRPr>
            </a:lvl4pPr>
            <a:lvl5pPr lvl="4">
              <a:spcBef>
                <a:spcPts val="0"/>
              </a:spcBef>
              <a:spcAft>
                <a:spcPts val="0"/>
              </a:spcAft>
              <a:buClr>
                <a:schemeClr val="dk1"/>
              </a:buClr>
              <a:buSzPts val="1400"/>
              <a:buFont typeface="Nunito Sans"/>
              <a:buNone/>
              <a:defRPr>
                <a:solidFill>
                  <a:schemeClr val="dk1"/>
                </a:solidFill>
              </a:defRPr>
            </a:lvl5pPr>
            <a:lvl6pPr lvl="5">
              <a:spcBef>
                <a:spcPts val="0"/>
              </a:spcBef>
              <a:spcAft>
                <a:spcPts val="0"/>
              </a:spcAft>
              <a:buClr>
                <a:schemeClr val="dk1"/>
              </a:buClr>
              <a:buSzPts val="1400"/>
              <a:buFont typeface="Nunito Sans"/>
              <a:buNone/>
              <a:defRPr>
                <a:solidFill>
                  <a:schemeClr val="dk1"/>
                </a:solidFill>
              </a:defRPr>
            </a:lvl6pPr>
            <a:lvl7pPr lvl="6">
              <a:spcBef>
                <a:spcPts val="0"/>
              </a:spcBef>
              <a:spcAft>
                <a:spcPts val="0"/>
              </a:spcAft>
              <a:buClr>
                <a:schemeClr val="dk1"/>
              </a:buClr>
              <a:buSzPts val="1400"/>
              <a:buFont typeface="Nunito Sans"/>
              <a:buNone/>
              <a:defRPr>
                <a:solidFill>
                  <a:schemeClr val="dk1"/>
                </a:solidFill>
              </a:defRPr>
            </a:lvl7pPr>
            <a:lvl8pPr lvl="7">
              <a:spcBef>
                <a:spcPts val="0"/>
              </a:spcBef>
              <a:spcAft>
                <a:spcPts val="0"/>
              </a:spcAft>
              <a:buClr>
                <a:schemeClr val="dk1"/>
              </a:buClr>
              <a:buSzPts val="1400"/>
              <a:buFont typeface="Nunito Sans"/>
              <a:buNone/>
              <a:defRPr>
                <a:solidFill>
                  <a:schemeClr val="dk1"/>
                </a:solidFill>
              </a:defRPr>
            </a:lvl8pPr>
            <a:lvl9pPr lvl="8">
              <a:spcBef>
                <a:spcPts val="0"/>
              </a:spcBef>
              <a:spcAft>
                <a:spcPts val="0"/>
              </a:spcAft>
              <a:buClr>
                <a:schemeClr val="dk1"/>
              </a:buClr>
              <a:buSzPts val="1400"/>
              <a:buFont typeface="Nunito Sans"/>
              <a:buNone/>
              <a:defRPr>
                <a:solidFill>
                  <a:schemeClr val="dk1"/>
                </a:solidFill>
              </a:defRPr>
            </a:lvl9pPr>
          </a:lstStyle>
          <a:p/>
        </p:txBody>
      </p:sp>
      <p:sp>
        <p:nvSpPr>
          <p:cNvPr id="420" name="Google Shape;420;p20"/>
          <p:cNvSpPr/>
          <p:nvPr/>
        </p:nvSpPr>
        <p:spPr>
          <a:xfrm>
            <a:off x="-125" y="1515175"/>
            <a:ext cx="4520700" cy="50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1" name="Google Shape;421;p20"/>
          <p:cNvSpPr/>
          <p:nvPr/>
        </p:nvSpPr>
        <p:spPr>
          <a:xfrm>
            <a:off x="8819475" y="1127200"/>
            <a:ext cx="324600" cy="101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2" name="Google Shape;422;p20"/>
          <p:cNvSpPr/>
          <p:nvPr/>
        </p:nvSpPr>
        <p:spPr>
          <a:xfrm>
            <a:off x="4515425" y="1519925"/>
            <a:ext cx="408300" cy="330000"/>
          </a:xfrm>
          <a:prstGeom prst="rtTriangl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20"/>
          <p:cNvSpPr/>
          <p:nvPr/>
        </p:nvSpPr>
        <p:spPr>
          <a:xfrm rot="-5400000">
            <a:off x="8012178" y="1211250"/>
            <a:ext cx="885000" cy="729600"/>
          </a:xfrm>
          <a:prstGeom prst="rtTriangl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24" name="Google Shape;424;p20"/>
          <p:cNvCxnSpPr/>
          <p:nvPr/>
        </p:nvCxnSpPr>
        <p:spPr>
          <a:xfrm>
            <a:off x="8442400" y="-2200"/>
            <a:ext cx="0" cy="332100"/>
          </a:xfrm>
          <a:prstGeom prst="straightConnector1">
            <a:avLst/>
          </a:prstGeom>
          <a:noFill/>
          <a:ln cap="flat" cmpd="sng" w="9525">
            <a:solidFill>
              <a:schemeClr val="accent6"/>
            </a:solidFill>
            <a:prstDash val="solid"/>
            <a:round/>
            <a:headEnd len="sm" w="sm" type="none"/>
            <a:tailEnd len="sm" w="sm" type="none"/>
          </a:ln>
        </p:spPr>
      </p:cxnSp>
      <p:cxnSp>
        <p:nvCxnSpPr>
          <p:cNvPr id="425" name="Google Shape;425;p20"/>
          <p:cNvCxnSpPr/>
          <p:nvPr/>
        </p:nvCxnSpPr>
        <p:spPr>
          <a:xfrm>
            <a:off x="8801100" y="-2182"/>
            <a:ext cx="0" cy="332100"/>
          </a:xfrm>
          <a:prstGeom prst="straightConnector1">
            <a:avLst/>
          </a:prstGeom>
          <a:noFill/>
          <a:ln cap="flat" cmpd="sng" w="9525">
            <a:solidFill>
              <a:schemeClr val="accent6"/>
            </a:solidFill>
            <a:prstDash val="solid"/>
            <a:round/>
            <a:headEnd len="sm" w="sm" type="none"/>
            <a:tailEnd len="sm" w="sm" type="none"/>
          </a:ln>
        </p:spPr>
      </p:cxnSp>
      <p:sp>
        <p:nvSpPr>
          <p:cNvPr id="426" name="Google Shape;426;p20"/>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7" name="Google Shape;427;p20"/>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p:cSld name="BLANK_1_1_1_1_1">
    <p:spTree>
      <p:nvGrpSpPr>
        <p:cNvPr id="428" name="Shape 428"/>
        <p:cNvGrpSpPr/>
        <p:nvPr/>
      </p:nvGrpSpPr>
      <p:grpSpPr>
        <a:xfrm>
          <a:off x="0" y="0"/>
          <a:ext cx="0" cy="0"/>
          <a:chOff x="0" y="0"/>
          <a:chExt cx="0" cy="0"/>
        </a:xfrm>
      </p:grpSpPr>
      <p:grpSp>
        <p:nvGrpSpPr>
          <p:cNvPr id="429" name="Google Shape;429;p21"/>
          <p:cNvGrpSpPr/>
          <p:nvPr/>
        </p:nvGrpSpPr>
        <p:grpSpPr>
          <a:xfrm>
            <a:off x="3579679" y="259811"/>
            <a:ext cx="5325903" cy="4883714"/>
            <a:chOff x="11786836" y="3311675"/>
            <a:chExt cx="486735" cy="335100"/>
          </a:xfrm>
        </p:grpSpPr>
        <p:sp>
          <p:nvSpPr>
            <p:cNvPr id="430" name="Google Shape;430;p21"/>
            <p:cNvSpPr/>
            <p:nvPr/>
          </p:nvSpPr>
          <p:spPr>
            <a:xfrm>
              <a:off x="11786836" y="3311675"/>
              <a:ext cx="261900" cy="335100"/>
            </a:xfrm>
            <a:prstGeom prst="chevron">
              <a:avLst>
                <a:gd fmla="val 67909"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1" name="Google Shape;431;p21"/>
            <p:cNvSpPr/>
            <p:nvPr/>
          </p:nvSpPr>
          <p:spPr>
            <a:xfrm>
              <a:off x="12011671" y="3311675"/>
              <a:ext cx="261900" cy="335100"/>
            </a:xfrm>
            <a:prstGeom prst="chevron">
              <a:avLst>
                <a:gd fmla="val 67909"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432" name="Google Shape;432;p21"/>
          <p:cNvSpPr/>
          <p:nvPr/>
        </p:nvSpPr>
        <p:spPr>
          <a:xfrm>
            <a:off x="-4825" y="-2175"/>
            <a:ext cx="91587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3" name="Google Shape;433;p21"/>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grpSp>
        <p:nvGrpSpPr>
          <p:cNvPr id="434" name="Google Shape;434;p21"/>
          <p:cNvGrpSpPr/>
          <p:nvPr/>
        </p:nvGrpSpPr>
        <p:grpSpPr>
          <a:xfrm>
            <a:off x="8836188" y="4326431"/>
            <a:ext cx="47011" cy="583672"/>
            <a:chOff x="1520071" y="2028093"/>
            <a:chExt cx="80100" cy="994500"/>
          </a:xfrm>
        </p:grpSpPr>
        <p:sp>
          <p:nvSpPr>
            <p:cNvPr id="435" name="Google Shape;435;p21"/>
            <p:cNvSpPr/>
            <p:nvPr/>
          </p:nvSpPr>
          <p:spPr>
            <a:xfrm>
              <a:off x="1520071" y="20280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6" name="Google Shape;436;p21"/>
            <p:cNvSpPr/>
            <p:nvPr/>
          </p:nvSpPr>
          <p:spPr>
            <a:xfrm>
              <a:off x="1520071" y="22566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7" name="Google Shape;437;p21"/>
            <p:cNvSpPr/>
            <p:nvPr/>
          </p:nvSpPr>
          <p:spPr>
            <a:xfrm>
              <a:off x="1520071" y="24852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8" name="Google Shape;438;p21"/>
            <p:cNvSpPr/>
            <p:nvPr/>
          </p:nvSpPr>
          <p:spPr>
            <a:xfrm>
              <a:off x="1520071" y="27138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9" name="Google Shape;439;p21"/>
            <p:cNvSpPr/>
            <p:nvPr/>
          </p:nvSpPr>
          <p:spPr>
            <a:xfrm>
              <a:off x="1520071" y="29424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440" name="Google Shape;440;p21"/>
          <p:cNvSpPr txBox="1"/>
          <p:nvPr>
            <p:ph type="ctrTitle"/>
          </p:nvPr>
        </p:nvSpPr>
        <p:spPr>
          <a:xfrm>
            <a:off x="311700" y="2715975"/>
            <a:ext cx="5444400" cy="2214600"/>
          </a:xfrm>
          <a:prstGeom prst="rect">
            <a:avLst/>
          </a:prstGeom>
        </p:spPr>
        <p:txBody>
          <a:bodyPr anchorCtr="0" anchor="b" bIns="91425" lIns="0" spcFirstLastPara="1" rIns="91425" wrap="square" tIns="91425">
            <a:normAutofit/>
          </a:bodyPr>
          <a:lstStyle>
            <a:lvl1pPr lvl="0">
              <a:lnSpc>
                <a:spcPct val="75000"/>
              </a:lnSpc>
              <a:spcBef>
                <a:spcPts val="0"/>
              </a:spcBef>
              <a:spcAft>
                <a:spcPts val="0"/>
              </a:spcAft>
              <a:buSzPts val="7500"/>
              <a:buFont typeface="Tomorrow Light"/>
              <a:buNone/>
              <a:defRPr sz="7500">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41" name="Google Shape;441;p21"/>
          <p:cNvSpPr txBox="1"/>
          <p:nvPr>
            <p:ph idx="2" type="subTitle"/>
          </p:nvPr>
        </p:nvSpPr>
        <p:spPr>
          <a:xfrm>
            <a:off x="339475" y="681200"/>
            <a:ext cx="5416800" cy="1516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800"/>
              <a:buNone/>
              <a:defRPr>
                <a:solidFill>
                  <a:schemeClr val="dk1"/>
                </a:solidFill>
              </a:defRPr>
            </a:lvl1pPr>
            <a:lvl2pPr lvl="1">
              <a:lnSpc>
                <a:spcPct val="100000"/>
              </a:lnSpc>
              <a:spcBef>
                <a:spcPts val="0"/>
              </a:spcBef>
              <a:spcAft>
                <a:spcPts val="0"/>
              </a:spcAft>
              <a:buClr>
                <a:schemeClr val="dk1"/>
              </a:buClr>
              <a:buSzPts val="1800"/>
              <a:buNone/>
              <a:defRPr sz="1800">
                <a:solidFill>
                  <a:schemeClr val="dk1"/>
                </a:solidFill>
              </a:defRPr>
            </a:lvl2pPr>
            <a:lvl3pPr lvl="2">
              <a:lnSpc>
                <a:spcPct val="100000"/>
              </a:lnSpc>
              <a:spcBef>
                <a:spcPts val="0"/>
              </a:spcBef>
              <a:spcAft>
                <a:spcPts val="0"/>
              </a:spcAft>
              <a:buClr>
                <a:schemeClr val="dk1"/>
              </a:buClr>
              <a:buSzPts val="1800"/>
              <a:buNone/>
              <a:defRPr sz="1800">
                <a:solidFill>
                  <a:schemeClr val="dk1"/>
                </a:solidFill>
              </a:defRPr>
            </a:lvl3pPr>
            <a:lvl4pPr lvl="3">
              <a:lnSpc>
                <a:spcPct val="100000"/>
              </a:lnSpc>
              <a:spcBef>
                <a:spcPts val="0"/>
              </a:spcBef>
              <a:spcAft>
                <a:spcPts val="0"/>
              </a:spcAft>
              <a:buClr>
                <a:schemeClr val="dk1"/>
              </a:buClr>
              <a:buSzPts val="1800"/>
              <a:buNone/>
              <a:defRPr sz="1800">
                <a:solidFill>
                  <a:schemeClr val="dk1"/>
                </a:solidFill>
              </a:defRPr>
            </a:lvl4pPr>
            <a:lvl5pPr lvl="4">
              <a:lnSpc>
                <a:spcPct val="100000"/>
              </a:lnSpc>
              <a:spcBef>
                <a:spcPts val="0"/>
              </a:spcBef>
              <a:spcAft>
                <a:spcPts val="0"/>
              </a:spcAft>
              <a:buClr>
                <a:schemeClr val="dk1"/>
              </a:buClr>
              <a:buSzPts val="1800"/>
              <a:buNone/>
              <a:defRPr sz="1800">
                <a:solidFill>
                  <a:schemeClr val="dk1"/>
                </a:solidFill>
              </a:defRPr>
            </a:lvl5pPr>
            <a:lvl6pPr lvl="5">
              <a:lnSpc>
                <a:spcPct val="100000"/>
              </a:lnSpc>
              <a:spcBef>
                <a:spcPts val="0"/>
              </a:spcBef>
              <a:spcAft>
                <a:spcPts val="0"/>
              </a:spcAft>
              <a:buClr>
                <a:schemeClr val="dk1"/>
              </a:buClr>
              <a:buSzPts val="1800"/>
              <a:buNone/>
              <a:defRPr sz="1800">
                <a:solidFill>
                  <a:schemeClr val="dk1"/>
                </a:solidFill>
              </a:defRPr>
            </a:lvl6pPr>
            <a:lvl7pPr lvl="6">
              <a:lnSpc>
                <a:spcPct val="100000"/>
              </a:lnSpc>
              <a:spcBef>
                <a:spcPts val="0"/>
              </a:spcBef>
              <a:spcAft>
                <a:spcPts val="0"/>
              </a:spcAft>
              <a:buClr>
                <a:schemeClr val="dk1"/>
              </a:buClr>
              <a:buSzPts val="1800"/>
              <a:buNone/>
              <a:defRPr sz="1800">
                <a:solidFill>
                  <a:schemeClr val="dk1"/>
                </a:solidFill>
              </a:defRPr>
            </a:lvl7pPr>
            <a:lvl8pPr lvl="7">
              <a:lnSpc>
                <a:spcPct val="100000"/>
              </a:lnSpc>
              <a:spcBef>
                <a:spcPts val="0"/>
              </a:spcBef>
              <a:spcAft>
                <a:spcPts val="0"/>
              </a:spcAft>
              <a:buClr>
                <a:schemeClr val="dk1"/>
              </a:buClr>
              <a:buSzPts val="1800"/>
              <a:buNone/>
              <a:defRPr sz="1800">
                <a:solidFill>
                  <a:schemeClr val="dk1"/>
                </a:solidFill>
              </a:defRPr>
            </a:lvl8pPr>
            <a:lvl9pPr lvl="8">
              <a:lnSpc>
                <a:spcPct val="100000"/>
              </a:lnSpc>
              <a:spcBef>
                <a:spcPts val="0"/>
              </a:spcBef>
              <a:spcAft>
                <a:spcPts val="0"/>
              </a:spcAft>
              <a:buClr>
                <a:schemeClr val="dk1"/>
              </a:buClr>
              <a:buSzPts val="1800"/>
              <a:buNone/>
              <a:defRPr sz="1800">
                <a:solidFill>
                  <a:schemeClr val="dk1"/>
                </a:solidFill>
              </a:defRPr>
            </a:lvl9pPr>
          </a:lstStyle>
          <a:p/>
        </p:txBody>
      </p:sp>
      <p:sp>
        <p:nvSpPr>
          <p:cNvPr id="442" name="Google Shape;442;p21"/>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43" name="Google Shape;443;p21"/>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44" name="Google Shape;444;p21"/>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445" name="Google Shape;445;p21"/>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CUSTOM_5">
    <p:spTree>
      <p:nvGrpSpPr>
        <p:cNvPr id="446" name="Shape 446"/>
        <p:cNvGrpSpPr/>
        <p:nvPr/>
      </p:nvGrpSpPr>
      <p:grpSpPr>
        <a:xfrm>
          <a:off x="0" y="0"/>
          <a:ext cx="0" cy="0"/>
          <a:chOff x="0" y="0"/>
          <a:chExt cx="0" cy="0"/>
        </a:xfrm>
      </p:grpSpPr>
      <p:sp>
        <p:nvSpPr>
          <p:cNvPr id="447" name="Google Shape;447;p22"/>
          <p:cNvSpPr txBox="1"/>
          <p:nvPr>
            <p:ph type="ctrTitle"/>
          </p:nvPr>
        </p:nvSpPr>
        <p:spPr>
          <a:xfrm>
            <a:off x="335400" y="466575"/>
            <a:ext cx="2583000" cy="1123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448" name="Google Shape;448;p22"/>
          <p:cNvSpPr txBox="1"/>
          <p:nvPr>
            <p:ph idx="1" type="subTitle"/>
          </p:nvPr>
        </p:nvSpPr>
        <p:spPr>
          <a:xfrm>
            <a:off x="3210725" y="667125"/>
            <a:ext cx="2289000" cy="632400"/>
          </a:xfrm>
          <a:prstGeom prst="rect">
            <a:avLst/>
          </a:prstGeom>
        </p:spPr>
        <p:txBody>
          <a:bodyPr anchorCtr="0" anchor="ctr"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49" name="Google Shape;449;p22"/>
          <p:cNvSpPr txBox="1"/>
          <p:nvPr>
            <p:ph idx="2" type="subTitle"/>
          </p:nvPr>
        </p:nvSpPr>
        <p:spPr>
          <a:xfrm>
            <a:off x="150000"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0" name="Google Shape;450;p22"/>
          <p:cNvSpPr txBox="1"/>
          <p:nvPr>
            <p:ph idx="3" type="subTitle"/>
          </p:nvPr>
        </p:nvSpPr>
        <p:spPr>
          <a:xfrm>
            <a:off x="2435088"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1" name="Google Shape;451;p22"/>
          <p:cNvSpPr txBox="1"/>
          <p:nvPr>
            <p:ph idx="4" type="subTitle"/>
          </p:nvPr>
        </p:nvSpPr>
        <p:spPr>
          <a:xfrm>
            <a:off x="4737315"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2" name="Google Shape;452;p22"/>
          <p:cNvSpPr txBox="1"/>
          <p:nvPr>
            <p:ph idx="5" type="subTitle"/>
          </p:nvPr>
        </p:nvSpPr>
        <p:spPr>
          <a:xfrm>
            <a:off x="7040950"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3" name="Google Shape;453;p22"/>
          <p:cNvSpPr/>
          <p:nvPr/>
        </p:nvSpPr>
        <p:spPr>
          <a:xfrm>
            <a:off x="1867775" y="1260953"/>
            <a:ext cx="158400" cy="1584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cxnSp>
        <p:nvCxnSpPr>
          <p:cNvPr id="454" name="Google Shape;454;p22"/>
          <p:cNvCxnSpPr/>
          <p:nvPr/>
        </p:nvCxnSpPr>
        <p:spPr>
          <a:xfrm>
            <a:off x="1910721" y="1340059"/>
            <a:ext cx="72300" cy="0"/>
          </a:xfrm>
          <a:prstGeom prst="straightConnector1">
            <a:avLst/>
          </a:prstGeom>
          <a:noFill/>
          <a:ln cap="flat" cmpd="sng" w="9525">
            <a:solidFill>
              <a:schemeClr val="accent4"/>
            </a:solidFill>
            <a:prstDash val="solid"/>
            <a:round/>
            <a:headEnd len="sm" w="sm" type="none"/>
            <a:tailEnd len="sm" w="sm" type="none"/>
          </a:ln>
        </p:spPr>
      </p:cxnSp>
      <p:sp>
        <p:nvSpPr>
          <p:cNvPr id="455" name="Google Shape;455;p22"/>
          <p:cNvSpPr/>
          <p:nvPr/>
        </p:nvSpPr>
        <p:spPr>
          <a:xfrm>
            <a:off x="1940928" y="1305608"/>
            <a:ext cx="42117" cy="68907"/>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sp>
        <p:nvSpPr>
          <p:cNvPr id="456" name="Google Shape;456;p22"/>
          <p:cNvSpPr/>
          <p:nvPr/>
        </p:nvSpPr>
        <p:spPr>
          <a:xfrm>
            <a:off x="15755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7" name="Google Shape;457;p22"/>
          <p:cNvSpPr/>
          <p:nvPr/>
        </p:nvSpPr>
        <p:spPr>
          <a:xfrm>
            <a:off x="13469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8" name="Google Shape;458;p22"/>
          <p:cNvSpPr/>
          <p:nvPr/>
        </p:nvSpPr>
        <p:spPr>
          <a:xfrm>
            <a:off x="11183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9" name="Google Shape;459;p22"/>
          <p:cNvSpPr/>
          <p:nvPr/>
        </p:nvSpPr>
        <p:spPr>
          <a:xfrm>
            <a:off x="8897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0" name="Google Shape;460;p22"/>
          <p:cNvSpPr/>
          <p:nvPr/>
        </p:nvSpPr>
        <p:spPr>
          <a:xfrm>
            <a:off x="6611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1" name="Google Shape;461;p22"/>
          <p:cNvSpPr/>
          <p:nvPr/>
        </p:nvSpPr>
        <p:spPr>
          <a:xfrm>
            <a:off x="4325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2" name="Google Shape;462;p22"/>
          <p:cNvSpPr/>
          <p:nvPr/>
        </p:nvSpPr>
        <p:spPr>
          <a:xfrm>
            <a:off x="-4825" y="-2175"/>
            <a:ext cx="91488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3" name="Google Shape;463;p22"/>
          <p:cNvSpPr txBox="1"/>
          <p:nvPr>
            <p:ph idx="6"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464" name="Google Shape;464;p22"/>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65" name="Google Shape;465;p22"/>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66" name="Google Shape;466;p22"/>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467" name="Google Shape;467;p22"/>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CUSTOM_21">
    <p:spTree>
      <p:nvGrpSpPr>
        <p:cNvPr id="468" name="Shape 468"/>
        <p:cNvGrpSpPr/>
        <p:nvPr/>
      </p:nvGrpSpPr>
      <p:grpSpPr>
        <a:xfrm>
          <a:off x="0" y="0"/>
          <a:ext cx="0" cy="0"/>
          <a:chOff x="0" y="0"/>
          <a:chExt cx="0" cy="0"/>
        </a:xfrm>
      </p:grpSpPr>
      <p:pic>
        <p:nvPicPr>
          <p:cNvPr descr="A man works on a computer inside a spacious hangar-like office. " id="469" name="Google Shape;469;p23"/>
          <p:cNvPicPr preferRelativeResize="0"/>
          <p:nvPr/>
        </p:nvPicPr>
        <p:blipFill rotWithShape="1">
          <a:blip r:embed="rId2">
            <a:alphaModFix amt="50000"/>
          </a:blip>
          <a:srcRect b="10032" l="504" r="593" t="6501"/>
          <a:stretch/>
        </p:blipFill>
        <p:spPr>
          <a:xfrm>
            <a:off x="-1825" y="0"/>
            <a:ext cx="9144003" cy="5143501"/>
          </a:xfrm>
          <a:prstGeom prst="rect">
            <a:avLst/>
          </a:prstGeom>
          <a:noFill/>
          <a:ln>
            <a:noFill/>
          </a:ln>
        </p:spPr>
      </p:pic>
      <p:sp>
        <p:nvSpPr>
          <p:cNvPr id="470" name="Google Shape;470;p23"/>
          <p:cNvSpPr/>
          <p:nvPr/>
        </p:nvSpPr>
        <p:spPr>
          <a:xfrm>
            <a:off x="0" y="-12725"/>
            <a:ext cx="8695500" cy="5151900"/>
          </a:xfrm>
          <a:prstGeom prst="rect">
            <a:avLst/>
          </a:prstGeom>
          <a:gradFill>
            <a:gsLst>
              <a:gs pos="0">
                <a:schemeClr val="dk1"/>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71" name="Google Shape;471;p23"/>
          <p:cNvSpPr txBox="1"/>
          <p:nvPr>
            <p:ph type="ctrTitle"/>
          </p:nvPr>
        </p:nvSpPr>
        <p:spPr>
          <a:xfrm>
            <a:off x="311700" y="2878000"/>
            <a:ext cx="6591300" cy="2052600"/>
          </a:xfrm>
          <a:prstGeom prst="rect">
            <a:avLst/>
          </a:prstGeom>
        </p:spPr>
        <p:txBody>
          <a:bodyPr anchorCtr="0" anchor="b" bIns="91425" lIns="91425" spcFirstLastPara="1" rIns="91425" wrap="square" tIns="91425">
            <a:normAutofit/>
          </a:bodyPr>
          <a:lstStyle>
            <a:lvl1pPr lvl="0">
              <a:lnSpc>
                <a:spcPct val="75000"/>
              </a:lnSpc>
              <a:spcBef>
                <a:spcPts val="0"/>
              </a:spcBef>
              <a:spcAft>
                <a:spcPts val="0"/>
              </a:spcAft>
              <a:buClr>
                <a:schemeClr val="lt1"/>
              </a:buClr>
              <a:buSzPts val="7500"/>
              <a:buFont typeface="Tomorrow Light"/>
              <a:buNone/>
              <a:defRPr sz="7500">
                <a:solidFill>
                  <a:schemeClr val="lt1"/>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72" name="Google Shape;472;p23"/>
          <p:cNvSpPr txBox="1"/>
          <p:nvPr>
            <p:ph idx="1" type="subTitle"/>
          </p:nvPr>
        </p:nvSpPr>
        <p:spPr>
          <a:xfrm>
            <a:off x="311700" y="2254075"/>
            <a:ext cx="59244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1500"/>
              <a:buFont typeface="Nunito Sans Medium"/>
              <a:buNone/>
              <a:defRPr sz="1500">
                <a:solidFill>
                  <a:schemeClr val="accent1"/>
                </a:solidFill>
                <a:latin typeface="Nunito Sans Medium"/>
                <a:ea typeface="Nunito Sans Medium"/>
                <a:cs typeface="Nunito Sans Medium"/>
                <a:sym typeface="Nunito Sans Medium"/>
              </a:defRPr>
            </a:lvl1pPr>
            <a:lvl2pPr lvl="1">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2pPr>
            <a:lvl3pPr lvl="2">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3pPr>
            <a:lvl4pPr lvl="3">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4pPr>
            <a:lvl5pPr lvl="4">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5pPr>
            <a:lvl6pPr lvl="5">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6pPr>
            <a:lvl7pPr lvl="6">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7pPr>
            <a:lvl8pPr lvl="7">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8pPr>
            <a:lvl9pPr lvl="8">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9pPr>
          </a:lstStyle>
          <a:p/>
        </p:txBody>
      </p:sp>
      <p:sp>
        <p:nvSpPr>
          <p:cNvPr id="473" name="Google Shape;473;p23"/>
          <p:cNvSpPr txBox="1"/>
          <p:nvPr>
            <p:ph idx="2" type="subTitle"/>
          </p:nvPr>
        </p:nvSpPr>
        <p:spPr>
          <a:xfrm>
            <a:off x="311700" y="586200"/>
            <a:ext cx="59244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2pPr>
            <a:lvl3pPr lvl="2">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3pPr>
            <a:lvl4pPr lvl="3">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4pPr>
            <a:lvl5pPr lvl="4">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5pPr>
            <a:lvl6pPr lvl="5">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6pPr>
            <a:lvl7pPr lvl="6">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7pPr>
            <a:lvl8pPr lvl="7">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8pPr>
            <a:lvl9pPr lvl="8">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9pPr>
          </a:lstStyle>
          <a:p/>
        </p:txBody>
      </p:sp>
      <p:cxnSp>
        <p:nvCxnSpPr>
          <p:cNvPr id="474" name="Google Shape;474;p23"/>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nvGrpSpPr>
          <p:cNvPr id="475" name="Google Shape;475;p23"/>
          <p:cNvGrpSpPr/>
          <p:nvPr/>
        </p:nvGrpSpPr>
        <p:grpSpPr>
          <a:xfrm rot="-5400000">
            <a:off x="8423456" y="-269850"/>
            <a:ext cx="153089" cy="854418"/>
            <a:chOff x="1495750" y="2304300"/>
            <a:chExt cx="128700" cy="718300"/>
          </a:xfrm>
        </p:grpSpPr>
        <p:sp>
          <p:nvSpPr>
            <p:cNvPr id="476" name="Google Shape;476;p23"/>
            <p:cNvSpPr/>
            <p:nvPr/>
          </p:nvSpPr>
          <p:spPr>
            <a:xfrm>
              <a:off x="1520050" y="23043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7" name="Google Shape;477;p23"/>
            <p:cNvSpPr/>
            <p:nvPr/>
          </p:nvSpPr>
          <p:spPr>
            <a:xfrm>
              <a:off x="1520050" y="25329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8" name="Google Shape;478;p23"/>
            <p:cNvSpPr/>
            <p:nvPr/>
          </p:nvSpPr>
          <p:spPr>
            <a:xfrm>
              <a:off x="1520050" y="27615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479" name="Google Shape;479;p23"/>
            <p:cNvCxnSpPr/>
            <p:nvPr/>
          </p:nvCxnSpPr>
          <p:spPr>
            <a:xfrm>
              <a:off x="1495750" y="3022600"/>
              <a:ext cx="128700" cy="0"/>
            </a:xfrm>
            <a:prstGeom prst="straightConnector1">
              <a:avLst/>
            </a:prstGeom>
            <a:noFill/>
            <a:ln cap="flat" cmpd="sng" w="9525">
              <a:solidFill>
                <a:schemeClr val="accent4"/>
              </a:solidFill>
              <a:prstDash val="solid"/>
              <a:round/>
              <a:headEnd len="sm" w="sm" type="none"/>
              <a:tailEnd len="sm" w="sm" type="none"/>
            </a:ln>
          </p:spPr>
        </p:cxnSp>
      </p:grpSp>
      <p:sp>
        <p:nvSpPr>
          <p:cNvPr id="480" name="Google Shape;480;p23"/>
          <p:cNvSpPr txBox="1"/>
          <p:nvPr>
            <p:ph idx="3"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p:cSld name="CUSTOM_9">
    <p:spTree>
      <p:nvGrpSpPr>
        <p:cNvPr id="481" name="Shape 481"/>
        <p:cNvGrpSpPr/>
        <p:nvPr/>
      </p:nvGrpSpPr>
      <p:grpSpPr>
        <a:xfrm>
          <a:off x="0" y="0"/>
          <a:ext cx="0" cy="0"/>
          <a:chOff x="0" y="0"/>
          <a:chExt cx="0" cy="0"/>
        </a:xfrm>
      </p:grpSpPr>
      <p:sp>
        <p:nvSpPr>
          <p:cNvPr id="482" name="Google Shape;482;p24"/>
          <p:cNvSpPr/>
          <p:nvPr/>
        </p:nvSpPr>
        <p:spPr>
          <a:xfrm>
            <a:off x="2579075" y="-2175"/>
            <a:ext cx="65649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Light"/>
              <a:ea typeface="Tomorrow Light"/>
              <a:cs typeface="Tomorrow Light"/>
              <a:sym typeface="Tomorrow Light"/>
            </a:endParaRPr>
          </a:p>
        </p:txBody>
      </p:sp>
      <p:sp>
        <p:nvSpPr>
          <p:cNvPr id="483" name="Google Shape;483;p24"/>
          <p:cNvSpPr/>
          <p:nvPr/>
        </p:nvSpPr>
        <p:spPr>
          <a:xfrm flipH="1" rot="10800000">
            <a:off x="-4825" y="-1050"/>
            <a:ext cx="2583900" cy="5152500"/>
          </a:xfrm>
          <a:prstGeom prst="snip1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484" name="Google Shape;484;p24"/>
          <p:cNvSpPr/>
          <p:nvPr/>
        </p:nvSpPr>
        <p:spPr>
          <a:xfrm flipH="1" rot="10800000">
            <a:off x="157175" y="0"/>
            <a:ext cx="2259900" cy="4890300"/>
          </a:xfrm>
          <a:prstGeom prst="snip1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485" name="Google Shape;485;p24"/>
          <p:cNvSpPr txBox="1"/>
          <p:nvPr>
            <p:ph type="title"/>
          </p:nvPr>
        </p:nvSpPr>
        <p:spPr>
          <a:xfrm>
            <a:off x="2924850" y="47115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1500"/>
              <a:buFont typeface="Tomorrow"/>
              <a:buNone/>
              <a:defRPr sz="1500"/>
            </a:lvl1pPr>
            <a:lvl2pPr lvl="1">
              <a:spcBef>
                <a:spcPts val="0"/>
              </a:spcBef>
              <a:spcAft>
                <a:spcPts val="0"/>
              </a:spcAft>
              <a:buSzPts val="1500"/>
              <a:buFont typeface="Tomorrow"/>
              <a:buNone/>
              <a:defRPr sz="1500"/>
            </a:lvl2pPr>
            <a:lvl3pPr lvl="2">
              <a:spcBef>
                <a:spcPts val="0"/>
              </a:spcBef>
              <a:spcAft>
                <a:spcPts val="0"/>
              </a:spcAft>
              <a:buSzPts val="1500"/>
              <a:buFont typeface="Tomorrow"/>
              <a:buNone/>
              <a:defRPr sz="1500"/>
            </a:lvl3pPr>
            <a:lvl4pPr lvl="3">
              <a:spcBef>
                <a:spcPts val="0"/>
              </a:spcBef>
              <a:spcAft>
                <a:spcPts val="0"/>
              </a:spcAft>
              <a:buSzPts val="1500"/>
              <a:buFont typeface="Tomorrow"/>
              <a:buNone/>
              <a:defRPr sz="1500"/>
            </a:lvl4pPr>
            <a:lvl5pPr lvl="4">
              <a:spcBef>
                <a:spcPts val="0"/>
              </a:spcBef>
              <a:spcAft>
                <a:spcPts val="0"/>
              </a:spcAft>
              <a:buSzPts val="1500"/>
              <a:buFont typeface="Tomorrow"/>
              <a:buNone/>
              <a:defRPr sz="1500"/>
            </a:lvl5pPr>
            <a:lvl6pPr lvl="5">
              <a:spcBef>
                <a:spcPts val="0"/>
              </a:spcBef>
              <a:spcAft>
                <a:spcPts val="0"/>
              </a:spcAft>
              <a:buSzPts val="1500"/>
              <a:buFont typeface="Tomorrow"/>
              <a:buNone/>
              <a:defRPr sz="1500"/>
            </a:lvl6pPr>
            <a:lvl7pPr lvl="6">
              <a:spcBef>
                <a:spcPts val="0"/>
              </a:spcBef>
              <a:spcAft>
                <a:spcPts val="0"/>
              </a:spcAft>
              <a:buSzPts val="1500"/>
              <a:buFont typeface="Tomorrow"/>
              <a:buNone/>
              <a:defRPr sz="1500"/>
            </a:lvl7pPr>
            <a:lvl8pPr lvl="7">
              <a:spcBef>
                <a:spcPts val="0"/>
              </a:spcBef>
              <a:spcAft>
                <a:spcPts val="0"/>
              </a:spcAft>
              <a:buSzPts val="1500"/>
              <a:buFont typeface="Tomorrow"/>
              <a:buNone/>
              <a:defRPr sz="1500"/>
            </a:lvl8pPr>
            <a:lvl9pPr lvl="8">
              <a:spcBef>
                <a:spcPts val="0"/>
              </a:spcBef>
              <a:spcAft>
                <a:spcPts val="0"/>
              </a:spcAft>
              <a:buSzPts val="1500"/>
              <a:buFont typeface="Tomorrow"/>
              <a:buNone/>
              <a:defRPr sz="1500"/>
            </a:lvl9pPr>
          </a:lstStyle>
          <a:p/>
        </p:txBody>
      </p:sp>
      <p:sp>
        <p:nvSpPr>
          <p:cNvPr id="486" name="Google Shape;486;p24"/>
          <p:cNvSpPr txBox="1"/>
          <p:nvPr>
            <p:ph idx="1" type="subTitle"/>
          </p:nvPr>
        </p:nvSpPr>
        <p:spPr>
          <a:xfrm>
            <a:off x="2924850" y="962325"/>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87" name="Google Shape;487;p24"/>
          <p:cNvSpPr txBox="1"/>
          <p:nvPr>
            <p:ph idx="2" type="subTitle"/>
          </p:nvPr>
        </p:nvSpPr>
        <p:spPr>
          <a:xfrm>
            <a:off x="2924850" y="267374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88" name="Google Shape;488;p24"/>
          <p:cNvSpPr txBox="1"/>
          <p:nvPr>
            <p:ph idx="3" type="title"/>
          </p:nvPr>
        </p:nvSpPr>
        <p:spPr>
          <a:xfrm>
            <a:off x="6038850" y="47115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1500"/>
              <a:buFont typeface="Tomorrow"/>
              <a:buNone/>
              <a:defRPr sz="1500"/>
            </a:lvl1pPr>
            <a:lvl2pPr lvl="1">
              <a:spcBef>
                <a:spcPts val="0"/>
              </a:spcBef>
              <a:spcAft>
                <a:spcPts val="0"/>
              </a:spcAft>
              <a:buSzPts val="1500"/>
              <a:buFont typeface="Tomorrow"/>
              <a:buNone/>
              <a:defRPr sz="1500"/>
            </a:lvl2pPr>
            <a:lvl3pPr lvl="2">
              <a:spcBef>
                <a:spcPts val="0"/>
              </a:spcBef>
              <a:spcAft>
                <a:spcPts val="0"/>
              </a:spcAft>
              <a:buSzPts val="1500"/>
              <a:buFont typeface="Tomorrow"/>
              <a:buNone/>
              <a:defRPr sz="1500"/>
            </a:lvl3pPr>
            <a:lvl4pPr lvl="3">
              <a:spcBef>
                <a:spcPts val="0"/>
              </a:spcBef>
              <a:spcAft>
                <a:spcPts val="0"/>
              </a:spcAft>
              <a:buSzPts val="1500"/>
              <a:buFont typeface="Tomorrow"/>
              <a:buNone/>
              <a:defRPr sz="1500"/>
            </a:lvl4pPr>
            <a:lvl5pPr lvl="4">
              <a:spcBef>
                <a:spcPts val="0"/>
              </a:spcBef>
              <a:spcAft>
                <a:spcPts val="0"/>
              </a:spcAft>
              <a:buSzPts val="1500"/>
              <a:buFont typeface="Tomorrow"/>
              <a:buNone/>
              <a:defRPr sz="1500"/>
            </a:lvl5pPr>
            <a:lvl6pPr lvl="5">
              <a:spcBef>
                <a:spcPts val="0"/>
              </a:spcBef>
              <a:spcAft>
                <a:spcPts val="0"/>
              </a:spcAft>
              <a:buSzPts val="1500"/>
              <a:buFont typeface="Tomorrow"/>
              <a:buNone/>
              <a:defRPr sz="1500"/>
            </a:lvl6pPr>
            <a:lvl7pPr lvl="6">
              <a:spcBef>
                <a:spcPts val="0"/>
              </a:spcBef>
              <a:spcAft>
                <a:spcPts val="0"/>
              </a:spcAft>
              <a:buSzPts val="1500"/>
              <a:buFont typeface="Tomorrow"/>
              <a:buNone/>
              <a:defRPr sz="1500"/>
            </a:lvl7pPr>
            <a:lvl8pPr lvl="7">
              <a:spcBef>
                <a:spcPts val="0"/>
              </a:spcBef>
              <a:spcAft>
                <a:spcPts val="0"/>
              </a:spcAft>
              <a:buSzPts val="1500"/>
              <a:buFont typeface="Tomorrow"/>
              <a:buNone/>
              <a:defRPr sz="1500"/>
            </a:lvl8pPr>
            <a:lvl9pPr lvl="8">
              <a:spcBef>
                <a:spcPts val="0"/>
              </a:spcBef>
              <a:spcAft>
                <a:spcPts val="0"/>
              </a:spcAft>
              <a:buSzPts val="1500"/>
              <a:buFont typeface="Tomorrow"/>
              <a:buNone/>
              <a:defRPr sz="1500"/>
            </a:lvl9pPr>
          </a:lstStyle>
          <a:p/>
        </p:txBody>
      </p:sp>
      <p:sp>
        <p:nvSpPr>
          <p:cNvPr id="489" name="Google Shape;489;p24"/>
          <p:cNvSpPr txBox="1"/>
          <p:nvPr>
            <p:ph idx="4" type="subTitle"/>
          </p:nvPr>
        </p:nvSpPr>
        <p:spPr>
          <a:xfrm>
            <a:off x="6038850" y="962325"/>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0" name="Google Shape;490;p24"/>
          <p:cNvSpPr txBox="1"/>
          <p:nvPr>
            <p:ph idx="5" type="subTitle"/>
          </p:nvPr>
        </p:nvSpPr>
        <p:spPr>
          <a:xfrm>
            <a:off x="6038850" y="267374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1" name="Google Shape;491;p24"/>
          <p:cNvSpPr txBox="1"/>
          <p:nvPr>
            <p:ph idx="6" type="subTitle"/>
          </p:nvPr>
        </p:nvSpPr>
        <p:spPr>
          <a:xfrm>
            <a:off x="2924850" y="1384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2" name="Google Shape;492;p24"/>
          <p:cNvSpPr txBox="1"/>
          <p:nvPr>
            <p:ph idx="7" type="subTitle"/>
          </p:nvPr>
        </p:nvSpPr>
        <p:spPr>
          <a:xfrm>
            <a:off x="6038850" y="1384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3" name="Google Shape;493;p24"/>
          <p:cNvSpPr txBox="1"/>
          <p:nvPr>
            <p:ph idx="8" type="subTitle"/>
          </p:nvPr>
        </p:nvSpPr>
        <p:spPr>
          <a:xfrm>
            <a:off x="2924850" y="307335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4" name="Google Shape;494;p24"/>
          <p:cNvSpPr txBox="1"/>
          <p:nvPr>
            <p:ph idx="9" type="subTitle"/>
          </p:nvPr>
        </p:nvSpPr>
        <p:spPr>
          <a:xfrm>
            <a:off x="6038850" y="307335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5" name="Google Shape;495;p24"/>
          <p:cNvSpPr txBox="1"/>
          <p:nvPr>
            <p:ph idx="13" type="subTitle"/>
          </p:nvPr>
        </p:nvSpPr>
        <p:spPr>
          <a:xfrm>
            <a:off x="2807675"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grpSp>
        <p:nvGrpSpPr>
          <p:cNvPr id="496" name="Google Shape;496;p24"/>
          <p:cNvGrpSpPr/>
          <p:nvPr/>
        </p:nvGrpSpPr>
        <p:grpSpPr>
          <a:xfrm>
            <a:off x="347414" y="3546456"/>
            <a:ext cx="192709" cy="689901"/>
            <a:chOff x="1296100" y="1847100"/>
            <a:chExt cx="328350" cy="1175500"/>
          </a:xfrm>
        </p:grpSpPr>
        <p:sp>
          <p:nvSpPr>
            <p:cNvPr id="497" name="Google Shape;497;p24"/>
            <p:cNvSpPr/>
            <p:nvPr/>
          </p:nvSpPr>
          <p:spPr>
            <a:xfrm>
              <a:off x="1520050" y="18471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8" name="Google Shape;498;p24"/>
            <p:cNvSpPr/>
            <p:nvPr/>
          </p:nvSpPr>
          <p:spPr>
            <a:xfrm>
              <a:off x="1520050" y="20757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9" name="Google Shape;499;p24"/>
            <p:cNvSpPr/>
            <p:nvPr/>
          </p:nvSpPr>
          <p:spPr>
            <a:xfrm>
              <a:off x="1520050" y="23043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00" name="Google Shape;500;p24"/>
            <p:cNvSpPr/>
            <p:nvPr/>
          </p:nvSpPr>
          <p:spPr>
            <a:xfrm>
              <a:off x="1520050" y="25329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01" name="Google Shape;501;p24"/>
            <p:cNvSpPr/>
            <p:nvPr/>
          </p:nvSpPr>
          <p:spPr>
            <a:xfrm>
              <a:off x="1520050" y="27615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502" name="Google Shape;502;p24"/>
            <p:cNvCxnSpPr/>
            <p:nvPr/>
          </p:nvCxnSpPr>
          <p:spPr>
            <a:xfrm>
              <a:off x="1296100" y="2344150"/>
              <a:ext cx="128700" cy="0"/>
            </a:xfrm>
            <a:prstGeom prst="straightConnector1">
              <a:avLst/>
            </a:prstGeom>
            <a:noFill/>
            <a:ln cap="flat" cmpd="sng" w="9525">
              <a:solidFill>
                <a:schemeClr val="accent4"/>
              </a:solidFill>
              <a:prstDash val="solid"/>
              <a:round/>
              <a:headEnd len="sm" w="sm" type="none"/>
              <a:tailEnd len="sm" w="sm" type="none"/>
            </a:ln>
          </p:spPr>
        </p:cxnSp>
        <p:cxnSp>
          <p:nvCxnSpPr>
            <p:cNvPr id="503" name="Google Shape;503;p24"/>
            <p:cNvCxnSpPr/>
            <p:nvPr/>
          </p:nvCxnSpPr>
          <p:spPr>
            <a:xfrm>
              <a:off x="1495750" y="3022600"/>
              <a:ext cx="128700" cy="0"/>
            </a:xfrm>
            <a:prstGeom prst="straightConnector1">
              <a:avLst/>
            </a:prstGeom>
            <a:noFill/>
            <a:ln cap="flat" cmpd="sng" w="9525">
              <a:solidFill>
                <a:schemeClr val="accent4"/>
              </a:solidFill>
              <a:prstDash val="solid"/>
              <a:round/>
              <a:headEnd len="sm" w="sm" type="none"/>
              <a:tailEnd len="sm" w="sm" type="none"/>
            </a:ln>
          </p:spPr>
        </p:cxnSp>
      </p:grpSp>
      <p:cxnSp>
        <p:nvCxnSpPr>
          <p:cNvPr id="504" name="Google Shape;504;p24"/>
          <p:cNvCxnSpPr/>
          <p:nvPr/>
        </p:nvCxnSpPr>
        <p:spPr>
          <a:xfrm>
            <a:off x="169250" y="4444362"/>
            <a:ext cx="367200" cy="0"/>
          </a:xfrm>
          <a:prstGeom prst="straightConnector1">
            <a:avLst/>
          </a:prstGeom>
          <a:noFill/>
          <a:ln cap="flat" cmpd="sng" w="9525">
            <a:solidFill>
              <a:schemeClr val="accent4"/>
            </a:solidFill>
            <a:prstDash val="solid"/>
            <a:round/>
            <a:headEnd len="sm" w="sm" type="none"/>
            <a:tailEnd len="sm" w="sm" type="none"/>
          </a:ln>
        </p:spPr>
      </p:cxnSp>
      <p:sp>
        <p:nvSpPr>
          <p:cNvPr id="505" name="Google Shape;505;p24"/>
          <p:cNvSpPr txBox="1"/>
          <p:nvPr>
            <p:ph idx="14" type="subTitle"/>
          </p:nvPr>
        </p:nvSpPr>
        <p:spPr>
          <a:xfrm>
            <a:off x="2924850" y="381979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6" name="Google Shape;506;p24"/>
          <p:cNvSpPr txBox="1"/>
          <p:nvPr>
            <p:ph idx="15" type="subTitle"/>
          </p:nvPr>
        </p:nvSpPr>
        <p:spPr>
          <a:xfrm>
            <a:off x="6038850" y="381979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7" name="Google Shape;507;p24"/>
          <p:cNvSpPr txBox="1"/>
          <p:nvPr>
            <p:ph idx="16" type="subTitle"/>
          </p:nvPr>
        </p:nvSpPr>
        <p:spPr>
          <a:xfrm>
            <a:off x="2924850" y="4219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8" name="Google Shape;508;p24"/>
          <p:cNvSpPr txBox="1"/>
          <p:nvPr>
            <p:ph idx="17" type="subTitle"/>
          </p:nvPr>
        </p:nvSpPr>
        <p:spPr>
          <a:xfrm>
            <a:off x="6038850" y="4219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9" name="Google Shape;509;p24"/>
          <p:cNvSpPr txBox="1"/>
          <p:nvPr>
            <p:ph idx="18" type="ctrTitle"/>
          </p:nvPr>
        </p:nvSpPr>
        <p:spPr>
          <a:xfrm>
            <a:off x="335400" y="466575"/>
            <a:ext cx="1993800" cy="27375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cxnSp>
        <p:nvCxnSpPr>
          <p:cNvPr id="510" name="Google Shape;510;p24"/>
          <p:cNvCxnSpPr/>
          <p:nvPr/>
        </p:nvCxnSpPr>
        <p:spPr>
          <a:xfrm>
            <a:off x="8442394" y="-2206"/>
            <a:ext cx="0" cy="330000"/>
          </a:xfrm>
          <a:prstGeom prst="straightConnector1">
            <a:avLst/>
          </a:prstGeom>
          <a:noFill/>
          <a:ln cap="flat" cmpd="sng" w="9525">
            <a:solidFill>
              <a:schemeClr val="accent6"/>
            </a:solidFill>
            <a:prstDash val="solid"/>
            <a:round/>
            <a:headEnd len="sm" w="sm" type="none"/>
            <a:tailEnd len="sm" w="sm" type="none"/>
          </a:ln>
        </p:spPr>
      </p:cxnSp>
      <p:cxnSp>
        <p:nvCxnSpPr>
          <p:cNvPr id="511" name="Google Shape;511;p24"/>
          <p:cNvCxnSpPr/>
          <p:nvPr/>
        </p:nvCxnSpPr>
        <p:spPr>
          <a:xfrm>
            <a:off x="8801109" y="-2188"/>
            <a:ext cx="0" cy="330000"/>
          </a:xfrm>
          <a:prstGeom prst="straightConnector1">
            <a:avLst/>
          </a:prstGeom>
          <a:noFill/>
          <a:ln cap="flat" cmpd="sng" w="9525">
            <a:solidFill>
              <a:schemeClr val="accent6"/>
            </a:solidFill>
            <a:prstDash val="solid"/>
            <a:round/>
            <a:headEnd len="sm" w="sm" type="none"/>
            <a:tailEnd len="sm" w="sm" type="none"/>
          </a:ln>
        </p:spPr>
      </p:cxnSp>
      <p:sp>
        <p:nvSpPr>
          <p:cNvPr id="512" name="Google Shape;512;p2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13" name="Google Shape;513;p2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points">
  <p:cSld name="CUSTOM_10">
    <p:spTree>
      <p:nvGrpSpPr>
        <p:cNvPr id="514" name="Shape 514"/>
        <p:cNvGrpSpPr/>
        <p:nvPr/>
      </p:nvGrpSpPr>
      <p:grpSpPr>
        <a:xfrm>
          <a:off x="0" y="0"/>
          <a:ext cx="0" cy="0"/>
          <a:chOff x="0" y="0"/>
          <a:chExt cx="0" cy="0"/>
        </a:xfrm>
      </p:grpSpPr>
      <p:sp>
        <p:nvSpPr>
          <p:cNvPr id="515" name="Google Shape;515;p25"/>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6" name="Google Shape;516;p25"/>
          <p:cNvSpPr txBox="1"/>
          <p:nvPr>
            <p:ph idx="1" type="subTitle"/>
          </p:nvPr>
        </p:nvSpPr>
        <p:spPr>
          <a:xfrm>
            <a:off x="6717975" y="3853973"/>
            <a:ext cx="1932000" cy="1074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7" name="Google Shape;517;p25"/>
          <p:cNvSpPr txBox="1"/>
          <p:nvPr>
            <p:ph idx="2" type="subTitle"/>
          </p:nvPr>
        </p:nvSpPr>
        <p:spPr>
          <a:xfrm>
            <a:off x="4214300" y="3853950"/>
            <a:ext cx="2098500" cy="1074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8" name="Google Shape;518;p25"/>
          <p:cNvSpPr txBox="1"/>
          <p:nvPr>
            <p:ph idx="3" type="subTitle"/>
          </p:nvPr>
        </p:nvSpPr>
        <p:spPr>
          <a:xfrm>
            <a:off x="450650" y="1859575"/>
            <a:ext cx="3225600" cy="1476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9" name="Google Shape;519;p25"/>
          <p:cNvSpPr txBox="1"/>
          <p:nvPr>
            <p:ph idx="4" type="subTitle"/>
          </p:nvPr>
        </p:nvSpPr>
        <p:spPr>
          <a:xfrm>
            <a:off x="6717975" y="3446250"/>
            <a:ext cx="1790100" cy="3672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SemiBold"/>
              <a:buNone/>
              <a:defRPr sz="1200">
                <a:solidFill>
                  <a:schemeClr val="dk1"/>
                </a:solidFill>
                <a:latin typeface="Nunito Sans SemiBold"/>
                <a:ea typeface="Nunito Sans SemiBold"/>
                <a:cs typeface="Nunito Sans SemiBold"/>
                <a:sym typeface="Nunito Sans SemiBold"/>
              </a:defRPr>
            </a:lvl1pPr>
            <a:lvl2pPr lvl="1">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2pPr>
            <a:lvl3pPr lvl="2">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3pPr>
            <a:lvl4pPr lvl="3">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4pPr>
            <a:lvl5pPr lvl="4">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5pPr>
            <a:lvl6pPr lvl="5">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6pPr>
            <a:lvl7pPr lvl="6">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7pPr>
            <a:lvl8pPr lvl="7">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8pPr>
            <a:lvl9pPr lvl="8">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9pPr>
          </a:lstStyle>
          <a:p/>
        </p:txBody>
      </p:sp>
      <p:sp>
        <p:nvSpPr>
          <p:cNvPr id="520" name="Google Shape;520;p25"/>
          <p:cNvSpPr txBox="1"/>
          <p:nvPr>
            <p:ph idx="5" type="subTitle"/>
          </p:nvPr>
        </p:nvSpPr>
        <p:spPr>
          <a:xfrm>
            <a:off x="4214300" y="3446250"/>
            <a:ext cx="1790100" cy="3672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SemiBold"/>
              <a:buNone/>
              <a:defRPr sz="1200">
                <a:solidFill>
                  <a:schemeClr val="dk1"/>
                </a:solidFill>
                <a:latin typeface="Nunito Sans SemiBold"/>
                <a:ea typeface="Nunito Sans SemiBold"/>
                <a:cs typeface="Nunito Sans SemiBold"/>
                <a:sym typeface="Nunito Sans SemiBold"/>
              </a:defRPr>
            </a:lvl1pPr>
            <a:lvl2pPr lvl="1">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2pPr>
            <a:lvl3pPr lvl="2">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3pPr>
            <a:lvl4pPr lvl="3">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4pPr>
            <a:lvl5pPr lvl="4">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5pPr>
            <a:lvl6pPr lvl="5">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6pPr>
            <a:lvl7pPr lvl="6">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7pPr>
            <a:lvl8pPr lvl="7">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8pPr>
            <a:lvl9pPr lvl="8">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9pPr>
          </a:lstStyle>
          <a:p/>
        </p:txBody>
      </p:sp>
      <p:sp>
        <p:nvSpPr>
          <p:cNvPr id="521" name="Google Shape;521;p25"/>
          <p:cNvSpPr/>
          <p:nvPr>
            <p:ph idx="6" type="pic"/>
          </p:nvPr>
        </p:nvSpPr>
        <p:spPr>
          <a:xfrm>
            <a:off x="-4825" y="3339000"/>
            <a:ext cx="3681000" cy="1804500"/>
          </a:xfrm>
          <a:prstGeom prst="roundRect">
            <a:avLst>
              <a:gd fmla="val 0" name="adj"/>
            </a:avLst>
          </a:prstGeom>
          <a:noFill/>
          <a:ln>
            <a:noFill/>
          </a:ln>
        </p:spPr>
      </p:sp>
      <p:sp>
        <p:nvSpPr>
          <p:cNvPr id="522" name="Google Shape;522;p25"/>
          <p:cNvSpPr txBox="1"/>
          <p:nvPr>
            <p:ph idx="7"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523" name="Google Shape;523;p25"/>
          <p:cNvGrpSpPr/>
          <p:nvPr/>
        </p:nvGrpSpPr>
        <p:grpSpPr>
          <a:xfrm>
            <a:off x="8865471" y="98889"/>
            <a:ext cx="154148" cy="134734"/>
            <a:chOff x="8834250" y="614850"/>
            <a:chExt cx="221700" cy="193750"/>
          </a:xfrm>
        </p:grpSpPr>
        <p:cxnSp>
          <p:nvCxnSpPr>
            <p:cNvPr id="524" name="Google Shape;524;p25"/>
            <p:cNvCxnSpPr/>
            <p:nvPr/>
          </p:nvCxnSpPr>
          <p:spPr>
            <a:xfrm>
              <a:off x="8834250" y="614850"/>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525" name="Google Shape;525;p25"/>
            <p:cNvCxnSpPr/>
            <p:nvPr/>
          </p:nvCxnSpPr>
          <p:spPr>
            <a:xfrm>
              <a:off x="8834250" y="711725"/>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526" name="Google Shape;526;p25"/>
            <p:cNvCxnSpPr/>
            <p:nvPr/>
          </p:nvCxnSpPr>
          <p:spPr>
            <a:xfrm>
              <a:off x="8834250" y="808600"/>
              <a:ext cx="221700" cy="0"/>
            </a:xfrm>
            <a:prstGeom prst="straightConnector1">
              <a:avLst/>
            </a:prstGeom>
            <a:noFill/>
            <a:ln cap="flat" cmpd="sng" w="19050">
              <a:solidFill>
                <a:schemeClr val="accent6"/>
              </a:solidFill>
              <a:prstDash val="solid"/>
              <a:round/>
              <a:headEnd len="sm" w="sm" type="none"/>
              <a:tailEnd len="sm" w="sm" type="none"/>
            </a:ln>
          </p:spPr>
        </p:cxnSp>
      </p:grpSp>
      <p:sp>
        <p:nvSpPr>
          <p:cNvPr id="527" name="Google Shape;527;p25"/>
          <p:cNvSpPr txBox="1"/>
          <p:nvPr>
            <p:ph type="ctrTitle"/>
          </p:nvPr>
        </p:nvSpPr>
        <p:spPr>
          <a:xfrm>
            <a:off x="335400" y="466575"/>
            <a:ext cx="3879000" cy="11757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p:cSld name="CUSTOM_4_2">
    <p:spTree>
      <p:nvGrpSpPr>
        <p:cNvPr id="528" name="Shape 528"/>
        <p:cNvGrpSpPr/>
        <p:nvPr/>
      </p:nvGrpSpPr>
      <p:grpSpPr>
        <a:xfrm>
          <a:off x="0" y="0"/>
          <a:ext cx="0" cy="0"/>
          <a:chOff x="0" y="0"/>
          <a:chExt cx="0" cy="0"/>
        </a:xfrm>
      </p:grpSpPr>
      <p:sp>
        <p:nvSpPr>
          <p:cNvPr id="529" name="Google Shape;529;p26"/>
          <p:cNvSpPr txBox="1"/>
          <p:nvPr>
            <p:ph idx="1" type="subTitle"/>
          </p:nvPr>
        </p:nvSpPr>
        <p:spPr>
          <a:xfrm>
            <a:off x="372875"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0" name="Google Shape;530;p26"/>
          <p:cNvSpPr txBox="1"/>
          <p:nvPr>
            <p:ph type="title"/>
          </p:nvPr>
        </p:nvSpPr>
        <p:spPr>
          <a:xfrm>
            <a:off x="372875"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1" name="Google Shape;531;p26"/>
          <p:cNvSpPr txBox="1"/>
          <p:nvPr>
            <p:ph idx="2" type="subTitle"/>
          </p:nvPr>
        </p:nvSpPr>
        <p:spPr>
          <a:xfrm>
            <a:off x="372875"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2" name="Google Shape;532;p26"/>
          <p:cNvSpPr txBox="1"/>
          <p:nvPr>
            <p:ph idx="3" type="subTitle"/>
          </p:nvPr>
        </p:nvSpPr>
        <p:spPr>
          <a:xfrm>
            <a:off x="2663825"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3" name="Google Shape;533;p26"/>
          <p:cNvSpPr txBox="1"/>
          <p:nvPr>
            <p:ph idx="4" type="title"/>
          </p:nvPr>
        </p:nvSpPr>
        <p:spPr>
          <a:xfrm>
            <a:off x="2663813"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4" name="Google Shape;534;p26"/>
          <p:cNvSpPr txBox="1"/>
          <p:nvPr>
            <p:ph idx="5" type="subTitle"/>
          </p:nvPr>
        </p:nvSpPr>
        <p:spPr>
          <a:xfrm>
            <a:off x="266382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5" name="Google Shape;535;p26"/>
          <p:cNvSpPr txBox="1"/>
          <p:nvPr>
            <p:ph idx="6" type="subTitle"/>
          </p:nvPr>
        </p:nvSpPr>
        <p:spPr>
          <a:xfrm>
            <a:off x="4940275" y="217755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6" name="Google Shape;536;p26"/>
          <p:cNvSpPr txBox="1"/>
          <p:nvPr>
            <p:ph idx="7" type="title"/>
          </p:nvPr>
        </p:nvSpPr>
        <p:spPr>
          <a:xfrm>
            <a:off x="4928588"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7" name="Google Shape;537;p26"/>
          <p:cNvSpPr txBox="1"/>
          <p:nvPr>
            <p:ph idx="8" type="subTitle"/>
          </p:nvPr>
        </p:nvSpPr>
        <p:spPr>
          <a:xfrm>
            <a:off x="492860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8" name="Google Shape;538;p26"/>
          <p:cNvSpPr txBox="1"/>
          <p:nvPr>
            <p:ph idx="9" type="subTitle"/>
          </p:nvPr>
        </p:nvSpPr>
        <p:spPr>
          <a:xfrm>
            <a:off x="7129550"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9" name="Google Shape;539;p26"/>
          <p:cNvSpPr txBox="1"/>
          <p:nvPr>
            <p:ph idx="13" type="title"/>
          </p:nvPr>
        </p:nvSpPr>
        <p:spPr>
          <a:xfrm>
            <a:off x="7129550"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40" name="Google Shape;540;p26"/>
          <p:cNvSpPr txBox="1"/>
          <p:nvPr>
            <p:ph idx="14" type="subTitle"/>
          </p:nvPr>
        </p:nvSpPr>
        <p:spPr>
          <a:xfrm>
            <a:off x="712955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41" name="Google Shape;541;p26"/>
          <p:cNvSpPr txBox="1"/>
          <p:nvPr>
            <p:ph idx="15" type="subTitle"/>
          </p:nvPr>
        </p:nvSpPr>
        <p:spPr>
          <a:xfrm>
            <a:off x="0" y="0"/>
            <a:ext cx="3396600" cy="3324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cxnSp>
        <p:nvCxnSpPr>
          <p:cNvPr id="542" name="Google Shape;542;p26"/>
          <p:cNvCxnSpPr/>
          <p:nvPr/>
        </p:nvCxnSpPr>
        <p:spPr>
          <a:xfrm>
            <a:off x="0" y="1096150"/>
            <a:ext cx="9153600" cy="0"/>
          </a:xfrm>
          <a:prstGeom prst="straightConnector1">
            <a:avLst/>
          </a:prstGeom>
          <a:noFill/>
          <a:ln cap="flat" cmpd="sng" w="9525">
            <a:solidFill>
              <a:schemeClr val="lt1"/>
            </a:solidFill>
            <a:prstDash val="solid"/>
            <a:round/>
            <a:headEnd len="sm" w="sm" type="none"/>
            <a:tailEnd len="sm" w="sm" type="none"/>
          </a:ln>
        </p:spPr>
      </p:cxnSp>
      <p:grpSp>
        <p:nvGrpSpPr>
          <p:cNvPr id="543" name="Google Shape;543;p26"/>
          <p:cNvGrpSpPr/>
          <p:nvPr/>
        </p:nvGrpSpPr>
        <p:grpSpPr>
          <a:xfrm>
            <a:off x="8909059" y="117195"/>
            <a:ext cx="69607" cy="864320"/>
            <a:chOff x="1520050" y="1847100"/>
            <a:chExt cx="80100" cy="994500"/>
          </a:xfrm>
        </p:grpSpPr>
        <p:sp>
          <p:nvSpPr>
            <p:cNvPr id="544" name="Google Shape;544;p26"/>
            <p:cNvSpPr/>
            <p:nvPr/>
          </p:nvSpPr>
          <p:spPr>
            <a:xfrm>
              <a:off x="1520050" y="18471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45" name="Google Shape;545;p26"/>
            <p:cNvSpPr/>
            <p:nvPr/>
          </p:nvSpPr>
          <p:spPr>
            <a:xfrm>
              <a:off x="1520050" y="20757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46" name="Google Shape;546;p26"/>
            <p:cNvSpPr/>
            <p:nvPr/>
          </p:nvSpPr>
          <p:spPr>
            <a:xfrm>
              <a:off x="1520050" y="23043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47" name="Google Shape;547;p26"/>
            <p:cNvSpPr/>
            <p:nvPr/>
          </p:nvSpPr>
          <p:spPr>
            <a:xfrm>
              <a:off x="1520050" y="25329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548" name="Google Shape;548;p26"/>
            <p:cNvSpPr/>
            <p:nvPr/>
          </p:nvSpPr>
          <p:spPr>
            <a:xfrm>
              <a:off x="1520050" y="27615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grpSp>
      <p:sp>
        <p:nvSpPr>
          <p:cNvPr id="549" name="Google Shape;549;p26"/>
          <p:cNvSpPr txBox="1"/>
          <p:nvPr>
            <p:ph idx="16" type="ctrTitle"/>
          </p:nvPr>
        </p:nvSpPr>
        <p:spPr>
          <a:xfrm>
            <a:off x="335400" y="466575"/>
            <a:ext cx="8189700" cy="724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Pictures">
  <p:cSld name="CUSTOM_12">
    <p:spTree>
      <p:nvGrpSpPr>
        <p:cNvPr id="550" name="Shape 550"/>
        <p:cNvGrpSpPr/>
        <p:nvPr/>
      </p:nvGrpSpPr>
      <p:grpSpPr>
        <a:xfrm>
          <a:off x="0" y="0"/>
          <a:ext cx="0" cy="0"/>
          <a:chOff x="0" y="0"/>
          <a:chExt cx="0" cy="0"/>
        </a:xfrm>
      </p:grpSpPr>
      <p:sp>
        <p:nvSpPr>
          <p:cNvPr id="551" name="Google Shape;551;p27"/>
          <p:cNvSpPr txBox="1"/>
          <p:nvPr>
            <p:ph idx="1" type="subTitle"/>
          </p:nvPr>
        </p:nvSpPr>
        <p:spPr>
          <a:xfrm>
            <a:off x="50117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2" name="Google Shape;552;p27"/>
          <p:cNvSpPr txBox="1"/>
          <p:nvPr>
            <p:ph idx="2" type="subTitle"/>
          </p:nvPr>
        </p:nvSpPr>
        <p:spPr>
          <a:xfrm>
            <a:off x="2336550"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3" name="Google Shape;553;p27"/>
          <p:cNvSpPr txBox="1"/>
          <p:nvPr>
            <p:ph idx="3" type="subTitle"/>
          </p:nvPr>
        </p:nvSpPr>
        <p:spPr>
          <a:xfrm>
            <a:off x="462002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4" name="Google Shape;554;p27"/>
          <p:cNvSpPr txBox="1"/>
          <p:nvPr>
            <p:ph idx="4" type="subTitle"/>
          </p:nvPr>
        </p:nvSpPr>
        <p:spPr>
          <a:xfrm>
            <a:off x="688802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5" name="Google Shape;555;p27"/>
          <p:cNvSpPr/>
          <p:nvPr>
            <p:ph idx="5" type="pic"/>
          </p:nvPr>
        </p:nvSpPr>
        <p:spPr>
          <a:xfrm>
            <a:off x="0"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6" name="Google Shape;556;p27"/>
          <p:cNvSpPr/>
          <p:nvPr>
            <p:ph idx="6" type="pic"/>
          </p:nvPr>
        </p:nvSpPr>
        <p:spPr>
          <a:xfrm>
            <a:off x="2272081"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7" name="Google Shape;557;p27"/>
          <p:cNvSpPr/>
          <p:nvPr>
            <p:ph idx="7" type="pic"/>
          </p:nvPr>
        </p:nvSpPr>
        <p:spPr>
          <a:xfrm>
            <a:off x="4544269"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8" name="Google Shape;558;p27"/>
          <p:cNvSpPr/>
          <p:nvPr>
            <p:ph idx="8" type="pic"/>
          </p:nvPr>
        </p:nvSpPr>
        <p:spPr>
          <a:xfrm>
            <a:off x="6844075"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9" name="Google Shape;559;p27"/>
          <p:cNvSpPr txBox="1"/>
          <p:nvPr>
            <p:ph type="ctrTitle"/>
          </p:nvPr>
        </p:nvSpPr>
        <p:spPr>
          <a:xfrm>
            <a:off x="335400" y="466575"/>
            <a:ext cx="8216400" cy="5523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60" name="Google Shape;560;p27"/>
          <p:cNvSpPr txBox="1"/>
          <p:nvPr>
            <p:ph idx="9" type="subTitle"/>
          </p:nvPr>
        </p:nvSpPr>
        <p:spPr>
          <a:xfrm>
            <a:off x="452975" y="1031775"/>
            <a:ext cx="3459300" cy="5061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561" name="Google Shape;561;p27"/>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62" name="Google Shape;562;p27"/>
          <p:cNvSpPr txBox="1"/>
          <p:nvPr>
            <p:ph idx="1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63" name="Google Shape;563;p27"/>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564" name="Google Shape;564;p27"/>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565" name="Google Shape;565;p27"/>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566" name="Google Shape;566;p27"/>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5 Pictures">
  <p:cSld name="CUSTOM_13">
    <p:spTree>
      <p:nvGrpSpPr>
        <p:cNvPr id="567" name="Shape 567"/>
        <p:cNvGrpSpPr/>
        <p:nvPr/>
      </p:nvGrpSpPr>
      <p:grpSpPr>
        <a:xfrm>
          <a:off x="0" y="0"/>
          <a:ext cx="0" cy="0"/>
          <a:chOff x="0" y="0"/>
          <a:chExt cx="0" cy="0"/>
        </a:xfrm>
      </p:grpSpPr>
      <p:sp>
        <p:nvSpPr>
          <p:cNvPr id="568" name="Google Shape;568;p28"/>
          <p:cNvSpPr/>
          <p:nvPr>
            <p:ph idx="2" type="pic"/>
          </p:nvPr>
        </p:nvSpPr>
        <p:spPr>
          <a:xfrm>
            <a:off x="4193325" y="327800"/>
            <a:ext cx="2474400" cy="2403900"/>
          </a:xfrm>
          <a:prstGeom prst="snip1Rect">
            <a:avLst>
              <a:gd fmla="val 16667" name="adj"/>
            </a:avLst>
          </a:prstGeom>
          <a:noFill/>
          <a:ln>
            <a:noFill/>
          </a:ln>
        </p:spPr>
      </p:sp>
      <p:sp>
        <p:nvSpPr>
          <p:cNvPr id="569" name="Google Shape;569;p28"/>
          <p:cNvSpPr/>
          <p:nvPr>
            <p:ph idx="3" type="pic"/>
          </p:nvPr>
        </p:nvSpPr>
        <p:spPr>
          <a:xfrm>
            <a:off x="4193325" y="2731623"/>
            <a:ext cx="2474400" cy="2403900"/>
          </a:xfrm>
          <a:prstGeom prst="snip1Rect">
            <a:avLst>
              <a:gd fmla="val 16667" name="adj"/>
            </a:avLst>
          </a:prstGeom>
          <a:noFill/>
          <a:ln>
            <a:noFill/>
          </a:ln>
        </p:spPr>
      </p:sp>
      <p:sp>
        <p:nvSpPr>
          <p:cNvPr id="570" name="Google Shape;570;p28"/>
          <p:cNvSpPr/>
          <p:nvPr>
            <p:ph idx="4" type="pic"/>
          </p:nvPr>
        </p:nvSpPr>
        <p:spPr>
          <a:xfrm>
            <a:off x="1706025" y="2731625"/>
            <a:ext cx="2487300" cy="2403900"/>
          </a:xfrm>
          <a:prstGeom prst="snip1Rect">
            <a:avLst>
              <a:gd fmla="val 16667" name="adj"/>
            </a:avLst>
          </a:prstGeom>
          <a:noFill/>
          <a:ln>
            <a:noFill/>
          </a:ln>
        </p:spPr>
      </p:sp>
      <p:sp>
        <p:nvSpPr>
          <p:cNvPr id="571" name="Google Shape;571;p28"/>
          <p:cNvSpPr/>
          <p:nvPr>
            <p:ph idx="5" type="pic"/>
          </p:nvPr>
        </p:nvSpPr>
        <p:spPr>
          <a:xfrm>
            <a:off x="6667725" y="327800"/>
            <a:ext cx="2474400" cy="2403900"/>
          </a:xfrm>
          <a:prstGeom prst="snip1Rect">
            <a:avLst>
              <a:gd fmla="val 16667" name="adj"/>
            </a:avLst>
          </a:prstGeom>
          <a:noFill/>
          <a:ln>
            <a:noFill/>
          </a:ln>
        </p:spPr>
      </p:sp>
      <p:sp>
        <p:nvSpPr>
          <p:cNvPr id="572" name="Google Shape;572;p28"/>
          <p:cNvSpPr/>
          <p:nvPr>
            <p:ph idx="6" type="pic"/>
          </p:nvPr>
        </p:nvSpPr>
        <p:spPr>
          <a:xfrm>
            <a:off x="6667725" y="2731623"/>
            <a:ext cx="2474400" cy="2403900"/>
          </a:xfrm>
          <a:prstGeom prst="snip1Rect">
            <a:avLst>
              <a:gd fmla="val 16667" name="adj"/>
            </a:avLst>
          </a:prstGeom>
          <a:noFill/>
          <a:ln>
            <a:noFill/>
          </a:ln>
        </p:spPr>
      </p:sp>
      <p:sp>
        <p:nvSpPr>
          <p:cNvPr id="573" name="Google Shape;573;p28"/>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74" name="Google Shape;574;p28"/>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75" name="Google Shape;575;p28"/>
          <p:cNvSpPr txBox="1"/>
          <p:nvPr>
            <p:ph type="ctrTitle"/>
          </p:nvPr>
        </p:nvSpPr>
        <p:spPr>
          <a:xfrm>
            <a:off x="335400" y="466575"/>
            <a:ext cx="3307500" cy="412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76" name="Google Shape;576;p28"/>
          <p:cNvSpPr txBox="1"/>
          <p:nvPr>
            <p:ph idx="7" type="subTitle"/>
          </p:nvPr>
        </p:nvSpPr>
        <p:spPr>
          <a:xfrm>
            <a:off x="452975" y="1031775"/>
            <a:ext cx="2289000" cy="632400"/>
          </a:xfrm>
          <a:prstGeom prst="rect">
            <a:avLst/>
          </a:prstGeom>
        </p:spPr>
        <p:txBody>
          <a:bodyPr anchorCtr="0" anchor="ctr"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577" name="Google Shape;577;p28"/>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578" name="Google Shape;578;p28"/>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579" name="Google Shape;579;p28"/>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580" name="Google Shape;580;p28"/>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2">
  <p:cSld name="CUSTOM_15">
    <p:spTree>
      <p:nvGrpSpPr>
        <p:cNvPr id="581" name="Shape 581"/>
        <p:cNvGrpSpPr/>
        <p:nvPr/>
      </p:nvGrpSpPr>
      <p:grpSpPr>
        <a:xfrm>
          <a:off x="0" y="0"/>
          <a:ext cx="0" cy="0"/>
          <a:chOff x="0" y="0"/>
          <a:chExt cx="0" cy="0"/>
        </a:xfrm>
      </p:grpSpPr>
      <p:sp>
        <p:nvSpPr>
          <p:cNvPr id="582" name="Google Shape;582;p29"/>
          <p:cNvSpPr txBox="1"/>
          <p:nvPr>
            <p:ph idx="1" type="subTitle"/>
          </p:nvPr>
        </p:nvSpPr>
        <p:spPr>
          <a:xfrm>
            <a:off x="455437" y="2809975"/>
            <a:ext cx="19248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3" name="Google Shape;583;p29"/>
          <p:cNvSpPr txBox="1"/>
          <p:nvPr>
            <p:ph idx="2" type="subTitle"/>
          </p:nvPr>
        </p:nvSpPr>
        <p:spPr>
          <a:xfrm>
            <a:off x="455437" y="1848950"/>
            <a:ext cx="1924800" cy="604800"/>
          </a:xfrm>
          <a:prstGeom prst="rect">
            <a:avLst/>
          </a:prstGeom>
        </p:spPr>
        <p:txBody>
          <a:bodyPr anchorCtr="0" anchor="t" bIns="91425" lIns="108000" spcFirstLastPara="1" rIns="91425" wrap="square" tIns="91425">
            <a:normAutofit/>
          </a:bodyPr>
          <a:lstStyle>
            <a:lvl1pPr lvl="0">
              <a:spcBef>
                <a:spcPts val="0"/>
              </a:spcBef>
              <a:spcAft>
                <a:spcPts val="0"/>
              </a:spcAft>
              <a:buClr>
                <a:schemeClr val="accent2"/>
              </a:buClr>
              <a:buSzPts val="1000"/>
              <a:buFont typeface="Nunito Sans"/>
              <a:buNone/>
              <a:defRPr b="1" sz="1000">
                <a:solidFill>
                  <a:schemeClr val="accent2"/>
                </a:solidFill>
              </a:defRPr>
            </a:lvl1pPr>
            <a:lvl2pPr lvl="1">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9pPr>
          </a:lstStyle>
          <a:p/>
        </p:txBody>
      </p:sp>
      <p:sp>
        <p:nvSpPr>
          <p:cNvPr id="584" name="Google Shape;584;p29"/>
          <p:cNvSpPr txBox="1"/>
          <p:nvPr>
            <p:ph idx="3" type="subTitle"/>
          </p:nvPr>
        </p:nvSpPr>
        <p:spPr>
          <a:xfrm>
            <a:off x="4689125" y="1176050"/>
            <a:ext cx="4032000" cy="327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85" name="Google Shape;585;p29"/>
          <p:cNvSpPr txBox="1"/>
          <p:nvPr>
            <p:ph idx="4" type="subTitle"/>
          </p:nvPr>
        </p:nvSpPr>
        <p:spPr>
          <a:xfrm>
            <a:off x="2537528" y="2809975"/>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6" name="Google Shape;586;p29"/>
          <p:cNvSpPr txBox="1"/>
          <p:nvPr>
            <p:ph idx="5" type="subTitle"/>
          </p:nvPr>
        </p:nvSpPr>
        <p:spPr>
          <a:xfrm>
            <a:off x="452852" y="3821500"/>
            <a:ext cx="19248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7" name="Google Shape;587;p29"/>
          <p:cNvSpPr txBox="1"/>
          <p:nvPr>
            <p:ph idx="6" type="subTitle"/>
          </p:nvPr>
        </p:nvSpPr>
        <p:spPr>
          <a:xfrm>
            <a:off x="2534913" y="3821500"/>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8" name="Google Shape;588;p29"/>
          <p:cNvSpPr txBox="1"/>
          <p:nvPr>
            <p:ph idx="7" type="subTitle"/>
          </p:nvPr>
        </p:nvSpPr>
        <p:spPr>
          <a:xfrm>
            <a:off x="2537528" y="1848950"/>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9" name="Google Shape;589;p29"/>
          <p:cNvSpPr txBox="1"/>
          <p:nvPr>
            <p:ph idx="8" type="subTitle"/>
          </p:nvPr>
        </p:nvSpPr>
        <p:spPr>
          <a:xfrm>
            <a:off x="4665201" y="2808425"/>
            <a:ext cx="20115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0" name="Google Shape;590;p29"/>
          <p:cNvSpPr txBox="1"/>
          <p:nvPr>
            <p:ph idx="9" type="subTitle"/>
          </p:nvPr>
        </p:nvSpPr>
        <p:spPr>
          <a:xfrm>
            <a:off x="4665201" y="1847400"/>
            <a:ext cx="2011500" cy="604800"/>
          </a:xfrm>
          <a:prstGeom prst="rect">
            <a:avLst/>
          </a:prstGeom>
        </p:spPr>
        <p:txBody>
          <a:bodyPr anchorCtr="0" anchor="t" bIns="91425" lIns="108000" spcFirstLastPara="1" rIns="91425" wrap="square" tIns="91425">
            <a:normAutofit/>
          </a:bodyPr>
          <a:lstStyle>
            <a:lvl1pPr lvl="0">
              <a:spcBef>
                <a:spcPts val="0"/>
              </a:spcBef>
              <a:spcAft>
                <a:spcPts val="0"/>
              </a:spcAft>
              <a:buClr>
                <a:schemeClr val="accent2"/>
              </a:buClr>
              <a:buSzPts val="1000"/>
              <a:buFont typeface="Nunito Sans"/>
              <a:buNone/>
              <a:defRPr b="1" sz="1000">
                <a:solidFill>
                  <a:schemeClr val="accent2"/>
                </a:solidFill>
              </a:defRPr>
            </a:lvl1pPr>
            <a:lvl2pPr lvl="1">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9pPr>
          </a:lstStyle>
          <a:p/>
        </p:txBody>
      </p:sp>
      <p:sp>
        <p:nvSpPr>
          <p:cNvPr id="591" name="Google Shape;591;p29"/>
          <p:cNvSpPr txBox="1"/>
          <p:nvPr>
            <p:ph idx="13" type="subTitle"/>
          </p:nvPr>
        </p:nvSpPr>
        <p:spPr>
          <a:xfrm>
            <a:off x="6816929" y="2808425"/>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2" name="Google Shape;592;p29"/>
          <p:cNvSpPr txBox="1"/>
          <p:nvPr>
            <p:ph idx="14" type="subTitle"/>
          </p:nvPr>
        </p:nvSpPr>
        <p:spPr>
          <a:xfrm>
            <a:off x="4662500" y="3819950"/>
            <a:ext cx="20115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3" name="Google Shape;593;p29"/>
          <p:cNvSpPr txBox="1"/>
          <p:nvPr>
            <p:ph idx="15" type="subTitle"/>
          </p:nvPr>
        </p:nvSpPr>
        <p:spPr>
          <a:xfrm>
            <a:off x="6814352" y="3819950"/>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4" name="Google Shape;594;p29"/>
          <p:cNvSpPr txBox="1"/>
          <p:nvPr>
            <p:ph idx="16" type="subTitle"/>
          </p:nvPr>
        </p:nvSpPr>
        <p:spPr>
          <a:xfrm>
            <a:off x="6816929" y="1847400"/>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5" name="Google Shape;595;p29"/>
          <p:cNvSpPr txBox="1"/>
          <p:nvPr>
            <p:ph idx="17" type="subTitle"/>
          </p:nvPr>
        </p:nvSpPr>
        <p:spPr>
          <a:xfrm>
            <a:off x="452850" y="1176050"/>
            <a:ext cx="4083300" cy="327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96" name="Google Shape;596;p29"/>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97" name="Google Shape;597;p29"/>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98" name="Google Shape;598;p29"/>
          <p:cNvSpPr txBox="1"/>
          <p:nvPr>
            <p:ph idx="18"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99" name="Google Shape;599;p2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00" name="Google Shape;600;p2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01" name="Google Shape;601;p29"/>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02" name="Google Shape;602;p29"/>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1">
  <p:cSld name="CUSTOM_16">
    <p:spTree>
      <p:nvGrpSpPr>
        <p:cNvPr id="603" name="Shape 603"/>
        <p:cNvGrpSpPr/>
        <p:nvPr/>
      </p:nvGrpSpPr>
      <p:grpSpPr>
        <a:xfrm>
          <a:off x="0" y="0"/>
          <a:ext cx="0" cy="0"/>
          <a:chOff x="0" y="0"/>
          <a:chExt cx="0" cy="0"/>
        </a:xfrm>
      </p:grpSpPr>
      <p:pic>
        <p:nvPicPr>
          <p:cNvPr descr="Three people meeting in a bright office" id="604" name="Google Shape;604;p30"/>
          <p:cNvPicPr preferRelativeResize="0"/>
          <p:nvPr/>
        </p:nvPicPr>
        <p:blipFill rotWithShape="1">
          <a:blip r:embed="rId2">
            <a:alphaModFix amt="15000"/>
          </a:blip>
          <a:srcRect b="15684" l="9412" r="0" t="9521"/>
          <a:stretch/>
        </p:blipFill>
        <p:spPr>
          <a:xfrm>
            <a:off x="11061" y="0"/>
            <a:ext cx="9132815" cy="5137201"/>
          </a:xfrm>
          <a:prstGeom prst="rect">
            <a:avLst/>
          </a:prstGeom>
          <a:noFill/>
          <a:ln>
            <a:noFill/>
          </a:ln>
        </p:spPr>
      </p:pic>
      <p:sp>
        <p:nvSpPr>
          <p:cNvPr id="605" name="Google Shape;605;p30"/>
          <p:cNvSpPr txBox="1"/>
          <p:nvPr>
            <p:ph idx="1" type="subTitle"/>
          </p:nvPr>
        </p:nvSpPr>
        <p:spPr>
          <a:xfrm>
            <a:off x="3792750" y="813450"/>
            <a:ext cx="2725800" cy="14022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2300"/>
              <a:buFont typeface="Tomorrow Light"/>
              <a:buNone/>
              <a:defRPr sz="23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9pPr>
          </a:lstStyle>
          <a:p/>
        </p:txBody>
      </p:sp>
      <p:cxnSp>
        <p:nvCxnSpPr>
          <p:cNvPr id="606" name="Google Shape;606;p30"/>
          <p:cNvCxnSpPr/>
          <p:nvPr/>
        </p:nvCxnSpPr>
        <p:spPr>
          <a:xfrm>
            <a:off x="3564800" y="-9550"/>
            <a:ext cx="0" cy="5137200"/>
          </a:xfrm>
          <a:prstGeom prst="straightConnector1">
            <a:avLst/>
          </a:prstGeom>
          <a:noFill/>
          <a:ln cap="flat" cmpd="sng" w="9525">
            <a:solidFill>
              <a:schemeClr val="dk2"/>
            </a:solidFill>
            <a:prstDash val="solid"/>
            <a:round/>
            <a:headEnd len="sm" w="sm" type="none"/>
            <a:tailEnd len="sm" w="sm" type="none"/>
          </a:ln>
        </p:spPr>
      </p:cxnSp>
      <p:cxnSp>
        <p:nvCxnSpPr>
          <p:cNvPr id="607" name="Google Shape;607;p30"/>
          <p:cNvCxnSpPr/>
          <p:nvPr/>
        </p:nvCxnSpPr>
        <p:spPr>
          <a:xfrm>
            <a:off x="3590600" y="4700200"/>
            <a:ext cx="5116500" cy="0"/>
          </a:xfrm>
          <a:prstGeom prst="straightConnector1">
            <a:avLst/>
          </a:prstGeom>
          <a:noFill/>
          <a:ln cap="flat" cmpd="sng" w="9525">
            <a:solidFill>
              <a:schemeClr val="dk2"/>
            </a:solidFill>
            <a:prstDash val="solid"/>
            <a:round/>
            <a:headEnd len="sm" w="sm" type="none"/>
            <a:tailEnd len="sm" w="sm" type="none"/>
          </a:ln>
        </p:spPr>
      </p:cxnSp>
      <p:cxnSp>
        <p:nvCxnSpPr>
          <p:cNvPr id="608" name="Google Shape;608;p30"/>
          <p:cNvCxnSpPr/>
          <p:nvPr/>
        </p:nvCxnSpPr>
        <p:spPr>
          <a:xfrm rot="10800000">
            <a:off x="8705825" y="2353400"/>
            <a:ext cx="0" cy="2345400"/>
          </a:xfrm>
          <a:prstGeom prst="straightConnector1">
            <a:avLst/>
          </a:prstGeom>
          <a:noFill/>
          <a:ln cap="flat" cmpd="sng" w="9525">
            <a:solidFill>
              <a:schemeClr val="dk2"/>
            </a:solidFill>
            <a:prstDash val="solid"/>
            <a:round/>
            <a:headEnd len="sm" w="sm" type="none"/>
            <a:tailEnd len="sm" w="sm" type="none"/>
          </a:ln>
        </p:spPr>
      </p:cxnSp>
      <p:sp>
        <p:nvSpPr>
          <p:cNvPr id="609" name="Google Shape;609;p30"/>
          <p:cNvSpPr/>
          <p:nvPr/>
        </p:nvSpPr>
        <p:spPr>
          <a:xfrm>
            <a:off x="8653475" y="4647850"/>
            <a:ext cx="104700" cy="10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610" name="Google Shape;610;p30"/>
          <p:cNvCxnSpPr/>
          <p:nvPr/>
        </p:nvCxnSpPr>
        <p:spPr>
          <a:xfrm rot="10800000">
            <a:off x="-6350" y="2301050"/>
            <a:ext cx="8709900" cy="0"/>
          </a:xfrm>
          <a:prstGeom prst="straightConnector1">
            <a:avLst/>
          </a:prstGeom>
          <a:noFill/>
          <a:ln cap="flat" cmpd="sng" w="9525">
            <a:solidFill>
              <a:schemeClr val="dk2"/>
            </a:solidFill>
            <a:prstDash val="solid"/>
            <a:round/>
            <a:headEnd len="sm" w="sm" type="none"/>
            <a:tailEnd len="sm" w="sm" type="none"/>
          </a:ln>
        </p:spPr>
      </p:cxnSp>
      <p:sp>
        <p:nvSpPr>
          <p:cNvPr id="611" name="Google Shape;611;p30"/>
          <p:cNvSpPr/>
          <p:nvPr/>
        </p:nvSpPr>
        <p:spPr>
          <a:xfrm>
            <a:off x="3512450" y="2248700"/>
            <a:ext cx="104700" cy="10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2" name="Google Shape;612;p30"/>
          <p:cNvSpPr/>
          <p:nvPr/>
        </p:nvSpPr>
        <p:spPr>
          <a:xfrm>
            <a:off x="8653475" y="224870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3" name="Google Shape;613;p30"/>
          <p:cNvSpPr txBox="1"/>
          <p:nvPr>
            <p:ph type="ctrTitle"/>
          </p:nvPr>
        </p:nvSpPr>
        <p:spPr>
          <a:xfrm>
            <a:off x="3577700" y="2313650"/>
            <a:ext cx="5142300" cy="2345400"/>
          </a:xfrm>
          <a:prstGeom prst="rect">
            <a:avLst/>
          </a:prstGeom>
        </p:spPr>
        <p:txBody>
          <a:bodyPr anchorCtr="0" anchor="t" bIns="91425" lIns="306000" spcFirstLastPara="1" rIns="91425" wrap="square" tIns="234000">
            <a:noAutofit/>
          </a:bodyPr>
          <a:lstStyle>
            <a:lvl1pPr lvl="0">
              <a:spcBef>
                <a:spcPts val="0"/>
              </a:spcBef>
              <a:spcAft>
                <a:spcPts val="0"/>
              </a:spcAft>
              <a:buSzPts val="3000"/>
              <a:buFont typeface="Tomorrow Light"/>
              <a:buNone/>
              <a:defRPr sz="3000">
                <a:latin typeface="Tomorrow Light"/>
                <a:ea typeface="Tomorrow Light"/>
                <a:cs typeface="Tomorrow Light"/>
                <a:sym typeface="Tomorrow Light"/>
              </a:defRPr>
            </a:lvl1pPr>
            <a:lvl2pPr lvl="1">
              <a:spcBef>
                <a:spcPts val="0"/>
              </a:spcBef>
              <a:spcAft>
                <a:spcPts val="0"/>
              </a:spcAft>
              <a:buSzPts val="3000"/>
              <a:buFont typeface="Tomorrow Light"/>
              <a:buNone/>
              <a:defRPr sz="3000">
                <a:latin typeface="Tomorrow Light"/>
                <a:ea typeface="Tomorrow Light"/>
                <a:cs typeface="Tomorrow Light"/>
                <a:sym typeface="Tomorrow Light"/>
              </a:defRPr>
            </a:lvl2pPr>
            <a:lvl3pPr lvl="2">
              <a:spcBef>
                <a:spcPts val="0"/>
              </a:spcBef>
              <a:spcAft>
                <a:spcPts val="0"/>
              </a:spcAft>
              <a:buSzPts val="3000"/>
              <a:buFont typeface="Tomorrow Light"/>
              <a:buNone/>
              <a:defRPr sz="3000">
                <a:latin typeface="Tomorrow Light"/>
                <a:ea typeface="Tomorrow Light"/>
                <a:cs typeface="Tomorrow Light"/>
                <a:sym typeface="Tomorrow Light"/>
              </a:defRPr>
            </a:lvl3pPr>
            <a:lvl4pPr lvl="3">
              <a:spcBef>
                <a:spcPts val="0"/>
              </a:spcBef>
              <a:spcAft>
                <a:spcPts val="0"/>
              </a:spcAft>
              <a:buSzPts val="3000"/>
              <a:buFont typeface="Tomorrow Light"/>
              <a:buNone/>
              <a:defRPr sz="3000">
                <a:latin typeface="Tomorrow Light"/>
                <a:ea typeface="Tomorrow Light"/>
                <a:cs typeface="Tomorrow Light"/>
                <a:sym typeface="Tomorrow Light"/>
              </a:defRPr>
            </a:lvl4pPr>
            <a:lvl5pPr lvl="4">
              <a:spcBef>
                <a:spcPts val="0"/>
              </a:spcBef>
              <a:spcAft>
                <a:spcPts val="0"/>
              </a:spcAft>
              <a:buSzPts val="3000"/>
              <a:buFont typeface="Tomorrow Light"/>
              <a:buNone/>
              <a:defRPr sz="3000">
                <a:latin typeface="Tomorrow Light"/>
                <a:ea typeface="Tomorrow Light"/>
                <a:cs typeface="Tomorrow Light"/>
                <a:sym typeface="Tomorrow Light"/>
              </a:defRPr>
            </a:lvl5pPr>
            <a:lvl6pPr lvl="5">
              <a:spcBef>
                <a:spcPts val="0"/>
              </a:spcBef>
              <a:spcAft>
                <a:spcPts val="0"/>
              </a:spcAft>
              <a:buSzPts val="3000"/>
              <a:buFont typeface="Tomorrow Light"/>
              <a:buNone/>
              <a:defRPr sz="3000">
                <a:latin typeface="Tomorrow Light"/>
                <a:ea typeface="Tomorrow Light"/>
                <a:cs typeface="Tomorrow Light"/>
                <a:sym typeface="Tomorrow Light"/>
              </a:defRPr>
            </a:lvl6pPr>
            <a:lvl7pPr lvl="6">
              <a:spcBef>
                <a:spcPts val="0"/>
              </a:spcBef>
              <a:spcAft>
                <a:spcPts val="0"/>
              </a:spcAft>
              <a:buSzPts val="3000"/>
              <a:buFont typeface="Tomorrow Light"/>
              <a:buNone/>
              <a:defRPr sz="3000">
                <a:latin typeface="Tomorrow Light"/>
                <a:ea typeface="Tomorrow Light"/>
                <a:cs typeface="Tomorrow Light"/>
                <a:sym typeface="Tomorrow Light"/>
              </a:defRPr>
            </a:lvl7pPr>
            <a:lvl8pPr lvl="7">
              <a:spcBef>
                <a:spcPts val="0"/>
              </a:spcBef>
              <a:spcAft>
                <a:spcPts val="0"/>
              </a:spcAft>
              <a:buSzPts val="3000"/>
              <a:buFont typeface="Tomorrow Light"/>
              <a:buNone/>
              <a:defRPr sz="3000">
                <a:latin typeface="Tomorrow Light"/>
                <a:ea typeface="Tomorrow Light"/>
                <a:cs typeface="Tomorrow Light"/>
                <a:sym typeface="Tomorrow Light"/>
              </a:defRPr>
            </a:lvl8pPr>
            <a:lvl9pPr lvl="8">
              <a:spcBef>
                <a:spcPts val="0"/>
              </a:spcBef>
              <a:spcAft>
                <a:spcPts val="0"/>
              </a:spcAft>
              <a:buSzPts val="3000"/>
              <a:buFont typeface="Tomorrow Light"/>
              <a:buNone/>
              <a:defRPr sz="3000">
                <a:latin typeface="Tomorrow Light"/>
                <a:ea typeface="Tomorrow Light"/>
                <a:cs typeface="Tomorrow Light"/>
                <a:sym typeface="Tomorrow Light"/>
              </a:defRPr>
            </a:lvl9pPr>
          </a:lstStyle>
          <a:p/>
        </p:txBody>
      </p:sp>
      <p:sp>
        <p:nvSpPr>
          <p:cNvPr id="614" name="Google Shape;614;p30"/>
          <p:cNvSpPr/>
          <p:nvPr/>
        </p:nvSpPr>
        <p:spPr>
          <a:xfrm>
            <a:off x="3512450" y="464785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Alt">
  <p:cSld name="CUSTOM_17_3">
    <p:spTree>
      <p:nvGrpSpPr>
        <p:cNvPr id="615" name="Shape 615"/>
        <p:cNvGrpSpPr/>
        <p:nvPr/>
      </p:nvGrpSpPr>
      <p:grpSpPr>
        <a:xfrm>
          <a:off x="0" y="0"/>
          <a:ext cx="0" cy="0"/>
          <a:chOff x="0" y="0"/>
          <a:chExt cx="0" cy="0"/>
        </a:xfrm>
      </p:grpSpPr>
      <p:sp>
        <p:nvSpPr>
          <p:cNvPr id="616" name="Google Shape;616;p31"/>
          <p:cNvSpPr txBox="1"/>
          <p:nvPr>
            <p:ph idx="1" type="subTitle"/>
          </p:nvPr>
        </p:nvSpPr>
        <p:spPr>
          <a:xfrm>
            <a:off x="2804274" y="3228275"/>
            <a:ext cx="1233000" cy="1717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17" name="Google Shape;617;p31"/>
          <p:cNvSpPr txBox="1"/>
          <p:nvPr>
            <p:ph idx="2" type="subTitle"/>
          </p:nvPr>
        </p:nvSpPr>
        <p:spPr>
          <a:xfrm>
            <a:off x="2798500" y="1157600"/>
            <a:ext cx="1233000" cy="1717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18" name="Google Shape;618;p31"/>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9" name="Google Shape;619;p31"/>
          <p:cNvSpPr txBox="1"/>
          <p:nvPr>
            <p:ph idx="3"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620" name="Google Shape;620;p31"/>
          <p:cNvSpPr txBox="1"/>
          <p:nvPr>
            <p:ph idx="4" type="subTitle"/>
          </p:nvPr>
        </p:nvSpPr>
        <p:spPr>
          <a:xfrm>
            <a:off x="5752975" y="2017419"/>
            <a:ext cx="1695600" cy="8415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1" name="Google Shape;621;p31"/>
          <p:cNvSpPr txBox="1"/>
          <p:nvPr>
            <p:ph idx="5" type="subTitle"/>
          </p:nvPr>
        </p:nvSpPr>
        <p:spPr>
          <a:xfrm>
            <a:off x="5752975" y="3228224"/>
            <a:ext cx="1695600" cy="841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2" name="Google Shape;622;p31"/>
          <p:cNvSpPr txBox="1"/>
          <p:nvPr>
            <p:ph idx="6" type="subTitle"/>
          </p:nvPr>
        </p:nvSpPr>
        <p:spPr>
          <a:xfrm>
            <a:off x="5752975" y="4104073"/>
            <a:ext cx="1695600" cy="841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3" name="Google Shape;623;p31"/>
          <p:cNvSpPr txBox="1"/>
          <p:nvPr>
            <p:ph idx="7" type="subTitle"/>
          </p:nvPr>
        </p:nvSpPr>
        <p:spPr>
          <a:xfrm>
            <a:off x="5753449" y="1141650"/>
            <a:ext cx="1695600" cy="8415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4" name="Google Shape;624;p31"/>
          <p:cNvSpPr txBox="1"/>
          <p:nvPr>
            <p:ph idx="8" type="subTitle"/>
          </p:nvPr>
        </p:nvSpPr>
        <p:spPr>
          <a:xfrm>
            <a:off x="286575" y="1157600"/>
            <a:ext cx="1990500" cy="18771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5" name="Google Shape;625;p31"/>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626" name="Google Shape;626;p31"/>
          <p:cNvSpPr/>
          <p:nvPr>
            <p:ph idx="9" type="pic"/>
          </p:nvPr>
        </p:nvSpPr>
        <p:spPr>
          <a:xfrm>
            <a:off x="-6350" y="3017400"/>
            <a:ext cx="2282100" cy="1842300"/>
          </a:xfrm>
          <a:prstGeom prst="rect">
            <a:avLst/>
          </a:prstGeom>
          <a:noFill/>
          <a:ln>
            <a:noFill/>
          </a:ln>
        </p:spPr>
      </p:sp>
      <p:sp>
        <p:nvSpPr>
          <p:cNvPr id="627" name="Google Shape;627;p31"/>
          <p:cNvSpPr/>
          <p:nvPr>
            <p:ph idx="13" type="pic"/>
          </p:nvPr>
        </p:nvSpPr>
        <p:spPr>
          <a:xfrm>
            <a:off x="4031400" y="1045875"/>
            <a:ext cx="1192500" cy="1717200"/>
          </a:xfrm>
          <a:prstGeom prst="snip1Rect">
            <a:avLst>
              <a:gd fmla="val 16667" name="adj"/>
            </a:avLst>
          </a:prstGeom>
          <a:noFill/>
          <a:ln>
            <a:noFill/>
          </a:ln>
        </p:spPr>
      </p:sp>
      <p:sp>
        <p:nvSpPr>
          <p:cNvPr id="628" name="Google Shape;628;p31"/>
          <p:cNvSpPr/>
          <p:nvPr>
            <p:ph idx="14" type="pic"/>
          </p:nvPr>
        </p:nvSpPr>
        <p:spPr>
          <a:xfrm>
            <a:off x="4031400" y="3112700"/>
            <a:ext cx="1192500" cy="1717200"/>
          </a:xfrm>
          <a:prstGeom prst="snip1Rect">
            <a:avLst>
              <a:gd fmla="val 16667" name="adj"/>
            </a:avLst>
          </a:prstGeom>
          <a:noFill/>
          <a:ln>
            <a:noFill/>
          </a:ln>
        </p:spPr>
      </p:sp>
      <p:sp>
        <p:nvSpPr>
          <p:cNvPr id="629" name="Google Shape;629;p31"/>
          <p:cNvSpPr/>
          <p:nvPr>
            <p:ph idx="15" type="pic"/>
          </p:nvPr>
        </p:nvSpPr>
        <p:spPr>
          <a:xfrm>
            <a:off x="7557600" y="1141650"/>
            <a:ext cx="1596300" cy="841200"/>
          </a:xfrm>
          <a:prstGeom prst="rect">
            <a:avLst/>
          </a:prstGeom>
          <a:noFill/>
          <a:ln>
            <a:noFill/>
          </a:ln>
        </p:spPr>
      </p:sp>
      <p:sp>
        <p:nvSpPr>
          <p:cNvPr id="630" name="Google Shape;630;p31"/>
          <p:cNvSpPr/>
          <p:nvPr>
            <p:ph idx="16" type="pic"/>
          </p:nvPr>
        </p:nvSpPr>
        <p:spPr>
          <a:xfrm>
            <a:off x="7557600" y="2017550"/>
            <a:ext cx="1596300" cy="841200"/>
          </a:xfrm>
          <a:prstGeom prst="rect">
            <a:avLst/>
          </a:prstGeom>
          <a:noFill/>
          <a:ln>
            <a:noFill/>
          </a:ln>
        </p:spPr>
      </p:sp>
      <p:sp>
        <p:nvSpPr>
          <p:cNvPr id="631" name="Google Shape;631;p31"/>
          <p:cNvSpPr/>
          <p:nvPr>
            <p:ph idx="17" type="pic"/>
          </p:nvPr>
        </p:nvSpPr>
        <p:spPr>
          <a:xfrm>
            <a:off x="7557600" y="3228275"/>
            <a:ext cx="1596300" cy="841200"/>
          </a:xfrm>
          <a:prstGeom prst="rect">
            <a:avLst/>
          </a:prstGeom>
          <a:noFill/>
          <a:ln>
            <a:noFill/>
          </a:ln>
        </p:spPr>
      </p:sp>
      <p:sp>
        <p:nvSpPr>
          <p:cNvPr id="632" name="Google Shape;632;p31"/>
          <p:cNvSpPr/>
          <p:nvPr>
            <p:ph idx="18" type="pic"/>
          </p:nvPr>
        </p:nvSpPr>
        <p:spPr>
          <a:xfrm>
            <a:off x="7557600" y="4104175"/>
            <a:ext cx="1596300" cy="841200"/>
          </a:xfrm>
          <a:prstGeom prst="rect">
            <a:avLst/>
          </a:prstGeom>
          <a:noFill/>
          <a:ln>
            <a:noFill/>
          </a:ln>
        </p:spPr>
      </p:sp>
      <p:sp>
        <p:nvSpPr>
          <p:cNvPr id="633" name="Google Shape;633;p31"/>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34" name="Google Shape;634;p31"/>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35" name="Google Shape;635;p31"/>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36" name="Google Shape;636;p31"/>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 Alt 1">
  <p:cSld name="CUSTOM_20">
    <p:spTree>
      <p:nvGrpSpPr>
        <p:cNvPr id="637" name="Shape 637"/>
        <p:cNvGrpSpPr/>
        <p:nvPr/>
      </p:nvGrpSpPr>
      <p:grpSpPr>
        <a:xfrm>
          <a:off x="0" y="0"/>
          <a:ext cx="0" cy="0"/>
          <a:chOff x="0" y="0"/>
          <a:chExt cx="0" cy="0"/>
        </a:xfrm>
      </p:grpSpPr>
      <p:grpSp>
        <p:nvGrpSpPr>
          <p:cNvPr id="638" name="Google Shape;638;p32"/>
          <p:cNvGrpSpPr/>
          <p:nvPr/>
        </p:nvGrpSpPr>
        <p:grpSpPr>
          <a:xfrm>
            <a:off x="-4748" y="1501001"/>
            <a:ext cx="5203500" cy="3642470"/>
            <a:chOff x="11562000" y="3311675"/>
            <a:chExt cx="486736" cy="335100"/>
          </a:xfrm>
        </p:grpSpPr>
        <p:sp>
          <p:nvSpPr>
            <p:cNvPr id="639" name="Google Shape;639;p32"/>
            <p:cNvSpPr/>
            <p:nvPr/>
          </p:nvSpPr>
          <p:spPr>
            <a:xfrm>
              <a:off x="11786836" y="3311675"/>
              <a:ext cx="261900" cy="335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40" name="Google Shape;640;p32"/>
            <p:cNvSpPr/>
            <p:nvPr/>
          </p:nvSpPr>
          <p:spPr>
            <a:xfrm>
              <a:off x="11562000" y="3311675"/>
              <a:ext cx="261900" cy="335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641" name="Google Shape;641;p32"/>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42" name="Google Shape;642;p32"/>
          <p:cNvSpPr txBox="1"/>
          <p:nvPr>
            <p:ph idx="1" type="subTitle"/>
          </p:nvPr>
        </p:nvSpPr>
        <p:spPr>
          <a:xfrm>
            <a:off x="4692225" y="226497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3" name="Google Shape;643;p32"/>
          <p:cNvSpPr txBox="1"/>
          <p:nvPr>
            <p:ph idx="2" type="subTitle"/>
          </p:nvPr>
        </p:nvSpPr>
        <p:spPr>
          <a:xfrm>
            <a:off x="3725275" y="2264975"/>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sp>
        <p:nvSpPr>
          <p:cNvPr id="644" name="Google Shape;644;p32"/>
          <p:cNvSpPr txBox="1"/>
          <p:nvPr>
            <p:ph idx="3" type="subTitle"/>
          </p:nvPr>
        </p:nvSpPr>
        <p:spPr>
          <a:xfrm>
            <a:off x="4692225" y="289047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9pPr>
          </a:lstStyle>
          <a:p/>
        </p:txBody>
      </p:sp>
      <p:sp>
        <p:nvSpPr>
          <p:cNvPr id="645" name="Google Shape;645;p32"/>
          <p:cNvSpPr txBox="1"/>
          <p:nvPr>
            <p:ph idx="4" type="subTitle"/>
          </p:nvPr>
        </p:nvSpPr>
        <p:spPr>
          <a:xfrm>
            <a:off x="3725275" y="2890463"/>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lt1"/>
              </a:buClr>
              <a:buSzPts val="1000"/>
              <a:buNone/>
              <a:defRPr b="1" sz="1000">
                <a:solidFill>
                  <a:schemeClr val="lt1"/>
                </a:solidFill>
              </a:defRPr>
            </a:lvl1pPr>
            <a:lvl2pPr lvl="1">
              <a:lnSpc>
                <a:spcPct val="100000"/>
              </a:lnSpc>
              <a:spcBef>
                <a:spcPts val="0"/>
              </a:spcBef>
              <a:spcAft>
                <a:spcPts val="0"/>
              </a:spcAft>
              <a:buClr>
                <a:schemeClr val="lt1"/>
              </a:buClr>
              <a:buSzPts val="1200"/>
              <a:buNone/>
              <a:defRPr b="1" sz="1200">
                <a:solidFill>
                  <a:schemeClr val="lt1"/>
                </a:solidFill>
              </a:defRPr>
            </a:lvl2pPr>
            <a:lvl3pPr lvl="2">
              <a:lnSpc>
                <a:spcPct val="100000"/>
              </a:lnSpc>
              <a:spcBef>
                <a:spcPts val="0"/>
              </a:spcBef>
              <a:spcAft>
                <a:spcPts val="0"/>
              </a:spcAft>
              <a:buClr>
                <a:schemeClr val="lt1"/>
              </a:buClr>
              <a:buSzPts val="1200"/>
              <a:buNone/>
              <a:defRPr b="1" sz="1200">
                <a:solidFill>
                  <a:schemeClr val="lt1"/>
                </a:solidFill>
              </a:defRPr>
            </a:lvl3pPr>
            <a:lvl4pPr lvl="3">
              <a:lnSpc>
                <a:spcPct val="100000"/>
              </a:lnSpc>
              <a:spcBef>
                <a:spcPts val="0"/>
              </a:spcBef>
              <a:spcAft>
                <a:spcPts val="0"/>
              </a:spcAft>
              <a:buClr>
                <a:schemeClr val="lt1"/>
              </a:buClr>
              <a:buSzPts val="1200"/>
              <a:buNone/>
              <a:defRPr b="1" sz="1200">
                <a:solidFill>
                  <a:schemeClr val="lt1"/>
                </a:solidFill>
              </a:defRPr>
            </a:lvl4pPr>
            <a:lvl5pPr lvl="4">
              <a:lnSpc>
                <a:spcPct val="100000"/>
              </a:lnSpc>
              <a:spcBef>
                <a:spcPts val="0"/>
              </a:spcBef>
              <a:spcAft>
                <a:spcPts val="0"/>
              </a:spcAft>
              <a:buClr>
                <a:schemeClr val="lt1"/>
              </a:buClr>
              <a:buSzPts val="1200"/>
              <a:buNone/>
              <a:defRPr b="1" sz="1200">
                <a:solidFill>
                  <a:schemeClr val="lt1"/>
                </a:solidFill>
              </a:defRPr>
            </a:lvl5pPr>
            <a:lvl6pPr lvl="5">
              <a:lnSpc>
                <a:spcPct val="100000"/>
              </a:lnSpc>
              <a:spcBef>
                <a:spcPts val="0"/>
              </a:spcBef>
              <a:spcAft>
                <a:spcPts val="0"/>
              </a:spcAft>
              <a:buClr>
                <a:schemeClr val="lt1"/>
              </a:buClr>
              <a:buSzPts val="1200"/>
              <a:buNone/>
              <a:defRPr b="1" sz="1200">
                <a:solidFill>
                  <a:schemeClr val="lt1"/>
                </a:solidFill>
              </a:defRPr>
            </a:lvl6pPr>
            <a:lvl7pPr lvl="6">
              <a:lnSpc>
                <a:spcPct val="100000"/>
              </a:lnSpc>
              <a:spcBef>
                <a:spcPts val="0"/>
              </a:spcBef>
              <a:spcAft>
                <a:spcPts val="0"/>
              </a:spcAft>
              <a:buClr>
                <a:schemeClr val="lt1"/>
              </a:buClr>
              <a:buSzPts val="1200"/>
              <a:buNone/>
              <a:defRPr b="1" sz="1200">
                <a:solidFill>
                  <a:schemeClr val="lt1"/>
                </a:solidFill>
              </a:defRPr>
            </a:lvl7pPr>
            <a:lvl8pPr lvl="7">
              <a:lnSpc>
                <a:spcPct val="100000"/>
              </a:lnSpc>
              <a:spcBef>
                <a:spcPts val="0"/>
              </a:spcBef>
              <a:spcAft>
                <a:spcPts val="0"/>
              </a:spcAft>
              <a:buClr>
                <a:schemeClr val="lt1"/>
              </a:buClr>
              <a:buSzPts val="1200"/>
              <a:buNone/>
              <a:defRPr b="1" sz="1200">
                <a:solidFill>
                  <a:schemeClr val="lt1"/>
                </a:solidFill>
              </a:defRPr>
            </a:lvl8pPr>
            <a:lvl9pPr lvl="8">
              <a:lnSpc>
                <a:spcPct val="100000"/>
              </a:lnSpc>
              <a:spcBef>
                <a:spcPts val="0"/>
              </a:spcBef>
              <a:spcAft>
                <a:spcPts val="0"/>
              </a:spcAft>
              <a:buClr>
                <a:schemeClr val="lt1"/>
              </a:buClr>
              <a:buSzPts val="1200"/>
              <a:buNone/>
              <a:defRPr b="1" sz="1200">
                <a:solidFill>
                  <a:schemeClr val="lt1"/>
                </a:solidFill>
              </a:defRPr>
            </a:lvl9pPr>
          </a:lstStyle>
          <a:p/>
        </p:txBody>
      </p:sp>
      <p:sp>
        <p:nvSpPr>
          <p:cNvPr id="646" name="Google Shape;646;p32"/>
          <p:cNvSpPr txBox="1"/>
          <p:nvPr>
            <p:ph idx="5" type="subTitle"/>
          </p:nvPr>
        </p:nvSpPr>
        <p:spPr>
          <a:xfrm>
            <a:off x="4692225" y="351812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7" name="Google Shape;647;p32"/>
          <p:cNvSpPr txBox="1"/>
          <p:nvPr>
            <p:ph idx="6" type="subTitle"/>
          </p:nvPr>
        </p:nvSpPr>
        <p:spPr>
          <a:xfrm>
            <a:off x="3725275" y="3518125"/>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sp>
        <p:nvSpPr>
          <p:cNvPr id="648" name="Google Shape;648;p32"/>
          <p:cNvSpPr txBox="1"/>
          <p:nvPr>
            <p:ph idx="7" type="subTitle"/>
          </p:nvPr>
        </p:nvSpPr>
        <p:spPr>
          <a:xfrm>
            <a:off x="4692225" y="4137400"/>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9" name="Google Shape;649;p32"/>
          <p:cNvSpPr txBox="1"/>
          <p:nvPr>
            <p:ph idx="8" type="subTitle"/>
          </p:nvPr>
        </p:nvSpPr>
        <p:spPr>
          <a:xfrm>
            <a:off x="3725275" y="4140388"/>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cxnSp>
        <p:nvCxnSpPr>
          <p:cNvPr id="650" name="Google Shape;650;p32"/>
          <p:cNvCxnSpPr/>
          <p:nvPr/>
        </p:nvCxnSpPr>
        <p:spPr>
          <a:xfrm>
            <a:off x="624575" y="1506900"/>
            <a:ext cx="0" cy="3636600"/>
          </a:xfrm>
          <a:prstGeom prst="straightConnector1">
            <a:avLst/>
          </a:prstGeom>
          <a:noFill/>
          <a:ln cap="flat" cmpd="sng" w="9525">
            <a:solidFill>
              <a:schemeClr val="accent5"/>
            </a:solidFill>
            <a:prstDash val="solid"/>
            <a:round/>
            <a:headEnd len="sm" w="sm" type="none"/>
            <a:tailEnd len="sm" w="sm" type="none"/>
          </a:ln>
        </p:spPr>
      </p:cxnSp>
      <p:cxnSp>
        <p:nvCxnSpPr>
          <p:cNvPr id="651" name="Google Shape;651;p32"/>
          <p:cNvCxnSpPr/>
          <p:nvPr/>
        </p:nvCxnSpPr>
        <p:spPr>
          <a:xfrm>
            <a:off x="-7300" y="4202375"/>
            <a:ext cx="631800" cy="0"/>
          </a:xfrm>
          <a:prstGeom prst="straightConnector1">
            <a:avLst/>
          </a:prstGeom>
          <a:noFill/>
          <a:ln cap="flat" cmpd="sng" w="9525">
            <a:solidFill>
              <a:schemeClr val="accent5"/>
            </a:solidFill>
            <a:prstDash val="solid"/>
            <a:round/>
            <a:headEnd len="sm" w="sm" type="none"/>
            <a:tailEnd len="sm" w="sm" type="none"/>
          </a:ln>
        </p:spPr>
      </p:cxnSp>
      <p:cxnSp>
        <p:nvCxnSpPr>
          <p:cNvPr id="652" name="Google Shape;652;p32"/>
          <p:cNvCxnSpPr/>
          <p:nvPr/>
        </p:nvCxnSpPr>
        <p:spPr>
          <a:xfrm>
            <a:off x="-7300" y="1848975"/>
            <a:ext cx="631800" cy="0"/>
          </a:xfrm>
          <a:prstGeom prst="straightConnector1">
            <a:avLst/>
          </a:prstGeom>
          <a:noFill/>
          <a:ln cap="flat" cmpd="sng" w="9525">
            <a:solidFill>
              <a:schemeClr val="accent5"/>
            </a:solidFill>
            <a:prstDash val="solid"/>
            <a:round/>
            <a:headEnd len="sm" w="sm" type="none"/>
            <a:tailEnd len="sm" w="sm" type="none"/>
          </a:ln>
        </p:spPr>
      </p:cxnSp>
      <p:cxnSp>
        <p:nvCxnSpPr>
          <p:cNvPr id="653" name="Google Shape;653;p32"/>
          <p:cNvCxnSpPr/>
          <p:nvPr/>
        </p:nvCxnSpPr>
        <p:spPr>
          <a:xfrm>
            <a:off x="-7300" y="1506250"/>
            <a:ext cx="9159000" cy="0"/>
          </a:xfrm>
          <a:prstGeom prst="straightConnector1">
            <a:avLst/>
          </a:prstGeom>
          <a:noFill/>
          <a:ln cap="flat" cmpd="sng" w="9525">
            <a:solidFill>
              <a:schemeClr val="accent5"/>
            </a:solidFill>
            <a:prstDash val="solid"/>
            <a:round/>
            <a:headEnd len="sm" w="sm" type="none"/>
            <a:tailEnd len="sm" w="sm" type="none"/>
          </a:ln>
        </p:spPr>
      </p:cxnSp>
      <p:sp>
        <p:nvSpPr>
          <p:cNvPr id="654" name="Google Shape;654;p32"/>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655" name="Google Shape;655;p32"/>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56" name="Google Shape;656;p32"/>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57" name="Google Shape;657;p32"/>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58" name="Google Shape;658;p32"/>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
        <p:nvSpPr>
          <p:cNvPr id="659" name="Google Shape;659;p32"/>
          <p:cNvSpPr txBox="1"/>
          <p:nvPr>
            <p:ph idx="9"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9">
    <p:spTree>
      <p:nvGrpSpPr>
        <p:cNvPr id="660" name="Shape 660"/>
        <p:cNvGrpSpPr/>
        <p:nvPr/>
      </p:nvGrpSpPr>
      <p:grpSpPr>
        <a:xfrm>
          <a:off x="0" y="0"/>
          <a:ext cx="0" cy="0"/>
          <a:chOff x="0" y="0"/>
          <a:chExt cx="0" cy="0"/>
        </a:xfrm>
      </p:grpSpPr>
      <p:sp>
        <p:nvSpPr>
          <p:cNvPr id="661" name="Google Shape;661;p33"/>
          <p:cNvSpPr txBox="1"/>
          <p:nvPr>
            <p:ph idx="1" type="subTitle"/>
          </p:nvPr>
        </p:nvSpPr>
        <p:spPr>
          <a:xfrm>
            <a:off x="463475" y="1458450"/>
            <a:ext cx="2296800" cy="84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400"/>
              <a:buFont typeface="Nunito Sans"/>
              <a:buNone/>
              <a:defRPr sz="1400">
                <a:solidFill>
                  <a:schemeClr val="lt1"/>
                </a:solidFill>
              </a:defRPr>
            </a:lvl1pPr>
            <a:lvl2pPr lvl="1">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9pPr>
          </a:lstStyle>
          <a:p/>
        </p:txBody>
      </p:sp>
      <p:sp>
        <p:nvSpPr>
          <p:cNvPr id="662" name="Google Shape;662;p33"/>
          <p:cNvSpPr/>
          <p:nvPr/>
        </p:nvSpPr>
        <p:spPr>
          <a:xfrm>
            <a:off x="0" y="0"/>
            <a:ext cx="9144000" cy="327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63" name="Google Shape;663;p33"/>
          <p:cNvSpPr txBox="1"/>
          <p:nvPr>
            <p:ph idx="2" type="subTitle"/>
          </p:nvPr>
        </p:nvSpPr>
        <p:spPr>
          <a:xfrm>
            <a:off x="4368500" y="2287119"/>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4" name="Google Shape;664;p33"/>
          <p:cNvSpPr txBox="1"/>
          <p:nvPr>
            <p:ph idx="3" type="subTitle"/>
          </p:nvPr>
        </p:nvSpPr>
        <p:spPr>
          <a:xfrm>
            <a:off x="4368500" y="3937225"/>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5" name="Google Shape;665;p33"/>
          <p:cNvSpPr txBox="1"/>
          <p:nvPr>
            <p:ph idx="4" type="subTitle"/>
          </p:nvPr>
        </p:nvSpPr>
        <p:spPr>
          <a:xfrm>
            <a:off x="4368500" y="3112144"/>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6" name="Google Shape;666;p33"/>
          <p:cNvSpPr txBox="1"/>
          <p:nvPr>
            <p:ph idx="5" type="subTitle"/>
          </p:nvPr>
        </p:nvSpPr>
        <p:spPr>
          <a:xfrm>
            <a:off x="4368500" y="622654"/>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7" name="Google Shape;667;p33"/>
          <p:cNvSpPr txBox="1"/>
          <p:nvPr>
            <p:ph idx="6" type="subTitle"/>
          </p:nvPr>
        </p:nvSpPr>
        <p:spPr>
          <a:xfrm>
            <a:off x="4368500" y="1447665"/>
            <a:ext cx="4365600" cy="8352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8" name="Google Shape;668;p33"/>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sp>
        <p:nvSpPr>
          <p:cNvPr id="669" name="Google Shape;669;p33"/>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70" name="Google Shape;670;p33"/>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71" name="Google Shape;671;p33"/>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72" name="Google Shape;672;p33"/>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
        <p:nvSpPr>
          <p:cNvPr id="673" name="Google Shape;673;p33"/>
          <p:cNvSpPr txBox="1"/>
          <p:nvPr>
            <p:ph idx="7"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2"/>
              </a:buClr>
              <a:buSzPts val="800"/>
              <a:buFont typeface="Nunito Sans"/>
              <a:buNone/>
              <a:defRPr sz="800">
                <a:solidFill>
                  <a:schemeClr val="lt2"/>
                </a:solidFill>
              </a:defRPr>
            </a:lvl1pPr>
            <a:lvl2pPr lvl="1">
              <a:spcBef>
                <a:spcPts val="0"/>
              </a:spcBef>
              <a:spcAft>
                <a:spcPts val="0"/>
              </a:spcAft>
              <a:buClr>
                <a:schemeClr val="lt2"/>
              </a:buClr>
              <a:buSzPts val="1000"/>
              <a:buFont typeface="Nunito Sans"/>
              <a:buNone/>
              <a:defRPr sz="1000">
                <a:solidFill>
                  <a:schemeClr val="lt2"/>
                </a:solidFill>
              </a:defRPr>
            </a:lvl2pPr>
            <a:lvl3pPr lvl="2">
              <a:spcBef>
                <a:spcPts val="0"/>
              </a:spcBef>
              <a:spcAft>
                <a:spcPts val="0"/>
              </a:spcAft>
              <a:buClr>
                <a:schemeClr val="lt2"/>
              </a:buClr>
              <a:buSzPts val="1000"/>
              <a:buFont typeface="Nunito Sans"/>
              <a:buNone/>
              <a:defRPr sz="1000">
                <a:solidFill>
                  <a:schemeClr val="lt2"/>
                </a:solidFill>
              </a:defRPr>
            </a:lvl3pPr>
            <a:lvl4pPr lvl="3">
              <a:spcBef>
                <a:spcPts val="0"/>
              </a:spcBef>
              <a:spcAft>
                <a:spcPts val="0"/>
              </a:spcAft>
              <a:buClr>
                <a:schemeClr val="lt2"/>
              </a:buClr>
              <a:buSzPts val="1000"/>
              <a:buFont typeface="Nunito Sans"/>
              <a:buNone/>
              <a:defRPr sz="1000">
                <a:solidFill>
                  <a:schemeClr val="lt2"/>
                </a:solidFill>
              </a:defRPr>
            </a:lvl4pPr>
            <a:lvl5pPr lvl="4">
              <a:spcBef>
                <a:spcPts val="0"/>
              </a:spcBef>
              <a:spcAft>
                <a:spcPts val="0"/>
              </a:spcAft>
              <a:buClr>
                <a:schemeClr val="lt2"/>
              </a:buClr>
              <a:buSzPts val="1000"/>
              <a:buFont typeface="Nunito Sans"/>
              <a:buNone/>
              <a:defRPr sz="1000">
                <a:solidFill>
                  <a:schemeClr val="lt2"/>
                </a:solidFill>
              </a:defRPr>
            </a:lvl5pPr>
            <a:lvl6pPr lvl="5">
              <a:spcBef>
                <a:spcPts val="0"/>
              </a:spcBef>
              <a:spcAft>
                <a:spcPts val="0"/>
              </a:spcAft>
              <a:buClr>
                <a:schemeClr val="lt2"/>
              </a:buClr>
              <a:buSzPts val="1000"/>
              <a:buFont typeface="Nunito Sans"/>
              <a:buNone/>
              <a:defRPr sz="1000">
                <a:solidFill>
                  <a:schemeClr val="lt2"/>
                </a:solidFill>
              </a:defRPr>
            </a:lvl6pPr>
            <a:lvl7pPr lvl="6">
              <a:spcBef>
                <a:spcPts val="0"/>
              </a:spcBef>
              <a:spcAft>
                <a:spcPts val="0"/>
              </a:spcAft>
              <a:buClr>
                <a:schemeClr val="lt2"/>
              </a:buClr>
              <a:buSzPts val="1000"/>
              <a:buFont typeface="Nunito Sans"/>
              <a:buNone/>
              <a:defRPr sz="1000">
                <a:solidFill>
                  <a:schemeClr val="lt2"/>
                </a:solidFill>
              </a:defRPr>
            </a:lvl7pPr>
            <a:lvl8pPr lvl="7">
              <a:spcBef>
                <a:spcPts val="0"/>
              </a:spcBef>
              <a:spcAft>
                <a:spcPts val="0"/>
              </a:spcAft>
              <a:buClr>
                <a:schemeClr val="lt2"/>
              </a:buClr>
              <a:buSzPts val="1000"/>
              <a:buFont typeface="Nunito Sans"/>
              <a:buNone/>
              <a:defRPr sz="1000">
                <a:solidFill>
                  <a:schemeClr val="lt2"/>
                </a:solidFill>
              </a:defRPr>
            </a:lvl8pPr>
            <a:lvl9pPr lvl="8">
              <a:spcBef>
                <a:spcPts val="0"/>
              </a:spcBef>
              <a:spcAft>
                <a:spcPts val="0"/>
              </a:spcAft>
              <a:buClr>
                <a:schemeClr val="lt2"/>
              </a:buClr>
              <a:buSzPts val="1000"/>
              <a:buFont typeface="Nunito Sans"/>
              <a:buNone/>
              <a:defRPr sz="1000">
                <a:solidFill>
                  <a:schemeClr val="lt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 Alt 2">
  <p:cSld name="CUSTOM_19_1">
    <p:spTree>
      <p:nvGrpSpPr>
        <p:cNvPr id="674" name="Shape 674"/>
        <p:cNvGrpSpPr/>
        <p:nvPr/>
      </p:nvGrpSpPr>
      <p:grpSpPr>
        <a:xfrm>
          <a:off x="0" y="0"/>
          <a:ext cx="0" cy="0"/>
          <a:chOff x="0" y="0"/>
          <a:chExt cx="0" cy="0"/>
        </a:xfrm>
      </p:grpSpPr>
      <p:sp>
        <p:nvSpPr>
          <p:cNvPr id="675" name="Google Shape;675;p34"/>
          <p:cNvSpPr txBox="1"/>
          <p:nvPr>
            <p:ph idx="1" type="subTitle"/>
          </p:nvPr>
        </p:nvSpPr>
        <p:spPr>
          <a:xfrm>
            <a:off x="2284724" y="3063600"/>
            <a:ext cx="1152600" cy="1078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6" name="Google Shape;676;p34"/>
          <p:cNvSpPr txBox="1"/>
          <p:nvPr>
            <p:ph idx="2" type="subTitle"/>
          </p:nvPr>
        </p:nvSpPr>
        <p:spPr>
          <a:xfrm>
            <a:off x="4118688" y="3010800"/>
            <a:ext cx="1152600" cy="11844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7" name="Google Shape;677;p34"/>
          <p:cNvSpPr txBox="1"/>
          <p:nvPr>
            <p:ph idx="3" type="subTitle"/>
          </p:nvPr>
        </p:nvSpPr>
        <p:spPr>
          <a:xfrm>
            <a:off x="5952638" y="3028050"/>
            <a:ext cx="1131900" cy="11499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8" name="Google Shape;678;p34"/>
          <p:cNvSpPr txBox="1"/>
          <p:nvPr>
            <p:ph idx="4" type="subTitle"/>
          </p:nvPr>
        </p:nvSpPr>
        <p:spPr>
          <a:xfrm>
            <a:off x="463475" y="3063600"/>
            <a:ext cx="1152600" cy="1078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9" name="Google Shape;679;p34"/>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680" name="Google Shape;680;p34"/>
          <p:cNvSpPr txBox="1"/>
          <p:nvPr>
            <p:ph idx="6" type="subTitle"/>
          </p:nvPr>
        </p:nvSpPr>
        <p:spPr>
          <a:xfrm>
            <a:off x="7765912" y="2952300"/>
            <a:ext cx="1131900" cy="13014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81" name="Google Shape;681;p34"/>
          <p:cNvSpPr txBox="1"/>
          <p:nvPr>
            <p:ph idx="7" type="subTitle"/>
          </p:nvPr>
        </p:nvSpPr>
        <p:spPr>
          <a:xfrm>
            <a:off x="463475" y="1458450"/>
            <a:ext cx="2296800" cy="84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9pPr>
          </a:lstStyle>
          <a:p/>
        </p:txBody>
      </p:sp>
      <p:sp>
        <p:nvSpPr>
          <p:cNvPr id="682" name="Google Shape;682;p34"/>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683" name="Google Shape;683;p34"/>
          <p:cNvGrpSpPr/>
          <p:nvPr/>
        </p:nvGrpSpPr>
        <p:grpSpPr>
          <a:xfrm>
            <a:off x="-3175" y="1"/>
            <a:ext cx="9146700" cy="330024"/>
            <a:chOff x="-3175" y="1"/>
            <a:chExt cx="9146700" cy="330024"/>
          </a:xfrm>
        </p:grpSpPr>
        <p:sp>
          <p:nvSpPr>
            <p:cNvPr id="684" name="Google Shape;684;p3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685" name="Google Shape;685;p3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686" name="Google Shape;686;p34"/>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687" name="Google Shape;687;p34"/>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688" name="Google Shape;688;p34"/>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cSld name="CUSTOM_14">
    <p:spTree>
      <p:nvGrpSpPr>
        <p:cNvPr id="689" name="Shape 689"/>
        <p:cNvGrpSpPr/>
        <p:nvPr/>
      </p:nvGrpSpPr>
      <p:grpSpPr>
        <a:xfrm>
          <a:off x="0" y="0"/>
          <a:ext cx="0" cy="0"/>
          <a:chOff x="0" y="0"/>
          <a:chExt cx="0" cy="0"/>
        </a:xfrm>
      </p:grpSpPr>
      <p:cxnSp>
        <p:nvCxnSpPr>
          <p:cNvPr id="690" name="Google Shape;690;p35"/>
          <p:cNvCxnSpPr/>
          <p:nvPr/>
        </p:nvCxnSpPr>
        <p:spPr>
          <a:xfrm>
            <a:off x="3564800" y="-9550"/>
            <a:ext cx="0" cy="5137200"/>
          </a:xfrm>
          <a:prstGeom prst="straightConnector1">
            <a:avLst/>
          </a:prstGeom>
          <a:noFill/>
          <a:ln cap="flat" cmpd="sng" w="9525">
            <a:solidFill>
              <a:schemeClr val="dk2"/>
            </a:solidFill>
            <a:prstDash val="solid"/>
            <a:round/>
            <a:headEnd len="sm" w="sm" type="none"/>
            <a:tailEnd len="sm" w="sm" type="none"/>
          </a:ln>
        </p:spPr>
      </p:cxnSp>
      <p:cxnSp>
        <p:nvCxnSpPr>
          <p:cNvPr id="691" name="Google Shape;691;p35"/>
          <p:cNvCxnSpPr>
            <a:stCxn id="692" idx="3"/>
          </p:cNvCxnSpPr>
          <p:nvPr/>
        </p:nvCxnSpPr>
        <p:spPr>
          <a:xfrm>
            <a:off x="3617150" y="4700200"/>
            <a:ext cx="5089800" cy="0"/>
          </a:xfrm>
          <a:prstGeom prst="straightConnector1">
            <a:avLst/>
          </a:prstGeom>
          <a:noFill/>
          <a:ln cap="flat" cmpd="sng" w="9525">
            <a:solidFill>
              <a:schemeClr val="dk2"/>
            </a:solidFill>
            <a:prstDash val="solid"/>
            <a:round/>
            <a:headEnd len="sm" w="sm" type="none"/>
            <a:tailEnd len="sm" w="sm" type="none"/>
          </a:ln>
        </p:spPr>
      </p:cxnSp>
      <p:sp>
        <p:nvSpPr>
          <p:cNvPr id="692" name="Google Shape;692;p35"/>
          <p:cNvSpPr/>
          <p:nvPr/>
        </p:nvSpPr>
        <p:spPr>
          <a:xfrm>
            <a:off x="3512450" y="4647850"/>
            <a:ext cx="104700" cy="10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693" name="Google Shape;693;p35"/>
          <p:cNvCxnSpPr>
            <a:endCxn id="694" idx="2"/>
          </p:cNvCxnSpPr>
          <p:nvPr/>
        </p:nvCxnSpPr>
        <p:spPr>
          <a:xfrm rot="10800000">
            <a:off x="8705825" y="2353400"/>
            <a:ext cx="0" cy="2345400"/>
          </a:xfrm>
          <a:prstGeom prst="straightConnector1">
            <a:avLst/>
          </a:prstGeom>
          <a:noFill/>
          <a:ln cap="flat" cmpd="sng" w="9525">
            <a:solidFill>
              <a:schemeClr val="dk2"/>
            </a:solidFill>
            <a:prstDash val="solid"/>
            <a:round/>
            <a:headEnd len="sm" w="sm" type="none"/>
            <a:tailEnd len="sm" w="sm" type="none"/>
          </a:ln>
        </p:spPr>
      </p:cxnSp>
      <p:sp>
        <p:nvSpPr>
          <p:cNvPr id="695" name="Google Shape;695;p35"/>
          <p:cNvSpPr/>
          <p:nvPr/>
        </p:nvSpPr>
        <p:spPr>
          <a:xfrm>
            <a:off x="8653475" y="464785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696" name="Google Shape;696;p35"/>
          <p:cNvCxnSpPr/>
          <p:nvPr/>
        </p:nvCxnSpPr>
        <p:spPr>
          <a:xfrm rot="10800000">
            <a:off x="-6350" y="2301050"/>
            <a:ext cx="8709900" cy="0"/>
          </a:xfrm>
          <a:prstGeom prst="straightConnector1">
            <a:avLst/>
          </a:prstGeom>
          <a:noFill/>
          <a:ln cap="flat" cmpd="sng" w="9525">
            <a:solidFill>
              <a:schemeClr val="dk2"/>
            </a:solidFill>
            <a:prstDash val="solid"/>
            <a:round/>
            <a:headEnd len="sm" w="sm" type="none"/>
            <a:tailEnd len="sm" w="sm" type="none"/>
          </a:ln>
        </p:spPr>
      </p:cxnSp>
      <p:sp>
        <p:nvSpPr>
          <p:cNvPr id="697" name="Google Shape;697;p35"/>
          <p:cNvSpPr/>
          <p:nvPr/>
        </p:nvSpPr>
        <p:spPr>
          <a:xfrm>
            <a:off x="3512450" y="224870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94" name="Google Shape;694;p35"/>
          <p:cNvSpPr/>
          <p:nvPr/>
        </p:nvSpPr>
        <p:spPr>
          <a:xfrm>
            <a:off x="8653475" y="2248700"/>
            <a:ext cx="104700" cy="10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98" name="Google Shape;698;p35"/>
          <p:cNvSpPr txBox="1"/>
          <p:nvPr>
            <p:ph type="ctrTitle"/>
          </p:nvPr>
        </p:nvSpPr>
        <p:spPr>
          <a:xfrm>
            <a:off x="3564800" y="2301050"/>
            <a:ext cx="5142300" cy="2412300"/>
          </a:xfrm>
          <a:prstGeom prst="rect">
            <a:avLst/>
          </a:prstGeom>
        </p:spPr>
        <p:txBody>
          <a:bodyPr anchorCtr="0" anchor="b" bIns="306000" lIns="234000" spcFirstLastPara="1" rIns="342000" wrap="square" tIns="91425">
            <a:normAutofit/>
          </a:bodyPr>
          <a:lstStyle>
            <a:lvl1pPr lvl="0"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1pPr>
            <a:lvl2pPr lvl="1"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2pPr>
            <a:lvl3pPr lvl="2"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3pPr>
            <a:lvl4pPr lvl="3"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4pPr>
            <a:lvl5pPr lvl="4"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5pPr>
            <a:lvl6pPr lvl="5"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6pPr>
            <a:lvl7pPr lvl="6"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7pPr>
            <a:lvl8pPr lvl="7"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8pPr>
            <a:lvl9pPr lvl="8"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99" name="Shape 699"/>
        <p:cNvGrpSpPr/>
        <p:nvPr/>
      </p:nvGrpSpPr>
      <p:grpSpPr>
        <a:xfrm>
          <a:off x="0" y="0"/>
          <a:ext cx="0" cy="0"/>
          <a:chOff x="0" y="0"/>
          <a:chExt cx="0" cy="0"/>
        </a:xfrm>
      </p:grpSpPr>
      <p:sp>
        <p:nvSpPr>
          <p:cNvPr id="700" name="Google Shape;700;p3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01" name="Google Shape;701;p3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02" name="Shape 702"/>
        <p:cNvGrpSpPr/>
        <p:nvPr/>
      </p:nvGrpSpPr>
      <p:grpSpPr>
        <a:xfrm>
          <a:off x="0" y="0"/>
          <a:ext cx="0" cy="0"/>
          <a:chOff x="0" y="0"/>
          <a:chExt cx="0" cy="0"/>
        </a:xfrm>
      </p:grpSpPr>
      <p:sp>
        <p:nvSpPr>
          <p:cNvPr id="703" name="Google Shape;703;p3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04" name="Shape 704"/>
        <p:cNvGrpSpPr/>
        <p:nvPr/>
      </p:nvGrpSpPr>
      <p:grpSpPr>
        <a:xfrm>
          <a:off x="0" y="0"/>
          <a:ext cx="0" cy="0"/>
          <a:chOff x="0" y="0"/>
          <a:chExt cx="0" cy="0"/>
        </a:xfrm>
      </p:grpSpPr>
      <p:sp>
        <p:nvSpPr>
          <p:cNvPr id="705" name="Google Shape;705;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6" name="Google Shape;70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07" name="Shape 707"/>
        <p:cNvGrpSpPr/>
        <p:nvPr/>
      </p:nvGrpSpPr>
      <p:grpSpPr>
        <a:xfrm>
          <a:off x="0" y="0"/>
          <a:ext cx="0" cy="0"/>
          <a:chOff x="0" y="0"/>
          <a:chExt cx="0" cy="0"/>
        </a:xfrm>
      </p:grpSpPr>
      <p:sp>
        <p:nvSpPr>
          <p:cNvPr id="708" name="Google Shape;708;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9" name="Google Shape;709;p3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0" name="Google Shape;710;p3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11" name="Shape 711"/>
        <p:cNvGrpSpPr/>
        <p:nvPr/>
      </p:nvGrpSpPr>
      <p:grpSpPr>
        <a:xfrm>
          <a:off x="0" y="0"/>
          <a:ext cx="0" cy="0"/>
          <a:chOff x="0" y="0"/>
          <a:chExt cx="0" cy="0"/>
        </a:xfrm>
      </p:grpSpPr>
      <p:sp>
        <p:nvSpPr>
          <p:cNvPr id="712" name="Google Shape;712;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13" name="Shape 713"/>
        <p:cNvGrpSpPr/>
        <p:nvPr/>
      </p:nvGrpSpPr>
      <p:grpSpPr>
        <a:xfrm>
          <a:off x="0" y="0"/>
          <a:ext cx="0" cy="0"/>
          <a:chOff x="0" y="0"/>
          <a:chExt cx="0" cy="0"/>
        </a:xfrm>
      </p:grpSpPr>
      <p:sp>
        <p:nvSpPr>
          <p:cNvPr id="714" name="Google Shape;714;p4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5" name="Google Shape;715;p4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716" name="Shape 716"/>
        <p:cNvGrpSpPr/>
        <p:nvPr/>
      </p:nvGrpSpPr>
      <p:grpSpPr>
        <a:xfrm>
          <a:off x="0" y="0"/>
          <a:ext cx="0" cy="0"/>
          <a:chOff x="0" y="0"/>
          <a:chExt cx="0" cy="0"/>
        </a:xfrm>
      </p:grpSpPr>
      <p:sp>
        <p:nvSpPr>
          <p:cNvPr id="717" name="Google Shape;717;p4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718" name="Shape 718"/>
        <p:cNvGrpSpPr/>
        <p:nvPr/>
      </p:nvGrpSpPr>
      <p:grpSpPr>
        <a:xfrm>
          <a:off x="0" y="0"/>
          <a:ext cx="0" cy="0"/>
          <a:chOff x="0" y="0"/>
          <a:chExt cx="0" cy="0"/>
        </a:xfrm>
      </p:grpSpPr>
      <p:sp>
        <p:nvSpPr>
          <p:cNvPr id="719" name="Google Shape;719;p4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20" name="Google Shape;720;p4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1" name="Google Shape;721;p4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22" name="Shape 722"/>
        <p:cNvGrpSpPr/>
        <p:nvPr/>
      </p:nvGrpSpPr>
      <p:grpSpPr>
        <a:xfrm>
          <a:off x="0" y="0"/>
          <a:ext cx="0" cy="0"/>
          <a:chOff x="0" y="0"/>
          <a:chExt cx="0" cy="0"/>
        </a:xfrm>
      </p:grpSpPr>
      <p:sp>
        <p:nvSpPr>
          <p:cNvPr id="723" name="Google Shape;723;p4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24" name="Shape 724"/>
        <p:cNvGrpSpPr/>
        <p:nvPr/>
      </p:nvGrpSpPr>
      <p:grpSpPr>
        <a:xfrm>
          <a:off x="0" y="0"/>
          <a:ext cx="0" cy="0"/>
          <a:chOff x="0" y="0"/>
          <a:chExt cx="0" cy="0"/>
        </a:xfrm>
      </p:grpSpPr>
      <p:sp>
        <p:nvSpPr>
          <p:cNvPr id="725" name="Google Shape;725;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26" name="Google Shape;726;p4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27" name="Shape 727"/>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28" name="Shape 728"/>
        <p:cNvGrpSpPr/>
        <p:nvPr/>
      </p:nvGrpSpPr>
      <p:grpSpPr>
        <a:xfrm>
          <a:off x="0" y="0"/>
          <a:ext cx="0" cy="0"/>
          <a:chOff x="0" y="0"/>
          <a:chExt cx="0" cy="0"/>
        </a:xfrm>
      </p:grpSpPr>
      <p:sp>
        <p:nvSpPr>
          <p:cNvPr id="729" name="Google Shape;729;p4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0" name="Google Shape;730;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1" name="Google Shape;731;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2" name="Google Shape;732;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3" name="Google Shape;733;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4" name="Google Shape;734;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5" name="Google Shape;735;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736" name="Shape 736"/>
        <p:cNvGrpSpPr/>
        <p:nvPr/>
      </p:nvGrpSpPr>
      <p:grpSpPr>
        <a:xfrm>
          <a:off x="0" y="0"/>
          <a:ext cx="0" cy="0"/>
          <a:chOff x="0" y="0"/>
          <a:chExt cx="0" cy="0"/>
        </a:xfrm>
      </p:grpSpPr>
      <p:sp>
        <p:nvSpPr>
          <p:cNvPr id="737" name="Google Shape;737;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8" name="Google Shape;738;p4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9" name="Google Shape;739;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740" name="Shape 740"/>
        <p:cNvGrpSpPr/>
        <p:nvPr/>
      </p:nvGrpSpPr>
      <p:grpSpPr>
        <a:xfrm>
          <a:off x="0" y="0"/>
          <a:ext cx="0" cy="0"/>
          <a:chOff x="0" y="0"/>
          <a:chExt cx="0" cy="0"/>
        </a:xfrm>
      </p:grpSpPr>
      <p:sp>
        <p:nvSpPr>
          <p:cNvPr id="741" name="Google Shape;741;p4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2" name="Google Shape;742;p4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3" name="Google Shape;743;p4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4" name="Google Shape;744;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45" name="Google Shape;745;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746" name="Shape 746"/>
        <p:cNvGrpSpPr/>
        <p:nvPr/>
      </p:nvGrpSpPr>
      <p:grpSpPr>
        <a:xfrm>
          <a:off x="0" y="0"/>
          <a:ext cx="0" cy="0"/>
          <a:chOff x="0" y="0"/>
          <a:chExt cx="0" cy="0"/>
        </a:xfrm>
      </p:grpSpPr>
      <p:sp>
        <p:nvSpPr>
          <p:cNvPr id="747" name="Google Shape;747;p5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8" name="Google Shape;748;p5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9" name="Google Shape;749;p5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0" name="Google Shape;750;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1" name="Google Shape;751;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2" name="Google Shape;752;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3" name="Google Shape;753;p5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754" name="Shape 754"/>
        <p:cNvGrpSpPr/>
        <p:nvPr/>
      </p:nvGrpSpPr>
      <p:grpSpPr>
        <a:xfrm>
          <a:off x="0" y="0"/>
          <a:ext cx="0" cy="0"/>
          <a:chOff x="0" y="0"/>
          <a:chExt cx="0" cy="0"/>
        </a:xfrm>
      </p:grpSpPr>
      <p:sp>
        <p:nvSpPr>
          <p:cNvPr id="755" name="Google Shape;755;p5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6" name="Google Shape;756;p5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7" name="Google Shape;757;p5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8" name="Google Shape;758;p5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9" name="Google Shape;759;p5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60" name="Google Shape;760;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1" name="Google Shape;761;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2" name="Google Shape;762;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3" name="Google Shape;763;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764" name="Shape 764"/>
        <p:cNvGrpSpPr/>
        <p:nvPr/>
      </p:nvGrpSpPr>
      <p:grpSpPr>
        <a:xfrm>
          <a:off x="0" y="0"/>
          <a:ext cx="0" cy="0"/>
          <a:chOff x="0" y="0"/>
          <a:chExt cx="0" cy="0"/>
        </a:xfrm>
      </p:grpSpPr>
      <p:sp>
        <p:nvSpPr>
          <p:cNvPr id="765" name="Google Shape;76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6" name="Google Shape;766;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767" name="Shape 767"/>
        <p:cNvGrpSpPr/>
        <p:nvPr/>
      </p:nvGrpSpPr>
      <p:grpSpPr>
        <a:xfrm>
          <a:off x="0" y="0"/>
          <a:ext cx="0" cy="0"/>
          <a:chOff x="0" y="0"/>
          <a:chExt cx="0" cy="0"/>
        </a:xfrm>
      </p:grpSpPr>
      <p:sp>
        <p:nvSpPr>
          <p:cNvPr id="768" name="Google Shape;768;p5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9" name="Google Shape;769;p53"/>
          <p:cNvSpPr/>
          <p:nvPr>
            <p:ph idx="2" type="pic"/>
          </p:nvPr>
        </p:nvSpPr>
        <p:spPr>
          <a:xfrm>
            <a:off x="4804825" y="1133300"/>
            <a:ext cx="4027500" cy="2392800"/>
          </a:xfrm>
          <a:prstGeom prst="rect">
            <a:avLst/>
          </a:prstGeom>
          <a:noFill/>
          <a:ln>
            <a:noFill/>
          </a:ln>
        </p:spPr>
      </p:sp>
      <p:sp>
        <p:nvSpPr>
          <p:cNvPr id="770" name="Google Shape;770;p53"/>
          <p:cNvSpPr/>
          <p:nvPr>
            <p:ph idx="3" type="pic"/>
          </p:nvPr>
        </p:nvSpPr>
        <p:spPr>
          <a:xfrm>
            <a:off x="311725" y="1133300"/>
            <a:ext cx="4027500" cy="2392800"/>
          </a:xfrm>
          <a:prstGeom prst="rect">
            <a:avLst/>
          </a:prstGeom>
          <a:noFill/>
          <a:ln>
            <a:noFill/>
          </a:ln>
        </p:spPr>
      </p:sp>
      <p:sp>
        <p:nvSpPr>
          <p:cNvPr id="771" name="Google Shape;771;p5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2" name="Google Shape;772;p5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3" name="Google Shape;773;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4" name="Google Shape;774;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775" name="Shape 775"/>
        <p:cNvGrpSpPr/>
        <p:nvPr/>
      </p:nvGrpSpPr>
      <p:grpSpPr>
        <a:xfrm>
          <a:off x="0" y="0"/>
          <a:ext cx="0" cy="0"/>
          <a:chOff x="0" y="0"/>
          <a:chExt cx="0" cy="0"/>
        </a:xfrm>
      </p:grpSpPr>
      <p:sp>
        <p:nvSpPr>
          <p:cNvPr id="776" name="Google Shape;776;p5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7" name="Google Shape;777;p54"/>
          <p:cNvSpPr/>
          <p:nvPr>
            <p:ph idx="2" type="pic"/>
          </p:nvPr>
        </p:nvSpPr>
        <p:spPr>
          <a:xfrm>
            <a:off x="6205225" y="1128325"/>
            <a:ext cx="2627100" cy="2273100"/>
          </a:xfrm>
          <a:prstGeom prst="rect">
            <a:avLst/>
          </a:prstGeom>
          <a:noFill/>
          <a:ln>
            <a:noFill/>
          </a:ln>
        </p:spPr>
      </p:sp>
      <p:sp>
        <p:nvSpPr>
          <p:cNvPr id="778" name="Google Shape;778;p54"/>
          <p:cNvSpPr/>
          <p:nvPr>
            <p:ph idx="3" type="pic"/>
          </p:nvPr>
        </p:nvSpPr>
        <p:spPr>
          <a:xfrm>
            <a:off x="311725" y="1128325"/>
            <a:ext cx="2627100" cy="2273100"/>
          </a:xfrm>
          <a:prstGeom prst="rect">
            <a:avLst/>
          </a:prstGeom>
          <a:noFill/>
          <a:ln>
            <a:noFill/>
          </a:ln>
        </p:spPr>
      </p:sp>
      <p:sp>
        <p:nvSpPr>
          <p:cNvPr id="779" name="Google Shape;779;p5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0" name="Google Shape;780;p54"/>
          <p:cNvSpPr/>
          <p:nvPr>
            <p:ph idx="5" type="pic"/>
          </p:nvPr>
        </p:nvSpPr>
        <p:spPr>
          <a:xfrm>
            <a:off x="3255250" y="1128325"/>
            <a:ext cx="2627100" cy="2273100"/>
          </a:xfrm>
          <a:prstGeom prst="rect">
            <a:avLst/>
          </a:prstGeom>
          <a:noFill/>
          <a:ln>
            <a:noFill/>
          </a:ln>
        </p:spPr>
      </p:sp>
      <p:sp>
        <p:nvSpPr>
          <p:cNvPr id="781" name="Google Shape;781;p5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2" name="Google Shape;782;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3" name="Google Shape;783;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84" name="Google Shape;784;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85" name="Google Shape;785;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786" name="Shape 786"/>
        <p:cNvGrpSpPr/>
        <p:nvPr/>
      </p:nvGrpSpPr>
      <p:grpSpPr>
        <a:xfrm>
          <a:off x="0" y="0"/>
          <a:ext cx="0" cy="0"/>
          <a:chOff x="0" y="0"/>
          <a:chExt cx="0" cy="0"/>
        </a:xfrm>
      </p:grpSpPr>
      <p:sp>
        <p:nvSpPr>
          <p:cNvPr id="787" name="Google Shape;787;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788" name="Shape 788"/>
        <p:cNvGrpSpPr/>
        <p:nvPr/>
      </p:nvGrpSpPr>
      <p:grpSpPr>
        <a:xfrm>
          <a:off x="0" y="0"/>
          <a:ext cx="0" cy="0"/>
          <a:chOff x="0" y="0"/>
          <a:chExt cx="0" cy="0"/>
        </a:xfrm>
      </p:grpSpPr>
      <p:sp>
        <p:nvSpPr>
          <p:cNvPr id="789" name="Google Shape;789;p56"/>
          <p:cNvSpPr/>
          <p:nvPr>
            <p:ph idx="2" type="pic"/>
          </p:nvPr>
        </p:nvSpPr>
        <p:spPr>
          <a:xfrm>
            <a:off x="3389600" y="118913"/>
            <a:ext cx="1643700" cy="1535100"/>
          </a:xfrm>
          <a:prstGeom prst="rect">
            <a:avLst/>
          </a:prstGeom>
          <a:noFill/>
          <a:ln>
            <a:noFill/>
          </a:ln>
        </p:spPr>
      </p:sp>
      <p:sp>
        <p:nvSpPr>
          <p:cNvPr id="790" name="Google Shape;790;p56"/>
          <p:cNvSpPr/>
          <p:nvPr>
            <p:ph idx="3" type="pic"/>
          </p:nvPr>
        </p:nvSpPr>
        <p:spPr>
          <a:xfrm>
            <a:off x="5195935" y="118913"/>
            <a:ext cx="1643700" cy="1535100"/>
          </a:xfrm>
          <a:prstGeom prst="rect">
            <a:avLst/>
          </a:prstGeom>
          <a:noFill/>
          <a:ln>
            <a:noFill/>
          </a:ln>
        </p:spPr>
      </p:sp>
      <p:sp>
        <p:nvSpPr>
          <p:cNvPr id="791" name="Google Shape;791;p56"/>
          <p:cNvSpPr/>
          <p:nvPr>
            <p:ph idx="4" type="pic"/>
          </p:nvPr>
        </p:nvSpPr>
        <p:spPr>
          <a:xfrm>
            <a:off x="7002270" y="118913"/>
            <a:ext cx="1643700" cy="1535100"/>
          </a:xfrm>
          <a:prstGeom prst="rect">
            <a:avLst/>
          </a:prstGeom>
          <a:noFill/>
          <a:ln>
            <a:noFill/>
          </a:ln>
        </p:spPr>
      </p:sp>
      <p:sp>
        <p:nvSpPr>
          <p:cNvPr id="792" name="Google Shape;792;p56"/>
          <p:cNvSpPr/>
          <p:nvPr>
            <p:ph idx="5" type="pic"/>
          </p:nvPr>
        </p:nvSpPr>
        <p:spPr>
          <a:xfrm>
            <a:off x="3389588" y="1804212"/>
            <a:ext cx="1643700" cy="1535100"/>
          </a:xfrm>
          <a:prstGeom prst="rect">
            <a:avLst/>
          </a:prstGeom>
          <a:noFill/>
          <a:ln>
            <a:noFill/>
          </a:ln>
        </p:spPr>
      </p:sp>
      <p:sp>
        <p:nvSpPr>
          <p:cNvPr id="793" name="Google Shape;793;p56"/>
          <p:cNvSpPr/>
          <p:nvPr>
            <p:ph idx="6" type="pic"/>
          </p:nvPr>
        </p:nvSpPr>
        <p:spPr>
          <a:xfrm>
            <a:off x="5195922" y="1804212"/>
            <a:ext cx="1643700" cy="1535100"/>
          </a:xfrm>
          <a:prstGeom prst="rect">
            <a:avLst/>
          </a:prstGeom>
          <a:noFill/>
          <a:ln>
            <a:noFill/>
          </a:ln>
        </p:spPr>
      </p:sp>
      <p:sp>
        <p:nvSpPr>
          <p:cNvPr id="794" name="Google Shape;794;p56"/>
          <p:cNvSpPr/>
          <p:nvPr>
            <p:ph idx="7" type="pic"/>
          </p:nvPr>
        </p:nvSpPr>
        <p:spPr>
          <a:xfrm>
            <a:off x="7002257" y="1804212"/>
            <a:ext cx="1643700" cy="1535100"/>
          </a:xfrm>
          <a:prstGeom prst="rect">
            <a:avLst/>
          </a:prstGeom>
          <a:noFill/>
          <a:ln>
            <a:noFill/>
          </a:ln>
        </p:spPr>
      </p:sp>
      <p:sp>
        <p:nvSpPr>
          <p:cNvPr id="795" name="Google Shape;795;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56"/>
          <p:cNvSpPr/>
          <p:nvPr>
            <p:ph idx="8" type="pic"/>
          </p:nvPr>
        </p:nvSpPr>
        <p:spPr>
          <a:xfrm>
            <a:off x="3389588" y="3489487"/>
            <a:ext cx="1643700" cy="1535100"/>
          </a:xfrm>
          <a:prstGeom prst="rect">
            <a:avLst/>
          </a:prstGeom>
          <a:noFill/>
          <a:ln>
            <a:noFill/>
          </a:ln>
        </p:spPr>
      </p:sp>
      <p:sp>
        <p:nvSpPr>
          <p:cNvPr id="797" name="Google Shape;797;p56"/>
          <p:cNvSpPr/>
          <p:nvPr>
            <p:ph idx="9" type="pic"/>
          </p:nvPr>
        </p:nvSpPr>
        <p:spPr>
          <a:xfrm>
            <a:off x="5195922" y="3489487"/>
            <a:ext cx="1643700" cy="1535100"/>
          </a:xfrm>
          <a:prstGeom prst="rect">
            <a:avLst/>
          </a:prstGeom>
          <a:noFill/>
          <a:ln>
            <a:noFill/>
          </a:ln>
        </p:spPr>
      </p:sp>
      <p:sp>
        <p:nvSpPr>
          <p:cNvPr id="798" name="Google Shape;798;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1pPr>
            <a:lvl2pPr lvl="1">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2pPr>
            <a:lvl3pPr lvl="2">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3pPr>
            <a:lvl4pPr lvl="3">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4pPr>
            <a:lvl5pPr lvl="4">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5pPr>
            <a:lvl6pPr lvl="5">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6pPr>
            <a:lvl7pPr lvl="6">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7pPr>
            <a:lvl8pPr lvl="7">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8pPr>
            <a:lvl9pPr lvl="8">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Nunito Sans"/>
              <a:buChar char="●"/>
              <a:defRPr sz="1800">
                <a:solidFill>
                  <a:schemeClr val="dk2"/>
                </a:solidFill>
                <a:latin typeface="Nunito Sans"/>
                <a:ea typeface="Nunito Sans"/>
                <a:cs typeface="Nunito Sans"/>
                <a:sym typeface="Nunito Sans"/>
              </a:defRPr>
            </a:lvl1pPr>
            <a:lvl2pPr indent="-317500" lvl="1" marL="9144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2pPr>
            <a:lvl3pPr indent="-317500" lvl="2" marL="13716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3pPr>
            <a:lvl4pPr indent="-317500" lvl="3" marL="18288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4pPr>
            <a:lvl5pPr indent="-317500" lvl="4" marL="22860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5pPr>
            <a:lvl6pPr indent="-317500" lvl="5" marL="27432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6pPr>
            <a:lvl7pPr indent="-317500" lvl="6" marL="32004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7pPr>
            <a:lvl8pPr indent="-317500" lvl="7" marL="36576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8pPr>
            <a:lvl9pPr indent="-317500" lvl="8" marL="41148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57"/>
          <p:cNvSpPr txBox="1"/>
          <p:nvPr>
            <p:ph type="ctrTitle"/>
          </p:nvPr>
        </p:nvSpPr>
        <p:spPr>
          <a:xfrm>
            <a:off x="1276350" y="1304425"/>
            <a:ext cx="6591300" cy="339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7500"/>
              <a:buNone/>
            </a:pPr>
            <a:r>
              <a:t/>
            </a:r>
            <a:endParaRPr sz="4800">
              <a:solidFill>
                <a:schemeClr val="dk1"/>
              </a:solidFill>
            </a:endParaRPr>
          </a:p>
          <a:p>
            <a:pPr indent="0" lvl="0" marL="0" rtl="0" algn="ctr">
              <a:lnSpc>
                <a:spcPct val="75000"/>
              </a:lnSpc>
              <a:spcBef>
                <a:spcPts val="0"/>
              </a:spcBef>
              <a:spcAft>
                <a:spcPts val="0"/>
              </a:spcAft>
              <a:buSzPts val="7500"/>
              <a:buNone/>
            </a:pPr>
            <a:r>
              <a:rPr lang="en" sz="4800">
                <a:solidFill>
                  <a:schemeClr val="dk1"/>
                </a:solidFill>
              </a:rPr>
              <a:t>NBA STATS </a:t>
            </a:r>
            <a:endParaRPr sz="4800">
              <a:solidFill>
                <a:schemeClr val="dk1"/>
              </a:solidFill>
            </a:endParaRPr>
          </a:p>
          <a:p>
            <a:pPr indent="0" lvl="0" marL="0" rtl="0" algn="ctr">
              <a:lnSpc>
                <a:spcPct val="75000"/>
              </a:lnSpc>
              <a:spcBef>
                <a:spcPts val="0"/>
              </a:spcBef>
              <a:spcAft>
                <a:spcPts val="0"/>
              </a:spcAft>
              <a:buSzPts val="7500"/>
              <a:buNone/>
            </a:pPr>
            <a:r>
              <a:t/>
            </a:r>
            <a:endParaRPr sz="4800">
              <a:solidFill>
                <a:schemeClr val="dk1"/>
              </a:solidFill>
            </a:endParaRPr>
          </a:p>
          <a:p>
            <a:pPr indent="0" lvl="0" marL="0" rtl="0" algn="ctr">
              <a:lnSpc>
                <a:spcPct val="75000"/>
              </a:lnSpc>
              <a:spcBef>
                <a:spcPts val="0"/>
              </a:spcBef>
              <a:spcAft>
                <a:spcPts val="0"/>
              </a:spcAft>
              <a:buSzPts val="7500"/>
              <a:buNone/>
            </a:pPr>
            <a:r>
              <a:rPr lang="en" sz="2400">
                <a:solidFill>
                  <a:schemeClr val="dk1"/>
                </a:solidFill>
              </a:rPr>
              <a:t>Eddy Alexandre </a:t>
            </a:r>
            <a:endParaRPr sz="2400">
              <a:solidFill>
                <a:schemeClr val="dk1"/>
              </a:solidFill>
            </a:endParaRPr>
          </a:p>
          <a:p>
            <a:pPr indent="0" lvl="0" marL="0" rtl="0" algn="ctr">
              <a:lnSpc>
                <a:spcPct val="75000"/>
              </a:lnSpc>
              <a:spcBef>
                <a:spcPts val="0"/>
              </a:spcBef>
              <a:spcAft>
                <a:spcPts val="0"/>
              </a:spcAft>
              <a:buSzPts val="7500"/>
              <a:buNone/>
            </a:pPr>
            <a:r>
              <a:rPr lang="en" sz="2400">
                <a:solidFill>
                  <a:schemeClr val="dk1"/>
                </a:solidFill>
              </a:rPr>
              <a:t>IS 296</a:t>
            </a:r>
            <a:endParaRPr sz="2400">
              <a:solidFill>
                <a:schemeClr val="dk1"/>
              </a:solidFill>
            </a:endParaRPr>
          </a:p>
          <a:p>
            <a:pPr indent="0" lvl="0" marL="0" rtl="0" algn="ctr">
              <a:lnSpc>
                <a:spcPct val="75000"/>
              </a:lnSpc>
              <a:spcBef>
                <a:spcPts val="0"/>
              </a:spcBef>
              <a:spcAft>
                <a:spcPts val="0"/>
              </a:spcAft>
              <a:buSzPts val="7500"/>
              <a:buNone/>
            </a:pPr>
            <a:r>
              <a:rPr lang="en" sz="2400">
                <a:solidFill>
                  <a:schemeClr val="dk1"/>
                </a:solidFill>
              </a:rPr>
              <a:t>Prof.Chen</a:t>
            </a:r>
            <a:endParaRPr sz="2400">
              <a:solidFill>
                <a:schemeClr val="dk1"/>
              </a:solidFill>
            </a:endParaRPr>
          </a:p>
          <a:p>
            <a:pPr indent="0" lvl="0" marL="0" rtl="0" algn="ctr">
              <a:lnSpc>
                <a:spcPct val="75000"/>
              </a:lnSpc>
              <a:spcBef>
                <a:spcPts val="0"/>
              </a:spcBef>
              <a:spcAft>
                <a:spcPts val="0"/>
              </a:spcAft>
              <a:buSzPts val="7500"/>
              <a:buNone/>
            </a:pPr>
            <a:r>
              <a:t/>
            </a:r>
            <a:endParaRPr/>
          </a:p>
        </p:txBody>
      </p:sp>
      <p:sp>
        <p:nvSpPr>
          <p:cNvPr id="804" name="Google Shape;804;p57"/>
          <p:cNvSpPr/>
          <p:nvPr/>
        </p:nvSpPr>
        <p:spPr>
          <a:xfrm>
            <a:off x="437150" y="666850"/>
            <a:ext cx="68100" cy="98400"/>
          </a:xfrm>
          <a:prstGeom prst="chevron">
            <a:avLst>
              <a:gd fmla="val 6576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Sans Medium"/>
              <a:ea typeface="Nunito Sans Medium"/>
              <a:cs typeface="Nunito Sans Medium"/>
              <a:sym typeface="Nunito Sans Medium"/>
            </a:endParaRPr>
          </a:p>
        </p:txBody>
      </p:sp>
      <p:sp>
        <p:nvSpPr>
          <p:cNvPr id="805" name="Google Shape;805;p57"/>
          <p:cNvSpPr/>
          <p:nvPr/>
        </p:nvSpPr>
        <p:spPr>
          <a:xfrm>
            <a:off x="437150" y="3119725"/>
            <a:ext cx="39600" cy="1581900"/>
          </a:xfrm>
          <a:prstGeom prst="snip1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Sans Medium"/>
              <a:ea typeface="Nunito Sans Medium"/>
              <a:cs typeface="Nunito Sans Medium"/>
              <a:sym typeface="Nunito Sans Medium"/>
            </a:endParaRPr>
          </a:p>
        </p:txBody>
      </p:sp>
      <p:sp>
        <p:nvSpPr>
          <p:cNvPr id="806" name="Google Shape;806;p57"/>
          <p:cNvSpPr txBox="1"/>
          <p:nvPr>
            <p:ph idx="2" type="subTitle"/>
          </p:nvPr>
        </p:nvSpPr>
        <p:spPr>
          <a:xfrm>
            <a:off x="0" y="0"/>
            <a:ext cx="3396600" cy="327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S13_NBA_playoffs</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58"/>
          <p:cNvSpPr txBox="1"/>
          <p:nvPr>
            <p:ph type="ctrTitle"/>
          </p:nvPr>
        </p:nvSpPr>
        <p:spPr>
          <a:xfrm>
            <a:off x="552600" y="2878000"/>
            <a:ext cx="65913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12" name="Google Shape;812;p58"/>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rgbClr val="990000"/>
                </a:solidFill>
                <a:latin typeface="Comic Sans MS"/>
                <a:ea typeface="Comic Sans MS"/>
                <a:cs typeface="Comic Sans MS"/>
                <a:sym typeface="Comic Sans MS"/>
              </a:rPr>
              <a:t>INTRO/OVERVIEW </a:t>
            </a:r>
            <a:endParaRPr sz="2000">
              <a:solidFill>
                <a:srgbClr val="990000"/>
              </a:solidFill>
              <a:latin typeface="Comic Sans MS"/>
              <a:ea typeface="Comic Sans MS"/>
              <a:cs typeface="Comic Sans MS"/>
              <a:sym typeface="Comic Sans MS"/>
            </a:endParaRPr>
          </a:p>
        </p:txBody>
      </p:sp>
      <p:sp>
        <p:nvSpPr>
          <p:cNvPr id="813" name="Google Shape;813;p58"/>
          <p:cNvSpPr txBox="1"/>
          <p:nvPr>
            <p:ph idx="2" type="subTitle"/>
          </p:nvPr>
        </p:nvSpPr>
        <p:spPr>
          <a:xfrm>
            <a:off x="0" y="0"/>
            <a:ext cx="3396600" cy="3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Mini #1</a:t>
            </a:r>
            <a:endParaRPr b="1" sz="1500"/>
          </a:p>
        </p:txBody>
      </p:sp>
      <p:sp>
        <p:nvSpPr>
          <p:cNvPr id="814" name="Google Shape;814;p58"/>
          <p:cNvSpPr txBox="1"/>
          <p:nvPr/>
        </p:nvSpPr>
        <p:spPr>
          <a:xfrm>
            <a:off x="685800" y="1382100"/>
            <a:ext cx="6845700" cy="22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700">
                <a:solidFill>
                  <a:schemeClr val="dk1"/>
                </a:solidFill>
                <a:latin typeface="Comic Sans MS"/>
                <a:ea typeface="Comic Sans MS"/>
                <a:cs typeface="Comic Sans MS"/>
                <a:sym typeface="Comic Sans MS"/>
              </a:rPr>
              <a:t>M</a:t>
            </a:r>
            <a:r>
              <a:rPr lang="en" sz="1700">
                <a:solidFill>
                  <a:schemeClr val="dk1"/>
                </a:solidFill>
                <a:latin typeface="Comic Sans MS"/>
                <a:ea typeface="Comic Sans MS"/>
                <a:cs typeface="Comic Sans MS"/>
                <a:sym typeface="Comic Sans MS"/>
              </a:rPr>
              <a:t>y presentation focuses on trends in NBA playoffs from the 2021–2022 season. I will examine the relationships between different stats in my data. I will examine shots taken and free throws taken. I will also examine player positions and their performance . The shots taken by guards vs by forwards location on court. Interesting stats that are bizarre but on trend  for the NBA</a:t>
            </a:r>
            <a:endParaRPr sz="1700">
              <a:solidFill>
                <a:schemeClr val="dk1"/>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59"/>
          <p:cNvSpPr txBox="1"/>
          <p:nvPr>
            <p:ph type="ctrTitle"/>
          </p:nvPr>
        </p:nvSpPr>
        <p:spPr>
          <a:xfrm>
            <a:off x="1019175" y="1219200"/>
            <a:ext cx="6848400" cy="3177900"/>
          </a:xfrm>
          <a:prstGeom prst="rect">
            <a:avLst/>
          </a:prstGeom>
        </p:spPr>
        <p:txBody>
          <a:bodyPr anchorCtr="0" anchor="b" bIns="91425" lIns="91425" spcFirstLastPara="1" rIns="91425" wrap="square" tIns="91425">
            <a:normAutofit/>
          </a:bodyPr>
          <a:lstStyle/>
          <a:p>
            <a:pPr indent="0" lvl="0" marL="0" rtl="0" algn="l">
              <a:lnSpc>
                <a:spcPct val="115000"/>
              </a:lnSpc>
              <a:spcBef>
                <a:spcPts val="1200"/>
              </a:spcBef>
              <a:spcAft>
                <a:spcPts val="0"/>
              </a:spcAft>
              <a:buNone/>
            </a:pPr>
            <a:r>
              <a:rPr b="1" lang="en" sz="1700">
                <a:solidFill>
                  <a:schemeClr val="dk1"/>
                </a:solidFill>
                <a:latin typeface="Comic Sans MS"/>
                <a:ea typeface="Comic Sans MS"/>
                <a:cs typeface="Comic Sans MS"/>
                <a:sym typeface="Comic Sans MS"/>
              </a:rPr>
              <a:t>Gaols: </a:t>
            </a:r>
            <a:r>
              <a:rPr lang="en" sz="1700">
                <a:solidFill>
                  <a:schemeClr val="dk1"/>
                </a:solidFill>
                <a:latin typeface="Comic Sans MS"/>
                <a:ea typeface="Comic Sans MS"/>
                <a:cs typeface="Comic Sans MS"/>
                <a:sym typeface="Comic Sans MS"/>
              </a:rPr>
              <a:t>to help casual fans have a better insight on the actual stats of the game. </a:t>
            </a:r>
            <a:endParaRPr sz="17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b="1" lang="en" sz="1700">
                <a:solidFill>
                  <a:schemeClr val="dk1"/>
                </a:solidFill>
                <a:latin typeface="Comic Sans MS"/>
                <a:ea typeface="Comic Sans MS"/>
                <a:cs typeface="Comic Sans MS"/>
                <a:sym typeface="Comic Sans MS"/>
              </a:rPr>
              <a:t>Audience:</a:t>
            </a:r>
            <a:r>
              <a:rPr lang="en" sz="1700">
                <a:solidFill>
                  <a:schemeClr val="dk1"/>
                </a:solidFill>
                <a:latin typeface="Comic Sans MS"/>
                <a:ea typeface="Comic Sans MS"/>
                <a:cs typeface="Comic Sans MS"/>
                <a:sym typeface="Comic Sans MS"/>
              </a:rPr>
              <a:t>  basketball fans, analysts, and bettors who are seeking deeper insights into player performance and statistical trends.</a:t>
            </a:r>
            <a:endParaRPr sz="1700">
              <a:solidFill>
                <a:schemeClr val="dk1"/>
              </a:solidFill>
              <a:latin typeface="Comic Sans MS"/>
              <a:ea typeface="Comic Sans MS"/>
              <a:cs typeface="Comic Sans MS"/>
              <a:sym typeface="Comic Sans MS"/>
            </a:endParaRPr>
          </a:p>
          <a:p>
            <a:pPr indent="0" lvl="0" marL="0" rtl="0" algn="l">
              <a:spcBef>
                <a:spcPts val="1200"/>
              </a:spcBef>
              <a:spcAft>
                <a:spcPts val="0"/>
              </a:spcAft>
              <a:buNone/>
            </a:pPr>
            <a:r>
              <a:t/>
            </a:r>
            <a:endParaRPr/>
          </a:p>
        </p:txBody>
      </p:sp>
      <p:sp>
        <p:nvSpPr>
          <p:cNvPr id="820" name="Google Shape;820;p59"/>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rgbClr val="CC0000"/>
                </a:solidFill>
                <a:latin typeface="Comic Sans MS"/>
                <a:ea typeface="Comic Sans MS"/>
                <a:cs typeface="Comic Sans MS"/>
                <a:sym typeface="Comic Sans MS"/>
              </a:rPr>
              <a:t>Goals/ Audience </a:t>
            </a:r>
            <a:endParaRPr sz="2000">
              <a:solidFill>
                <a:srgbClr val="CC0000"/>
              </a:solidFill>
              <a:latin typeface="Comic Sans MS"/>
              <a:ea typeface="Comic Sans MS"/>
              <a:cs typeface="Comic Sans MS"/>
              <a:sym typeface="Comic Sans MS"/>
            </a:endParaRPr>
          </a:p>
        </p:txBody>
      </p:sp>
      <p:sp>
        <p:nvSpPr>
          <p:cNvPr id="821" name="Google Shape;821;p59"/>
          <p:cNvSpPr txBox="1"/>
          <p:nvPr>
            <p:ph idx="2" type="subTitle"/>
          </p:nvPr>
        </p:nvSpPr>
        <p:spPr>
          <a:xfrm>
            <a:off x="0" y="0"/>
            <a:ext cx="3396600" cy="3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Mini #1</a:t>
            </a:r>
            <a:endParaRPr b="1"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60"/>
          <p:cNvSpPr txBox="1"/>
          <p:nvPr>
            <p:ph type="ctrTitle"/>
          </p:nvPr>
        </p:nvSpPr>
        <p:spPr>
          <a:xfrm>
            <a:off x="552600" y="1057275"/>
            <a:ext cx="6591300" cy="2914800"/>
          </a:xfrm>
          <a:prstGeom prst="rect">
            <a:avLst/>
          </a:prstGeom>
        </p:spPr>
        <p:txBody>
          <a:bodyPr anchorCtr="0" anchor="b" bIns="91425" lIns="91425" spcFirstLastPara="1" rIns="91425" wrap="square" tIns="91425">
            <a:normAutofit fontScale="90000"/>
          </a:bodyPr>
          <a:lstStyle/>
          <a:p>
            <a:pPr indent="-342900" lvl="0" marL="457200" rtl="0" algn="l">
              <a:lnSpc>
                <a:spcPct val="115000"/>
              </a:lnSpc>
              <a:spcBef>
                <a:spcPts val="0"/>
              </a:spcBef>
              <a:spcAft>
                <a:spcPts val="0"/>
              </a:spcAft>
              <a:buClr>
                <a:srgbClr val="080808"/>
              </a:buClr>
              <a:buSzPct val="100000"/>
              <a:buFont typeface="Comic Sans MS"/>
              <a:buChar char="●"/>
            </a:pPr>
            <a:r>
              <a:rPr lang="en" sz="2000">
                <a:solidFill>
                  <a:schemeClr val="dk1"/>
                </a:solidFill>
                <a:latin typeface="Comic Sans MS"/>
                <a:ea typeface="Comic Sans MS"/>
                <a:cs typeface="Comic Sans MS"/>
                <a:sym typeface="Comic Sans MS"/>
              </a:rPr>
              <a:t>Are high performers playing all 4 quarters?</a:t>
            </a:r>
            <a:endParaRPr sz="2000">
              <a:solidFill>
                <a:schemeClr val="dk1"/>
              </a:solidFill>
              <a:latin typeface="Comic Sans MS"/>
              <a:ea typeface="Comic Sans MS"/>
              <a:cs typeface="Comic Sans MS"/>
              <a:sym typeface="Comic Sans MS"/>
            </a:endParaRPr>
          </a:p>
          <a:p>
            <a:pPr indent="-342900" lvl="0" marL="457200" rtl="0" algn="l">
              <a:lnSpc>
                <a:spcPct val="115000"/>
              </a:lnSpc>
              <a:spcBef>
                <a:spcPts val="0"/>
              </a:spcBef>
              <a:spcAft>
                <a:spcPts val="0"/>
              </a:spcAft>
              <a:buClr>
                <a:srgbClr val="080808"/>
              </a:buClr>
              <a:buSzPct val="100000"/>
              <a:buFont typeface="Comic Sans MS"/>
              <a:buChar char="●"/>
            </a:pPr>
            <a:r>
              <a:rPr lang="en" sz="2000">
                <a:solidFill>
                  <a:srgbClr val="080808"/>
                </a:solidFill>
                <a:latin typeface="Comic Sans MS"/>
                <a:ea typeface="Comic Sans MS"/>
                <a:cs typeface="Comic Sans MS"/>
                <a:sym typeface="Comic Sans MS"/>
              </a:rPr>
              <a:t>Does more 3 point attempts lead to lower or higher </a:t>
            </a:r>
            <a:r>
              <a:rPr lang="en" sz="2000">
                <a:solidFill>
                  <a:srgbClr val="080808"/>
                </a:solidFill>
                <a:latin typeface="Comic Sans MS"/>
                <a:ea typeface="Comic Sans MS"/>
                <a:cs typeface="Comic Sans MS"/>
                <a:sym typeface="Comic Sans MS"/>
              </a:rPr>
              <a:t>field</a:t>
            </a:r>
            <a:r>
              <a:rPr lang="en" sz="2000">
                <a:solidFill>
                  <a:srgbClr val="080808"/>
                </a:solidFill>
                <a:latin typeface="Comic Sans MS"/>
                <a:ea typeface="Comic Sans MS"/>
                <a:cs typeface="Comic Sans MS"/>
                <a:sym typeface="Comic Sans MS"/>
              </a:rPr>
              <a:t> goal%?</a:t>
            </a:r>
            <a:endParaRPr sz="2000">
              <a:solidFill>
                <a:srgbClr val="080808"/>
              </a:solidFill>
              <a:latin typeface="Comic Sans MS"/>
              <a:ea typeface="Comic Sans MS"/>
              <a:cs typeface="Comic Sans MS"/>
              <a:sym typeface="Comic Sans MS"/>
            </a:endParaRPr>
          </a:p>
          <a:p>
            <a:pPr indent="-342900" lvl="0" marL="457200" rtl="0" algn="l">
              <a:lnSpc>
                <a:spcPct val="115000"/>
              </a:lnSpc>
              <a:spcBef>
                <a:spcPts val="0"/>
              </a:spcBef>
              <a:spcAft>
                <a:spcPts val="0"/>
              </a:spcAft>
              <a:buClr>
                <a:srgbClr val="080808"/>
              </a:buClr>
              <a:buSzPct val="100000"/>
              <a:buFont typeface="Comic Sans MS"/>
              <a:buChar char="●"/>
            </a:pPr>
            <a:r>
              <a:rPr lang="en" sz="2000">
                <a:solidFill>
                  <a:schemeClr val="dk1"/>
                </a:solidFill>
                <a:latin typeface="Comic Sans MS"/>
                <a:ea typeface="Comic Sans MS"/>
                <a:cs typeface="Comic Sans MS"/>
                <a:sym typeface="Comic Sans MS"/>
              </a:rPr>
              <a:t>Do guards shoot more midranges then forwards ?</a:t>
            </a:r>
            <a:endParaRPr sz="2000">
              <a:solidFill>
                <a:srgbClr val="080808"/>
              </a:solidFill>
              <a:latin typeface="Comic Sans MS"/>
              <a:ea typeface="Comic Sans MS"/>
              <a:cs typeface="Comic Sans MS"/>
              <a:sym typeface="Comic Sans MS"/>
            </a:endParaRPr>
          </a:p>
          <a:p>
            <a:pPr indent="-342900" lvl="0" marL="457200" rtl="0" algn="l">
              <a:lnSpc>
                <a:spcPct val="115000"/>
              </a:lnSpc>
              <a:spcBef>
                <a:spcPts val="0"/>
              </a:spcBef>
              <a:spcAft>
                <a:spcPts val="0"/>
              </a:spcAft>
              <a:buClr>
                <a:srgbClr val="080808"/>
              </a:buClr>
              <a:buSzPct val="100000"/>
              <a:buFont typeface="Comic Sans MS"/>
              <a:buChar char="●"/>
            </a:pPr>
            <a:r>
              <a:rPr lang="en" sz="2000">
                <a:solidFill>
                  <a:srgbClr val="080808"/>
                </a:solidFill>
                <a:latin typeface="Comic Sans MS"/>
                <a:ea typeface="Comic Sans MS"/>
                <a:cs typeface="Comic Sans MS"/>
                <a:sym typeface="Comic Sans MS"/>
              </a:rPr>
              <a:t>How do points, assists, rebounds, steals differ by position?</a:t>
            </a:r>
            <a:endParaRPr sz="2000">
              <a:solidFill>
                <a:srgbClr val="080808"/>
              </a:solidFill>
              <a:latin typeface="Comic Sans MS"/>
              <a:ea typeface="Comic Sans MS"/>
              <a:cs typeface="Comic Sans MS"/>
              <a:sym typeface="Comic Sans MS"/>
            </a:endParaRPr>
          </a:p>
          <a:p>
            <a:pPr indent="-325755" lvl="0" marL="457200" rtl="0" algn="l">
              <a:lnSpc>
                <a:spcPct val="115000"/>
              </a:lnSpc>
              <a:spcBef>
                <a:spcPts val="0"/>
              </a:spcBef>
              <a:spcAft>
                <a:spcPts val="0"/>
              </a:spcAft>
              <a:buClr>
                <a:srgbClr val="080808"/>
              </a:buClr>
              <a:buSzPct val="85000"/>
              <a:buFont typeface="Comic Sans MS"/>
              <a:buChar char="●"/>
            </a:pPr>
            <a:r>
              <a:rPr lang="en" sz="2000">
                <a:solidFill>
                  <a:srgbClr val="080808"/>
                </a:solidFill>
                <a:latin typeface="Comic Sans MS"/>
                <a:ea typeface="Comic Sans MS"/>
                <a:cs typeface="Comic Sans MS"/>
                <a:sym typeface="Comic Sans MS"/>
              </a:rPr>
              <a:t>Do the teams who shoot the most 3s average the most rebounds?</a:t>
            </a:r>
            <a:r>
              <a:rPr lang="en" sz="1700">
                <a:solidFill>
                  <a:srgbClr val="080808"/>
                </a:solidFill>
                <a:latin typeface="Comic Sans MS"/>
                <a:ea typeface="Comic Sans MS"/>
                <a:cs typeface="Comic Sans MS"/>
                <a:sym typeface="Comic Sans MS"/>
              </a:rPr>
              <a:t> </a:t>
            </a:r>
            <a:endParaRPr sz="1700">
              <a:solidFill>
                <a:srgbClr val="080808"/>
              </a:solidFill>
              <a:latin typeface="Comic Sans MS"/>
              <a:ea typeface="Comic Sans MS"/>
              <a:cs typeface="Comic Sans MS"/>
              <a:sym typeface="Comic Sans MS"/>
            </a:endParaRPr>
          </a:p>
        </p:txBody>
      </p:sp>
      <p:sp>
        <p:nvSpPr>
          <p:cNvPr id="827" name="Google Shape;827;p60"/>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rgbClr val="CC0000"/>
                </a:solidFill>
                <a:latin typeface="Comic Sans MS"/>
                <a:ea typeface="Comic Sans MS"/>
                <a:cs typeface="Comic Sans MS"/>
                <a:sym typeface="Comic Sans MS"/>
              </a:rPr>
              <a:t>Questions? </a:t>
            </a:r>
            <a:endParaRPr sz="2200">
              <a:solidFill>
                <a:srgbClr val="CC0000"/>
              </a:solidFill>
              <a:latin typeface="Comic Sans MS"/>
              <a:ea typeface="Comic Sans MS"/>
              <a:cs typeface="Comic Sans MS"/>
              <a:sym typeface="Comic Sans MS"/>
            </a:endParaRPr>
          </a:p>
        </p:txBody>
      </p:sp>
      <p:sp>
        <p:nvSpPr>
          <p:cNvPr id="828" name="Google Shape;828;p60"/>
          <p:cNvSpPr txBox="1"/>
          <p:nvPr>
            <p:ph idx="2" type="subTitle"/>
          </p:nvPr>
        </p:nvSpPr>
        <p:spPr>
          <a:xfrm>
            <a:off x="0" y="0"/>
            <a:ext cx="3396600" cy="3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Mini # 1</a:t>
            </a:r>
            <a:endParaRPr b="1"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1"/>
          <p:cNvSpPr txBox="1"/>
          <p:nvPr>
            <p:ph type="ctrTitle"/>
          </p:nvPr>
        </p:nvSpPr>
        <p:spPr>
          <a:xfrm>
            <a:off x="552600" y="2878000"/>
            <a:ext cx="65913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34" name="Google Shape;834;p61"/>
          <p:cNvSpPr txBox="1"/>
          <p:nvPr>
            <p:ph idx="1" type="subTitle"/>
          </p:nvPr>
        </p:nvSpPr>
        <p:spPr>
          <a:xfrm>
            <a:off x="2038350" y="0"/>
            <a:ext cx="57342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solidFill>
                  <a:schemeClr val="dk1"/>
                </a:solidFill>
                <a:latin typeface="Comic Sans MS"/>
                <a:ea typeface="Comic Sans MS"/>
                <a:cs typeface="Comic Sans MS"/>
                <a:sym typeface="Comic Sans MS"/>
              </a:rPr>
              <a:t>Data profile </a:t>
            </a:r>
            <a:endParaRPr sz="1400">
              <a:solidFill>
                <a:schemeClr val="dk1"/>
              </a:solidFill>
              <a:latin typeface="Comic Sans MS"/>
              <a:ea typeface="Comic Sans MS"/>
              <a:cs typeface="Comic Sans MS"/>
              <a:sym typeface="Comic Sans MS"/>
            </a:endParaRPr>
          </a:p>
          <a:p>
            <a:pPr indent="0" lvl="0" marL="0" rtl="0" algn="l">
              <a:lnSpc>
                <a:spcPct val="100000"/>
              </a:lnSpc>
              <a:spcBef>
                <a:spcPts val="0"/>
              </a:spcBef>
              <a:spcAft>
                <a:spcPts val="0"/>
              </a:spcAft>
              <a:buClr>
                <a:srgbClr val="000000"/>
              </a:buClr>
              <a:buSzPts val="3273"/>
              <a:buFont typeface="Arial"/>
              <a:buNone/>
            </a:pPr>
            <a:r>
              <a:rPr lang="en" sz="1400">
                <a:solidFill>
                  <a:srgbClr val="000000"/>
                </a:solidFill>
                <a:latin typeface="Comic Sans MS"/>
                <a:ea typeface="Comic Sans MS"/>
                <a:cs typeface="Comic Sans MS"/>
                <a:sym typeface="Comic Sans MS"/>
              </a:rPr>
              <a:t> 217 rows. 30 columns. 30 columns listed below (grouped by type). </a:t>
            </a:r>
            <a:endParaRPr sz="1400">
              <a:solidFill>
                <a:schemeClr val="dk1"/>
              </a:solidFill>
              <a:latin typeface="Comic Sans MS"/>
              <a:ea typeface="Comic Sans MS"/>
              <a:cs typeface="Comic Sans MS"/>
              <a:sym typeface="Comic Sans MS"/>
            </a:endParaRPr>
          </a:p>
        </p:txBody>
      </p:sp>
      <p:sp>
        <p:nvSpPr>
          <p:cNvPr id="835" name="Google Shape;835;p61"/>
          <p:cNvSpPr txBox="1"/>
          <p:nvPr>
            <p:ph idx="2" type="subTitle"/>
          </p:nvPr>
        </p:nvSpPr>
        <p:spPr>
          <a:xfrm>
            <a:off x="0" y="0"/>
            <a:ext cx="3396600" cy="3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DATA Profile</a:t>
            </a:r>
            <a:endParaRPr b="1" sz="1400"/>
          </a:p>
        </p:txBody>
      </p:sp>
      <p:graphicFrame>
        <p:nvGraphicFramePr>
          <p:cNvPr id="836" name="Google Shape;836;p61"/>
          <p:cNvGraphicFramePr/>
          <p:nvPr/>
        </p:nvGraphicFramePr>
        <p:xfrm>
          <a:off x="952500" y="717825"/>
          <a:ext cx="3000000" cy="3000000"/>
        </p:xfrm>
        <a:graphic>
          <a:graphicData uri="http://schemas.openxmlformats.org/drawingml/2006/table">
            <a:tbl>
              <a:tblPr>
                <a:noFill/>
                <a:tableStyleId>{A32B721E-941F-400D-B37B-BBDB81034444}</a:tableStyleId>
              </a:tblPr>
              <a:tblGrid>
                <a:gridCol w="1447800"/>
                <a:gridCol w="1447800"/>
                <a:gridCol w="1447800"/>
                <a:gridCol w="1447800"/>
                <a:gridCol w="1447800"/>
              </a:tblGrid>
              <a:tr h="381000">
                <a:tc>
                  <a:txBody>
                    <a:bodyPr/>
                    <a:lstStyle/>
                    <a:p>
                      <a:pPr indent="0" lvl="0" marL="0" rtl="0" algn="ctr">
                        <a:lnSpc>
                          <a:spcPct val="115000"/>
                        </a:lnSpc>
                        <a:spcBef>
                          <a:spcPts val="0"/>
                        </a:spcBef>
                        <a:spcAft>
                          <a:spcPts val="0"/>
                        </a:spcAft>
                        <a:buNone/>
                      </a:pPr>
                      <a:r>
                        <a:rPr b="1" lang="en" sz="1100">
                          <a:solidFill>
                            <a:schemeClr val="dk1"/>
                          </a:solidFill>
                        </a:rPr>
                        <a:t>Column(s)</a:t>
                      </a:r>
                      <a:endParaRPr b="1" sz="1100">
                        <a:solidFill>
                          <a:schemeClr val="dk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rPr>
                        <a:t>Missing?</a:t>
                      </a:r>
                      <a:endParaRPr b="1" sz="1100">
                        <a:solidFill>
                          <a:schemeClr val="dk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rPr>
                        <a:t>Data Type</a:t>
                      </a:r>
                      <a:endParaRPr b="1" sz="1100">
                        <a:solidFill>
                          <a:schemeClr val="dk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rPr>
                        <a:t>Useful?</a:t>
                      </a:r>
                      <a:endParaRPr b="1" sz="1100">
                        <a:solidFill>
                          <a:schemeClr val="dk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rPr>
                        <a:t>Need Cleaning?</a:t>
                      </a:r>
                      <a:endParaRPr b="1"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Player, Pos</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Categorical/Text</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needed to compare guards vs forwards/centers</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Standardize positions</a:t>
                      </a:r>
                      <a:endParaRPr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MP (Minutes Played)</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Numeric</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helps determine if top players play more</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FGA, FG%</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Numeric</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analyzes shot volume vs efficiency</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3PA, 3P%</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Numeric</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answers impact of 3-point shooting</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TRB (Rebounds)</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Numeric</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connects shooting trends to rebounding</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r>
              <a:tr h="381000">
                <a:tc>
                  <a:txBody>
                    <a:bodyPr/>
                    <a:lstStyle/>
                    <a:p>
                      <a:pPr indent="0" lvl="0" marL="0" rtl="0" algn="l">
                        <a:lnSpc>
                          <a:spcPct val="115000"/>
                        </a:lnSpc>
                        <a:spcBef>
                          <a:spcPts val="0"/>
                        </a:spcBef>
                        <a:spcAft>
                          <a:spcPts val="0"/>
                        </a:spcAft>
                        <a:buNone/>
                      </a:pPr>
                      <a:r>
                        <a:rPr lang="en" sz="1100">
                          <a:solidFill>
                            <a:schemeClr val="dk1"/>
                          </a:solidFill>
                        </a:rPr>
                        <a:t>AST, STL, PTS</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Numeric</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Yes – shows overall performance differences by position</a:t>
                      </a:r>
                      <a:endParaRPr sz="11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 sz="1100">
                          <a:solidFill>
                            <a:schemeClr val="dk1"/>
                          </a:solidFill>
                        </a:rPr>
                        <a:t>No</a:t>
                      </a:r>
                      <a:endParaRPr sz="1100">
                        <a:solidFill>
                          <a:schemeClr val="dk1"/>
                        </a:solidFill>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2"/>
          <p:cNvSpPr txBox="1"/>
          <p:nvPr>
            <p:ph type="ctrTitle"/>
          </p:nvPr>
        </p:nvSpPr>
        <p:spPr>
          <a:xfrm>
            <a:off x="190500" y="1323975"/>
            <a:ext cx="4381500" cy="37242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0"/>
              </a:spcAft>
              <a:buNone/>
            </a:pPr>
            <a:r>
              <a:rPr lang="en" sz="1400">
                <a:solidFill>
                  <a:srgbClr val="080808"/>
                </a:solidFill>
                <a:latin typeface="Comic Sans MS"/>
                <a:ea typeface="Comic Sans MS"/>
                <a:cs typeface="Comic Sans MS"/>
                <a:sym typeface="Comic Sans MS"/>
              </a:rPr>
              <a:t>This analysis explores whether taking more three-point shots impacts overall shooting efficiency. The data shows that players with higher three-point attempts tend to have slightly lower field goal percentages. This is likely because three-point shots are more difficult than midrange or inside shots. However, despite the lower efficiency, players continue to take more threes because of the higher point value, reflecting a modern NBA trend focused on spacing and scoring efficiency.</a:t>
            </a:r>
            <a:endParaRPr sz="1400">
              <a:solidFill>
                <a:srgbClr val="080808"/>
              </a:solidFill>
              <a:latin typeface="Comic Sans MS"/>
              <a:ea typeface="Comic Sans MS"/>
              <a:cs typeface="Comic Sans MS"/>
              <a:sym typeface="Comic Sans MS"/>
            </a:endParaRPr>
          </a:p>
          <a:p>
            <a:pPr indent="0" lvl="0" marL="0" rtl="0" algn="l">
              <a:spcBef>
                <a:spcPts val="1200"/>
              </a:spcBef>
              <a:spcAft>
                <a:spcPts val="0"/>
              </a:spcAft>
              <a:buNone/>
            </a:pPr>
            <a:r>
              <a:t/>
            </a:r>
            <a:endParaRPr sz="800"/>
          </a:p>
        </p:txBody>
      </p:sp>
      <p:sp>
        <p:nvSpPr>
          <p:cNvPr id="842" name="Google Shape;842;p62"/>
          <p:cNvSpPr txBox="1"/>
          <p:nvPr>
            <p:ph idx="1" type="subTitle"/>
          </p:nvPr>
        </p:nvSpPr>
        <p:spPr>
          <a:xfrm>
            <a:off x="311700" y="545550"/>
            <a:ext cx="75654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rgbClr val="080808"/>
                </a:solidFill>
                <a:latin typeface="Comic Sans MS"/>
                <a:ea typeface="Comic Sans MS"/>
                <a:cs typeface="Comic Sans MS"/>
                <a:sym typeface="Comic Sans MS"/>
              </a:rPr>
              <a:t>Insight 1 - </a:t>
            </a:r>
            <a:r>
              <a:rPr b="1" lang="en" sz="1700">
                <a:solidFill>
                  <a:schemeClr val="dk1"/>
                </a:solidFill>
                <a:latin typeface="Comic Sans MS"/>
                <a:ea typeface="Comic Sans MS"/>
                <a:cs typeface="Comic Sans MS"/>
                <a:sym typeface="Comic Sans MS"/>
              </a:rPr>
              <a:t> Do More 3-Point Attempts Affect Field Goal %?</a:t>
            </a:r>
            <a:endParaRPr sz="2100">
              <a:solidFill>
                <a:srgbClr val="080808"/>
              </a:solidFill>
              <a:latin typeface="Comic Sans MS"/>
              <a:ea typeface="Comic Sans MS"/>
              <a:cs typeface="Comic Sans MS"/>
              <a:sym typeface="Comic Sans MS"/>
            </a:endParaRPr>
          </a:p>
        </p:txBody>
      </p:sp>
      <p:sp>
        <p:nvSpPr>
          <p:cNvPr id="843" name="Google Shape;843;p62"/>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44" name="Google Shape;844;p62" title="Screenshot 2026-04-28 at 4.33.50 PM.png"/>
          <p:cNvPicPr preferRelativeResize="0"/>
          <p:nvPr/>
        </p:nvPicPr>
        <p:blipFill>
          <a:blip r:embed="rId3">
            <a:alphaModFix/>
          </a:blip>
          <a:stretch>
            <a:fillRect/>
          </a:stretch>
        </p:blipFill>
        <p:spPr>
          <a:xfrm>
            <a:off x="5153025" y="1226275"/>
            <a:ext cx="3203675" cy="3164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63"/>
          <p:cNvSpPr txBox="1"/>
          <p:nvPr>
            <p:ph type="ctrTitle"/>
          </p:nvPr>
        </p:nvSpPr>
        <p:spPr>
          <a:xfrm>
            <a:off x="552600" y="1275600"/>
            <a:ext cx="4762500" cy="29535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1200"/>
              </a:spcAft>
              <a:buNone/>
            </a:pPr>
            <a:r>
              <a:rPr lang="en" sz="1800">
                <a:solidFill>
                  <a:schemeClr val="dk1"/>
                </a:solidFill>
                <a:latin typeface="Comic Sans MS"/>
                <a:ea typeface="Comic Sans MS"/>
                <a:cs typeface="Comic Sans MS"/>
                <a:sym typeface="Comic Sans MS"/>
              </a:rPr>
              <a:t>T</a:t>
            </a:r>
            <a:r>
              <a:rPr lang="en" sz="1500">
                <a:solidFill>
                  <a:schemeClr val="dk1"/>
                </a:solidFill>
                <a:latin typeface="Comic Sans MS"/>
                <a:ea typeface="Comic Sans MS"/>
                <a:cs typeface="Comic Sans MS"/>
                <a:sym typeface="Comic Sans MS"/>
              </a:rPr>
              <a:t>his insight compares shot selection between guards and forwards. The data shows that guards take significantly more three-point shots compared to forwards. This reflects their role as perimeter players who handle the ball and create offense from outside. In contrast, forwards tend to take fewer threes and operate closer to the basket. This highlights how position strongly influences shot location and playing style in the NBA.</a:t>
            </a:r>
            <a:endParaRPr sz="1500"/>
          </a:p>
        </p:txBody>
      </p:sp>
      <p:sp>
        <p:nvSpPr>
          <p:cNvPr id="850" name="Google Shape;850;p63"/>
          <p:cNvSpPr txBox="1"/>
          <p:nvPr>
            <p:ph idx="1" type="subTitle"/>
          </p:nvPr>
        </p:nvSpPr>
        <p:spPr>
          <a:xfrm>
            <a:off x="311700" y="545550"/>
            <a:ext cx="7956000" cy="5118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8800">
                <a:solidFill>
                  <a:schemeClr val="dk1"/>
                </a:solidFill>
                <a:latin typeface="Comic Sans MS"/>
                <a:ea typeface="Comic Sans MS"/>
                <a:cs typeface="Comic Sans MS"/>
                <a:sym typeface="Comic Sans MS"/>
              </a:rPr>
              <a:t>Insight 2- Do Guards Shoot Differently Than Forwards? </a:t>
            </a:r>
            <a:endParaRPr b="1" sz="8800">
              <a:solidFill>
                <a:schemeClr val="dk1"/>
              </a:solidFill>
              <a:latin typeface="Comic Sans MS"/>
              <a:ea typeface="Comic Sans MS"/>
              <a:cs typeface="Comic Sans MS"/>
              <a:sym typeface="Comic Sans MS"/>
            </a:endParaRPr>
          </a:p>
          <a:p>
            <a:pPr indent="0" lvl="0" marL="0" rtl="0" algn="l">
              <a:spcBef>
                <a:spcPts val="1200"/>
              </a:spcBef>
              <a:spcAft>
                <a:spcPts val="0"/>
              </a:spcAft>
              <a:buNone/>
            </a:pPr>
            <a:br>
              <a:rPr b="1" lang="en" sz="2900">
                <a:solidFill>
                  <a:schemeClr val="dk1"/>
                </a:solidFill>
                <a:latin typeface="Comic Sans MS"/>
                <a:ea typeface="Comic Sans MS"/>
                <a:cs typeface="Comic Sans MS"/>
                <a:sym typeface="Comic Sans MS"/>
              </a:rPr>
            </a:br>
            <a:endParaRPr sz="2900">
              <a:solidFill>
                <a:schemeClr val="dk1"/>
              </a:solidFill>
              <a:latin typeface="Comic Sans MS"/>
              <a:ea typeface="Comic Sans MS"/>
              <a:cs typeface="Comic Sans MS"/>
              <a:sym typeface="Comic Sans MS"/>
            </a:endParaRPr>
          </a:p>
          <a:p>
            <a:pPr indent="0" lvl="0" marL="0" rtl="0" algn="l">
              <a:spcBef>
                <a:spcPts val="1200"/>
              </a:spcBef>
              <a:spcAft>
                <a:spcPts val="0"/>
              </a:spcAft>
              <a:buNone/>
            </a:pPr>
            <a:r>
              <a:t/>
            </a:r>
            <a:endParaRPr>
              <a:solidFill>
                <a:schemeClr val="dk1"/>
              </a:solidFill>
            </a:endParaRPr>
          </a:p>
        </p:txBody>
      </p:sp>
      <p:sp>
        <p:nvSpPr>
          <p:cNvPr id="851" name="Google Shape;851;p63"/>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52" name="Google Shape;852;p63" title="Screenshot 2026-04-28 at 4.46.08 PM.png"/>
          <p:cNvPicPr preferRelativeResize="0"/>
          <p:nvPr/>
        </p:nvPicPr>
        <p:blipFill>
          <a:blip r:embed="rId3">
            <a:alphaModFix/>
          </a:blip>
          <a:stretch>
            <a:fillRect/>
          </a:stretch>
        </p:blipFill>
        <p:spPr>
          <a:xfrm>
            <a:off x="5495925" y="1390725"/>
            <a:ext cx="3448049" cy="2540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4"/>
          <p:cNvSpPr txBox="1"/>
          <p:nvPr>
            <p:ph idx="1" type="subTitle"/>
          </p:nvPr>
        </p:nvSpPr>
        <p:spPr>
          <a:xfrm>
            <a:off x="349800" y="450300"/>
            <a:ext cx="5184300" cy="4398000"/>
          </a:xfrm>
          <a:prstGeom prst="rect">
            <a:avLst/>
          </a:prstGeom>
        </p:spPr>
        <p:txBody>
          <a:bodyPr anchorCtr="0" anchor="t" bIns="91425" lIns="91425" spcFirstLastPara="1" rIns="91425" wrap="square" tIns="91425">
            <a:normAutofit fontScale="25000"/>
          </a:bodyPr>
          <a:lstStyle/>
          <a:p>
            <a:pPr indent="0" lvl="0" marL="0" rtl="0" algn="l">
              <a:spcBef>
                <a:spcPts val="1800"/>
              </a:spcBef>
              <a:spcAft>
                <a:spcPts val="0"/>
              </a:spcAft>
              <a:buNone/>
            </a:pPr>
            <a:r>
              <a:rPr b="1" lang="en" sz="7871">
                <a:solidFill>
                  <a:schemeClr val="dk1"/>
                </a:solidFill>
                <a:latin typeface="Comic Sans MS"/>
                <a:ea typeface="Comic Sans MS"/>
                <a:cs typeface="Comic Sans MS"/>
                <a:sym typeface="Comic Sans MS"/>
              </a:rPr>
              <a:t>Insight 3- Do Teams That Shoot More 3s Get More Rebounds? </a:t>
            </a:r>
            <a:endParaRPr b="1" sz="7871">
              <a:solidFill>
                <a:schemeClr val="dk1"/>
              </a:solidFill>
              <a:latin typeface="Comic Sans MS"/>
              <a:ea typeface="Comic Sans MS"/>
              <a:cs typeface="Comic Sans MS"/>
              <a:sym typeface="Comic Sans MS"/>
            </a:endParaRPr>
          </a:p>
          <a:p>
            <a:pPr indent="0" lvl="0" marL="0" rtl="0" algn="l">
              <a:spcBef>
                <a:spcPts val="1200"/>
              </a:spcBef>
              <a:spcAft>
                <a:spcPts val="0"/>
              </a:spcAft>
              <a:buNone/>
            </a:pPr>
            <a:br>
              <a:rPr b="1" lang="en" sz="1100">
                <a:solidFill>
                  <a:schemeClr val="dk1"/>
                </a:solidFill>
                <a:latin typeface="Arial"/>
                <a:ea typeface="Arial"/>
                <a:cs typeface="Arial"/>
                <a:sym typeface="Arial"/>
              </a:rPr>
            </a:br>
            <a:r>
              <a:rPr lang="en" sz="5653">
                <a:solidFill>
                  <a:schemeClr val="dk1"/>
                </a:solidFill>
                <a:latin typeface="Comic Sans MS"/>
                <a:ea typeface="Comic Sans MS"/>
                <a:cs typeface="Comic Sans MS"/>
                <a:sym typeface="Comic Sans MS"/>
              </a:rPr>
              <a:t>This analysis examines whether increased three-point shooting leads to more rebound opportunities. The data suggests a slight positive relationship between three-point attempts and rebounds. This may be because missed three-point shots often result in longer rebounds, creating more chances for players to grab the ball. This trend supports the idea that changes in shooting style can influence other aspects of the game, such as rebounding.</a:t>
            </a:r>
            <a:endParaRPr sz="5653">
              <a:solidFill>
                <a:schemeClr val="dk1"/>
              </a:solidFill>
              <a:latin typeface="Comic Sans MS"/>
              <a:ea typeface="Comic Sans MS"/>
              <a:cs typeface="Comic Sans MS"/>
              <a:sym typeface="Comic Sans MS"/>
            </a:endParaRPr>
          </a:p>
          <a:p>
            <a:pPr indent="0" lvl="0" marL="0" rtl="0" algn="l">
              <a:spcBef>
                <a:spcPts val="1200"/>
              </a:spcBef>
              <a:spcAft>
                <a:spcPts val="0"/>
              </a:spcAft>
              <a:buNone/>
            </a:pPr>
            <a:r>
              <a:t/>
            </a:r>
            <a:endParaRPr>
              <a:solidFill>
                <a:schemeClr val="dk1"/>
              </a:solidFill>
            </a:endParaRPr>
          </a:p>
        </p:txBody>
      </p:sp>
      <p:sp>
        <p:nvSpPr>
          <p:cNvPr id="858" name="Google Shape;858;p64"/>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59" name="Google Shape;859;p64" title="Screenshot 2026-04-28 at 4.47.13 PM.png"/>
          <p:cNvPicPr preferRelativeResize="0"/>
          <p:nvPr/>
        </p:nvPicPr>
        <p:blipFill>
          <a:blip r:embed="rId3">
            <a:alphaModFix/>
          </a:blip>
          <a:stretch>
            <a:fillRect/>
          </a:stretch>
        </p:blipFill>
        <p:spPr>
          <a:xfrm>
            <a:off x="5459950" y="942975"/>
            <a:ext cx="3436401" cy="3190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65"/>
          <p:cNvSpPr txBox="1"/>
          <p:nvPr>
            <p:ph type="ctrTitle"/>
          </p:nvPr>
        </p:nvSpPr>
        <p:spPr>
          <a:xfrm>
            <a:off x="552600" y="1382100"/>
            <a:ext cx="6591300" cy="35484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990"/>
              <a:buNone/>
            </a:pPr>
            <a:r>
              <a:rPr b="1" lang="en" sz="1690">
                <a:solidFill>
                  <a:srgbClr val="080808"/>
                </a:solidFill>
                <a:latin typeface="Comic Sans MS"/>
                <a:ea typeface="Comic Sans MS"/>
                <a:cs typeface="Comic Sans MS"/>
                <a:sym typeface="Comic Sans MS"/>
              </a:rPr>
              <a:t>What I worked on:</a:t>
            </a:r>
            <a:r>
              <a:rPr lang="en" sz="1690">
                <a:solidFill>
                  <a:srgbClr val="080808"/>
                </a:solidFill>
                <a:latin typeface="Comic Sans MS"/>
                <a:ea typeface="Comic Sans MS"/>
                <a:cs typeface="Comic Sans MS"/>
                <a:sym typeface="Comic Sans MS"/>
              </a:rPr>
              <a:t> Cleaned NBA playoff dataset, created charts/tables, and developed 2–3 key insights for presentation</a:t>
            </a:r>
            <a:endParaRPr sz="1690">
              <a:solidFill>
                <a:srgbClr val="080808"/>
              </a:solidFill>
              <a:latin typeface="Comic Sans MS"/>
              <a:ea typeface="Comic Sans MS"/>
              <a:cs typeface="Comic Sans MS"/>
              <a:sym typeface="Comic Sans MS"/>
            </a:endParaRPr>
          </a:p>
          <a:p>
            <a:pPr indent="0" lvl="0" marL="0" rtl="0" algn="l">
              <a:lnSpc>
                <a:spcPct val="115000"/>
              </a:lnSpc>
              <a:spcBef>
                <a:spcPts val="0"/>
              </a:spcBef>
              <a:spcAft>
                <a:spcPts val="0"/>
              </a:spcAft>
              <a:buClr>
                <a:srgbClr val="FFFFFF"/>
              </a:buClr>
              <a:buSzPts val="990"/>
              <a:buFont typeface="Arial"/>
              <a:buNone/>
            </a:pPr>
            <a:r>
              <a:t/>
            </a:r>
            <a:endParaRPr sz="1690">
              <a:solidFill>
                <a:srgbClr val="080808"/>
              </a:solidFill>
              <a:latin typeface="Comic Sans MS"/>
              <a:ea typeface="Comic Sans MS"/>
              <a:cs typeface="Comic Sans MS"/>
              <a:sym typeface="Comic Sans MS"/>
            </a:endParaRPr>
          </a:p>
          <a:p>
            <a:pPr indent="0" lvl="0" marL="0" rtl="0" algn="l">
              <a:lnSpc>
                <a:spcPct val="115000"/>
              </a:lnSpc>
              <a:spcBef>
                <a:spcPts val="0"/>
              </a:spcBef>
              <a:spcAft>
                <a:spcPts val="0"/>
              </a:spcAft>
              <a:buSzPts val="990"/>
              <a:buNone/>
            </a:pPr>
            <a:r>
              <a:rPr b="1" lang="en" sz="1690">
                <a:solidFill>
                  <a:srgbClr val="080808"/>
                </a:solidFill>
                <a:latin typeface="Comic Sans MS"/>
                <a:ea typeface="Comic Sans MS"/>
                <a:cs typeface="Comic Sans MS"/>
                <a:sym typeface="Comic Sans MS"/>
              </a:rPr>
              <a:t>Obstacles:</a:t>
            </a:r>
            <a:r>
              <a:rPr lang="en" sz="1690">
                <a:solidFill>
                  <a:srgbClr val="080808"/>
                </a:solidFill>
                <a:latin typeface="Comic Sans MS"/>
                <a:ea typeface="Comic Sans MS"/>
                <a:cs typeface="Comic Sans MS"/>
                <a:sym typeface="Comic Sans MS"/>
              </a:rPr>
              <a:t> Dealing with missing/inconsistent data, choosing meaningful insights, fixing Python charting errors</a:t>
            </a:r>
            <a:endParaRPr sz="1690">
              <a:solidFill>
                <a:srgbClr val="080808"/>
              </a:solidFill>
              <a:latin typeface="Comic Sans MS"/>
              <a:ea typeface="Comic Sans MS"/>
              <a:cs typeface="Comic Sans MS"/>
              <a:sym typeface="Comic Sans MS"/>
            </a:endParaRPr>
          </a:p>
          <a:p>
            <a:pPr indent="0" lvl="0" marL="0" rtl="0" algn="l">
              <a:lnSpc>
                <a:spcPct val="115000"/>
              </a:lnSpc>
              <a:spcBef>
                <a:spcPts val="0"/>
              </a:spcBef>
              <a:spcAft>
                <a:spcPts val="0"/>
              </a:spcAft>
              <a:buClr>
                <a:srgbClr val="FFFFFF"/>
              </a:buClr>
              <a:buSzPts val="990"/>
              <a:buFont typeface="Arial"/>
              <a:buNone/>
            </a:pPr>
            <a:r>
              <a:t/>
            </a:r>
            <a:endParaRPr sz="1690">
              <a:solidFill>
                <a:srgbClr val="080808"/>
              </a:solidFill>
              <a:latin typeface="Comic Sans MS"/>
              <a:ea typeface="Comic Sans MS"/>
              <a:cs typeface="Comic Sans MS"/>
              <a:sym typeface="Comic Sans MS"/>
            </a:endParaRPr>
          </a:p>
          <a:p>
            <a:pPr indent="0" lvl="0" marL="0" rtl="0" algn="l">
              <a:lnSpc>
                <a:spcPct val="115000"/>
              </a:lnSpc>
              <a:spcBef>
                <a:spcPts val="0"/>
              </a:spcBef>
              <a:spcAft>
                <a:spcPts val="0"/>
              </a:spcAft>
              <a:buClr>
                <a:srgbClr val="FFFFFF"/>
              </a:buClr>
              <a:buSzPts val="990"/>
              <a:buFont typeface="Arial"/>
              <a:buNone/>
            </a:pPr>
            <a:r>
              <a:rPr b="1" lang="en" sz="1690">
                <a:solidFill>
                  <a:srgbClr val="080808"/>
                </a:solidFill>
                <a:latin typeface="Comic Sans MS"/>
                <a:ea typeface="Comic Sans MS"/>
                <a:cs typeface="Comic Sans MS"/>
                <a:sym typeface="Comic Sans MS"/>
              </a:rPr>
              <a:t>Resources used:</a:t>
            </a:r>
            <a:r>
              <a:rPr lang="en" sz="1690">
                <a:solidFill>
                  <a:srgbClr val="080808"/>
                </a:solidFill>
                <a:latin typeface="Comic Sans MS"/>
                <a:ea typeface="Comic Sans MS"/>
                <a:cs typeface="Comic Sans MS"/>
                <a:sym typeface="Comic Sans MS"/>
              </a:rPr>
              <a:t> Python (pandas, matplotlib), class notes, NBA stats websites for context, youtube for debugging</a:t>
            </a:r>
            <a:endParaRPr sz="1690">
              <a:solidFill>
                <a:srgbClr val="080808"/>
              </a:solidFill>
              <a:latin typeface="Comic Sans MS"/>
              <a:ea typeface="Comic Sans MS"/>
              <a:cs typeface="Comic Sans MS"/>
              <a:sym typeface="Comic Sans MS"/>
            </a:endParaRPr>
          </a:p>
          <a:p>
            <a:pPr indent="0" lvl="0" marL="0" rtl="0" algn="l">
              <a:spcBef>
                <a:spcPts val="0"/>
              </a:spcBef>
              <a:spcAft>
                <a:spcPts val="0"/>
              </a:spcAft>
              <a:buSzPts val="990"/>
              <a:buNone/>
            </a:pPr>
            <a:r>
              <a:t/>
            </a:r>
            <a:endParaRPr sz="6750"/>
          </a:p>
        </p:txBody>
      </p:sp>
      <p:sp>
        <p:nvSpPr>
          <p:cNvPr id="865" name="Google Shape;865;p65"/>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chemeClr val="dk1"/>
                </a:solidFill>
                <a:latin typeface="Comic Sans MS"/>
                <a:ea typeface="Comic Sans MS"/>
                <a:cs typeface="Comic Sans MS"/>
                <a:sym typeface="Comic Sans MS"/>
              </a:rPr>
              <a:t>Progress check </a:t>
            </a:r>
            <a:endParaRPr sz="2300">
              <a:solidFill>
                <a:schemeClr val="dk1"/>
              </a:solidFill>
              <a:latin typeface="Comic Sans MS"/>
              <a:ea typeface="Comic Sans MS"/>
              <a:cs typeface="Comic Sans MS"/>
              <a:sym typeface="Comic Sans MS"/>
            </a:endParaRPr>
          </a:p>
        </p:txBody>
      </p:sp>
      <p:sp>
        <p:nvSpPr>
          <p:cNvPr id="866" name="Google Shape;866;p65"/>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66"/>
          <p:cNvSpPr txBox="1"/>
          <p:nvPr>
            <p:ph type="ctrTitle"/>
          </p:nvPr>
        </p:nvSpPr>
        <p:spPr>
          <a:xfrm>
            <a:off x="552600" y="2878000"/>
            <a:ext cx="65913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72" name="Google Shape;872;p66"/>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873" name="Google Shape;873;p66"/>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80808"/>
      </a:dk1>
      <a:lt1>
        <a:srgbClr val="FBFBFB"/>
      </a:lt1>
      <a:dk2>
        <a:srgbClr val="595959"/>
      </a:dk2>
      <a:lt2>
        <a:srgbClr val="EEEEEE"/>
      </a:lt2>
      <a:accent1>
        <a:srgbClr val="FF0000"/>
      </a:accent1>
      <a:accent2>
        <a:srgbClr val="9900FF"/>
      </a:accent2>
      <a:accent3>
        <a:srgbClr val="EDE9F5"/>
      </a:accent3>
      <a:accent4>
        <a:srgbClr val="B4A7D6"/>
      </a:accent4>
      <a:accent5>
        <a:srgbClr val="D9D2E9"/>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