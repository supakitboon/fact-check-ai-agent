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Advent Pro Medium"/>
      <p:regular r:id="rId22"/>
      <p:bold r:id="rId23"/>
      <p:italic r:id="rId24"/>
      <p:boldItalic r:id="rId25"/>
    </p:embeddedFont>
    <p:embeddedFont>
      <p:font typeface="Orbitron"/>
      <p:regular r:id="rId26"/>
      <p:bold r:id="rId27"/>
    </p:embeddedFont>
    <p:embeddedFont>
      <p:font typeface="Orbitron ExtraBold"/>
      <p:bold r:id="rId28"/>
    </p:embeddedFont>
    <p:embeddedFont>
      <p:font typeface="Advent Pro"/>
      <p:regular r:id="rId29"/>
      <p:bold r:id="rId30"/>
      <p:italic r:id="rId31"/>
      <p:boldItalic r:id="rId32"/>
    </p:embeddedFont>
    <p:embeddedFont>
      <p:font typeface="Baskervville SemiBold"/>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Karen Ch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E948CDF-DD57-4E37-9936-1336A2CDC555}">
  <a:tblStyle styleId="{4E948CDF-DD57-4E37-9936-1336A2CDC55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AdventProMedium-regular.fntdata"/><Relationship Id="rId21" Type="http://schemas.openxmlformats.org/officeDocument/2006/relationships/slide" Target="slides/slide15.xml"/><Relationship Id="rId24" Type="http://schemas.openxmlformats.org/officeDocument/2006/relationships/font" Target="fonts/AdventProMedium-italic.fntdata"/><Relationship Id="rId23" Type="http://schemas.openxmlformats.org/officeDocument/2006/relationships/font" Target="fonts/AdventProMedium-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Orbitron-regular.fntdata"/><Relationship Id="rId25" Type="http://schemas.openxmlformats.org/officeDocument/2006/relationships/font" Target="fonts/AdventProMedium-boldItalic.fntdata"/><Relationship Id="rId28" Type="http://schemas.openxmlformats.org/officeDocument/2006/relationships/font" Target="fonts/OrbitronExtraBold-bold.fntdata"/><Relationship Id="rId27" Type="http://schemas.openxmlformats.org/officeDocument/2006/relationships/font" Target="fonts/Orbitron-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dventPr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dventPro-italic.fntdata"/><Relationship Id="rId30" Type="http://schemas.openxmlformats.org/officeDocument/2006/relationships/font" Target="fonts/AdventPro-bold.fntdata"/><Relationship Id="rId11" Type="http://schemas.openxmlformats.org/officeDocument/2006/relationships/slide" Target="slides/slide5.xml"/><Relationship Id="rId33" Type="http://schemas.openxmlformats.org/officeDocument/2006/relationships/font" Target="fonts/BaskervvilleSemiBold-regular.fntdata"/><Relationship Id="rId10" Type="http://schemas.openxmlformats.org/officeDocument/2006/relationships/slide" Target="slides/slide4.xml"/><Relationship Id="rId32" Type="http://schemas.openxmlformats.org/officeDocument/2006/relationships/font" Target="fonts/AdventPro-boldItalic.fntdata"/><Relationship Id="rId13" Type="http://schemas.openxmlformats.org/officeDocument/2006/relationships/slide" Target="slides/slide7.xml"/><Relationship Id="rId35" Type="http://schemas.openxmlformats.org/officeDocument/2006/relationships/font" Target="fonts/BaskervvilleSemiBold-italic.fntdata"/><Relationship Id="rId12" Type="http://schemas.openxmlformats.org/officeDocument/2006/relationships/slide" Target="slides/slide6.xml"/><Relationship Id="rId34" Type="http://schemas.openxmlformats.org/officeDocument/2006/relationships/font" Target="fonts/BaskervvilleSemiBold-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BaskervvilleSemiBold-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04T18:42:22.461">
    <p:pos x="1001" y="1370"/>
    <p:text>@foluyem1@umbc.edu don't confuse it with PI project, this is not.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5" name="Shape 5485"/>
        <p:cNvGrpSpPr/>
        <p:nvPr/>
      </p:nvGrpSpPr>
      <p:grpSpPr>
        <a:xfrm>
          <a:off x="0" y="0"/>
          <a:ext cx="0" cy="0"/>
          <a:chOff x="0" y="0"/>
          <a:chExt cx="0" cy="0"/>
        </a:xfrm>
      </p:grpSpPr>
      <p:sp>
        <p:nvSpPr>
          <p:cNvPr id="5486" name="Google Shape;548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87" name="Google Shape;548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5" name="Shape 5575"/>
        <p:cNvGrpSpPr/>
        <p:nvPr/>
      </p:nvGrpSpPr>
      <p:grpSpPr>
        <a:xfrm>
          <a:off x="0" y="0"/>
          <a:ext cx="0" cy="0"/>
          <a:chOff x="0" y="0"/>
          <a:chExt cx="0" cy="0"/>
        </a:xfrm>
      </p:grpSpPr>
      <p:sp>
        <p:nvSpPr>
          <p:cNvPr id="5576" name="Google Shape;5576;g6edfa80311_0_358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7" name="Google Shape;5577;g6edfa80311_0_358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4" name="Shape 5594"/>
        <p:cNvGrpSpPr/>
        <p:nvPr/>
      </p:nvGrpSpPr>
      <p:grpSpPr>
        <a:xfrm>
          <a:off x="0" y="0"/>
          <a:ext cx="0" cy="0"/>
          <a:chOff x="0" y="0"/>
          <a:chExt cx="0" cy="0"/>
        </a:xfrm>
      </p:grpSpPr>
      <p:sp>
        <p:nvSpPr>
          <p:cNvPr id="5595" name="Google Shape;5595;g6edfa80311_0_37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6" name="Google Shape;5596;g6edfa80311_0_37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0" name="Shape 5610"/>
        <p:cNvGrpSpPr/>
        <p:nvPr/>
      </p:nvGrpSpPr>
      <p:grpSpPr>
        <a:xfrm>
          <a:off x="0" y="0"/>
          <a:ext cx="0" cy="0"/>
          <a:chOff x="0" y="0"/>
          <a:chExt cx="0" cy="0"/>
        </a:xfrm>
      </p:grpSpPr>
      <p:sp>
        <p:nvSpPr>
          <p:cNvPr id="5611" name="Google Shape;5611;g3d4e27bcb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2" name="Google Shape;5612;g3d4e27bcb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6" name="Shape 5626"/>
        <p:cNvGrpSpPr/>
        <p:nvPr/>
      </p:nvGrpSpPr>
      <p:grpSpPr>
        <a:xfrm>
          <a:off x="0" y="0"/>
          <a:ext cx="0" cy="0"/>
          <a:chOff x="0" y="0"/>
          <a:chExt cx="0" cy="0"/>
        </a:xfrm>
      </p:grpSpPr>
      <p:sp>
        <p:nvSpPr>
          <p:cNvPr id="5627" name="Google Shape;5627;g3d5ab78c8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8" name="Google Shape;5628;g3d5ab78c8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4" name="Shape 5634"/>
        <p:cNvGrpSpPr/>
        <p:nvPr/>
      </p:nvGrpSpPr>
      <p:grpSpPr>
        <a:xfrm>
          <a:off x="0" y="0"/>
          <a:ext cx="0" cy="0"/>
          <a:chOff x="0" y="0"/>
          <a:chExt cx="0" cy="0"/>
        </a:xfrm>
      </p:grpSpPr>
      <p:sp>
        <p:nvSpPr>
          <p:cNvPr id="5635" name="Google Shape;5635;g3d5ab78c85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6" name="Google Shape;5636;g3d5ab78c85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1" name="Shape 5641"/>
        <p:cNvGrpSpPr/>
        <p:nvPr/>
      </p:nvGrpSpPr>
      <p:grpSpPr>
        <a:xfrm>
          <a:off x="0" y="0"/>
          <a:ext cx="0" cy="0"/>
          <a:chOff x="0" y="0"/>
          <a:chExt cx="0" cy="0"/>
        </a:xfrm>
      </p:grpSpPr>
      <p:sp>
        <p:nvSpPr>
          <p:cNvPr id="5642" name="Google Shape;5642;g3d5eeb696f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3" name="Google Shape;5643;g3d5eeb696f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8" name="Shape 5648"/>
        <p:cNvGrpSpPr/>
        <p:nvPr/>
      </p:nvGrpSpPr>
      <p:grpSpPr>
        <a:xfrm>
          <a:off x="0" y="0"/>
          <a:ext cx="0" cy="0"/>
          <a:chOff x="0" y="0"/>
          <a:chExt cx="0" cy="0"/>
        </a:xfrm>
      </p:grpSpPr>
      <p:sp>
        <p:nvSpPr>
          <p:cNvPr id="5649" name="Google Shape;5649;g3d76528df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0" name="Google Shape;5650;g3d76528df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5" name="Shape 5655"/>
        <p:cNvGrpSpPr/>
        <p:nvPr/>
      </p:nvGrpSpPr>
      <p:grpSpPr>
        <a:xfrm>
          <a:off x="0" y="0"/>
          <a:ext cx="0" cy="0"/>
          <a:chOff x="0" y="0"/>
          <a:chExt cx="0" cy="0"/>
        </a:xfrm>
      </p:grpSpPr>
      <p:sp>
        <p:nvSpPr>
          <p:cNvPr id="5656" name="Google Shape;5656;g3d76528df6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7" name="Google Shape;5657;g3d76528df6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2" name="Shape 5662"/>
        <p:cNvGrpSpPr/>
        <p:nvPr/>
      </p:nvGrpSpPr>
      <p:grpSpPr>
        <a:xfrm>
          <a:off x="0" y="0"/>
          <a:ext cx="0" cy="0"/>
          <a:chOff x="0" y="0"/>
          <a:chExt cx="0" cy="0"/>
        </a:xfrm>
      </p:grpSpPr>
      <p:sp>
        <p:nvSpPr>
          <p:cNvPr id="5663" name="Google Shape;5663;g3d76528df6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4" name="Google Shape;5664;g3d76528df6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9" name="Shape 5669"/>
        <p:cNvGrpSpPr/>
        <p:nvPr/>
      </p:nvGrpSpPr>
      <p:grpSpPr>
        <a:xfrm>
          <a:off x="0" y="0"/>
          <a:ext cx="0" cy="0"/>
          <a:chOff x="0" y="0"/>
          <a:chExt cx="0" cy="0"/>
        </a:xfrm>
      </p:grpSpPr>
      <p:sp>
        <p:nvSpPr>
          <p:cNvPr id="5670" name="Google Shape;5670;g3d9810fa4b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1" name="Google Shape;5671;g3d9810fa4b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5" name="Shape 5675"/>
        <p:cNvGrpSpPr/>
        <p:nvPr/>
      </p:nvGrpSpPr>
      <p:grpSpPr>
        <a:xfrm>
          <a:off x="0" y="0"/>
          <a:ext cx="0" cy="0"/>
          <a:chOff x="0" y="0"/>
          <a:chExt cx="0" cy="0"/>
        </a:xfrm>
      </p:grpSpPr>
      <p:sp>
        <p:nvSpPr>
          <p:cNvPr id="5676" name="Google Shape;5676;g3d9810fa4b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7" name="Google Shape;5677;g3d9810fa4b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2" name="Shape 5682"/>
        <p:cNvGrpSpPr/>
        <p:nvPr/>
      </p:nvGrpSpPr>
      <p:grpSpPr>
        <a:xfrm>
          <a:off x="0" y="0"/>
          <a:ext cx="0" cy="0"/>
          <a:chOff x="0" y="0"/>
          <a:chExt cx="0" cy="0"/>
        </a:xfrm>
      </p:grpSpPr>
      <p:sp>
        <p:nvSpPr>
          <p:cNvPr id="5683" name="Google Shape;5683;g39a57727d1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4" name="Google Shape;5684;g39a57727d1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9" name="Shape 5689"/>
        <p:cNvGrpSpPr/>
        <p:nvPr/>
      </p:nvGrpSpPr>
      <p:grpSpPr>
        <a:xfrm>
          <a:off x="0" y="0"/>
          <a:ext cx="0" cy="0"/>
          <a:chOff x="0" y="0"/>
          <a:chExt cx="0" cy="0"/>
        </a:xfrm>
      </p:grpSpPr>
      <p:sp>
        <p:nvSpPr>
          <p:cNvPr id="5690" name="Google Shape;5690;g39a57727d1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1" name="Google Shape;5691;g39a57727d1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6" name="Shape 5696"/>
        <p:cNvGrpSpPr/>
        <p:nvPr/>
      </p:nvGrpSpPr>
      <p:grpSpPr>
        <a:xfrm>
          <a:off x="0" y="0"/>
          <a:ext cx="0" cy="0"/>
          <a:chOff x="0" y="0"/>
          <a:chExt cx="0" cy="0"/>
        </a:xfrm>
      </p:grpSpPr>
      <p:sp>
        <p:nvSpPr>
          <p:cNvPr id="5697" name="Google Shape;5697;g39a57727d1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8" name="Google Shape;5698;g39a57727d1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8" name="Shape 8"/>
        <p:cNvGrpSpPr/>
        <p:nvPr/>
      </p:nvGrpSpPr>
      <p:grpSpPr>
        <a:xfrm>
          <a:off x="0" y="0"/>
          <a:ext cx="0" cy="0"/>
          <a:chOff x="0" y="0"/>
          <a:chExt cx="0" cy="0"/>
        </a:xfrm>
      </p:grpSpPr>
      <p:sp>
        <p:nvSpPr>
          <p:cNvPr id="9" name="Google Shape;9;p2"/>
          <p:cNvSpPr/>
          <p:nvPr/>
        </p:nvSpPr>
        <p:spPr>
          <a:xfrm>
            <a:off x="319350" y="243900"/>
            <a:ext cx="8505300" cy="46557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type="ctrTitle"/>
          </p:nvPr>
        </p:nvSpPr>
        <p:spPr>
          <a:xfrm>
            <a:off x="1589700" y="2044500"/>
            <a:ext cx="5964600" cy="18291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SzPts val="5200"/>
              <a:buNone/>
              <a:defRPr sz="5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11" name="Google Shape;11;p2"/>
          <p:cNvSpPr txBox="1"/>
          <p:nvPr>
            <p:ph idx="1" type="subTitle"/>
          </p:nvPr>
        </p:nvSpPr>
        <p:spPr>
          <a:xfrm>
            <a:off x="1753050" y="3757375"/>
            <a:ext cx="56379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2800"/>
              <a:buNone/>
              <a:defRPr sz="28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6"/>
        </a:solidFill>
      </p:bgPr>
    </p:bg>
    <p:spTree>
      <p:nvGrpSpPr>
        <p:cNvPr id="12" name="Shape 12"/>
        <p:cNvGrpSpPr/>
        <p:nvPr/>
      </p:nvGrpSpPr>
      <p:grpSpPr>
        <a:xfrm>
          <a:off x="0" y="0"/>
          <a:ext cx="0" cy="0"/>
          <a:chOff x="0" y="0"/>
          <a:chExt cx="0" cy="0"/>
        </a:xfrm>
      </p:grpSpPr>
      <p:grpSp>
        <p:nvGrpSpPr>
          <p:cNvPr id="13" name="Google Shape;13;p3"/>
          <p:cNvGrpSpPr/>
          <p:nvPr/>
        </p:nvGrpSpPr>
        <p:grpSpPr>
          <a:xfrm>
            <a:off x="-259862" y="786553"/>
            <a:ext cx="1443946" cy="721968"/>
            <a:chOff x="311697" y="-12"/>
            <a:chExt cx="4437449" cy="2218709"/>
          </a:xfrm>
        </p:grpSpPr>
        <p:sp>
          <p:nvSpPr>
            <p:cNvPr id="14" name="Google Shape;14;p3"/>
            <p:cNvSpPr/>
            <p:nvPr/>
          </p:nvSpPr>
          <p:spPr>
            <a:xfrm>
              <a:off x="2400974"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2253074"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208667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957242"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1790857" y="2070781"/>
              <a:ext cx="166400" cy="147916"/>
            </a:xfrm>
            <a:custGeom>
              <a:rect b="b" l="l" r="r" t="t"/>
              <a:pathLst>
                <a:path extrusionOk="0" h="9523" w="10713">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1642910"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1513494"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134709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1199178"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1069761"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903361" y="2070781"/>
              <a:ext cx="166415" cy="147916"/>
            </a:xfrm>
            <a:custGeom>
              <a:rect b="b" l="l" r="r" t="t"/>
              <a:pathLst>
                <a:path extrusionOk="0" h="9523" w="10714">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755430"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625998"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2400974"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a:off x="225307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208667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1957242"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1790857" y="192286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1642910"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1513494"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134709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1199178"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1069761"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903361" y="192286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a:off x="755430"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625998"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459598"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311697"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2400974"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225307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3"/>
            <p:cNvSpPr/>
            <p:nvPr/>
          </p:nvSpPr>
          <p:spPr>
            <a:xfrm>
              <a:off x="208667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1957242"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1790857" y="175648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1642910"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
            <p:cNvSpPr/>
            <p:nvPr/>
          </p:nvSpPr>
          <p:spPr>
            <a:xfrm>
              <a:off x="1513494"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p:nvPr/>
          </p:nvSpPr>
          <p:spPr>
            <a:xfrm>
              <a:off x="134709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1199178"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1069761"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p:nvPr/>
          </p:nvSpPr>
          <p:spPr>
            <a:xfrm>
              <a:off x="903361" y="175648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755430"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625998"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459598"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a:off x="311697"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2400974"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225307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208667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a:off x="1957242"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1790857" y="1627048"/>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1642910"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1513494"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134709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1199178"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1069761"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903361" y="1627048"/>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755430"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625998"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459598"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311697"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2400974"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225307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208667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1957242"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1790857" y="1460633"/>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1642910"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1513494"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134709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1199178"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1069761"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903361" y="1460633"/>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3"/>
            <p:cNvSpPr/>
            <p:nvPr/>
          </p:nvSpPr>
          <p:spPr>
            <a:xfrm>
              <a:off x="755430"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625998"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459598"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3"/>
            <p:cNvSpPr/>
            <p:nvPr/>
          </p:nvSpPr>
          <p:spPr>
            <a:xfrm>
              <a:off x="311697"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3"/>
            <p:cNvSpPr/>
            <p:nvPr/>
          </p:nvSpPr>
          <p:spPr>
            <a:xfrm>
              <a:off x="2400974"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3"/>
            <p:cNvSpPr/>
            <p:nvPr/>
          </p:nvSpPr>
          <p:spPr>
            <a:xfrm>
              <a:off x="225307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
            <p:cNvSpPr/>
            <p:nvPr/>
          </p:nvSpPr>
          <p:spPr>
            <a:xfrm>
              <a:off x="208667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1957242"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3"/>
            <p:cNvSpPr/>
            <p:nvPr/>
          </p:nvSpPr>
          <p:spPr>
            <a:xfrm>
              <a:off x="1790857" y="1331201"/>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
            <p:cNvSpPr/>
            <p:nvPr/>
          </p:nvSpPr>
          <p:spPr>
            <a:xfrm>
              <a:off x="1642910"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
            <p:cNvSpPr/>
            <p:nvPr/>
          </p:nvSpPr>
          <p:spPr>
            <a:xfrm>
              <a:off x="1513494"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134709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1199178"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1069761"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
            <p:cNvSpPr/>
            <p:nvPr/>
          </p:nvSpPr>
          <p:spPr>
            <a:xfrm>
              <a:off x="903361" y="1331201"/>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755430"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625998"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3"/>
            <p:cNvSpPr/>
            <p:nvPr/>
          </p:nvSpPr>
          <p:spPr>
            <a:xfrm>
              <a:off x="459598"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
            <p:cNvSpPr/>
            <p:nvPr/>
          </p:nvSpPr>
          <p:spPr>
            <a:xfrm>
              <a:off x="2400974"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2253074"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p:nvPr/>
          </p:nvSpPr>
          <p:spPr>
            <a:xfrm>
              <a:off x="208667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1957242"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1790857" y="118328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p:nvPr/>
          </p:nvSpPr>
          <p:spPr>
            <a:xfrm>
              <a:off x="1642910"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1513494"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134709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
            <p:cNvSpPr/>
            <p:nvPr/>
          </p:nvSpPr>
          <p:spPr>
            <a:xfrm>
              <a:off x="1199178"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1069761"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903361" y="118328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755430"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626013" y="1183285"/>
              <a:ext cx="129432" cy="147932"/>
            </a:xfrm>
            <a:custGeom>
              <a:rect b="b" l="l" r="r" t="t"/>
              <a:pathLst>
                <a:path extrusionOk="0" h="9524" w="8333">
                  <a:moveTo>
                    <a:pt x="1" y="1"/>
                  </a:moveTo>
                  <a:lnTo>
                    <a:pt x="1" y="9523"/>
                  </a:lnTo>
                  <a:lnTo>
                    <a:pt x="8332" y="9523"/>
                  </a:lnTo>
                  <a:lnTo>
                    <a:pt x="8332"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2400974"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2253074"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208667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1957242"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1790857" y="101690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1642910"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1513494"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134709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1199178"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1069761"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903361" y="101690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a:off x="755430"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a:off x="2400974"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a:off x="2253074"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a:off x="208667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a:off x="1957242"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1790857" y="887468"/>
              <a:ext cx="166400" cy="129448"/>
            </a:xfrm>
            <a:custGeom>
              <a:rect b="b" l="l" r="r" t="t"/>
              <a:pathLst>
                <a:path extrusionOk="0" h="8334" w="10713">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1642910"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1513494"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134709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1199178"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a:off x="1069761"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p:nvPr/>
          </p:nvSpPr>
          <p:spPr>
            <a:xfrm>
              <a:off x="903361" y="887468"/>
              <a:ext cx="166415" cy="129448"/>
            </a:xfrm>
            <a:custGeom>
              <a:rect b="b" l="l" r="r" t="t"/>
              <a:pathLst>
                <a:path extrusionOk="0" h="8334" w="10714">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a:off x="755430"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2400974"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2253074"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208667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a:off x="1957242"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a:off x="1790857" y="739552"/>
              <a:ext cx="166400" cy="147932"/>
            </a:xfrm>
            <a:custGeom>
              <a:rect b="b" l="l" r="r" t="t"/>
              <a:pathLst>
                <a:path extrusionOk="0" h="9524" w="10713">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1642910"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1513494"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134709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a:off x="1199178"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a:off x="1069761"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
            <p:cNvSpPr/>
            <p:nvPr/>
          </p:nvSpPr>
          <p:spPr>
            <a:xfrm>
              <a:off x="903361" y="739552"/>
              <a:ext cx="166415" cy="147932"/>
            </a:xfrm>
            <a:custGeom>
              <a:rect b="b" l="l" r="r" t="t"/>
              <a:pathLst>
                <a:path extrusionOk="0" h="9524" w="10714">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2400974"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a:off x="2253074"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p:nvPr/>
          </p:nvSpPr>
          <p:spPr>
            <a:xfrm>
              <a:off x="2086674" y="573137"/>
              <a:ext cx="166415" cy="166431"/>
            </a:xfrm>
            <a:custGeom>
              <a:rect b="b" l="l" r="r" t="t"/>
              <a:pathLst>
                <a:path extrusionOk="0" h="10715" w="10714">
                  <a:moveTo>
                    <a:pt x="1" y="1"/>
                  </a:moveTo>
                  <a:lnTo>
                    <a:pt x="1"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a:off x="1957242"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a:off x="1790857" y="573137"/>
              <a:ext cx="166400" cy="166431"/>
            </a:xfrm>
            <a:custGeom>
              <a:rect b="b" l="l" r="r" t="t"/>
              <a:pathLst>
                <a:path extrusionOk="0" h="10715" w="10713">
                  <a:moveTo>
                    <a:pt x="0" y="1"/>
                  </a:moveTo>
                  <a:lnTo>
                    <a:pt x="0"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p:nvPr/>
          </p:nvSpPr>
          <p:spPr>
            <a:xfrm>
              <a:off x="1642910"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a:off x="1513494" y="573137"/>
              <a:ext cx="129432" cy="166431"/>
            </a:xfrm>
            <a:custGeom>
              <a:rect b="b" l="l" r="r" t="t"/>
              <a:pathLst>
                <a:path extrusionOk="0" h="10715" w="8333">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3"/>
            <p:cNvSpPr/>
            <p:nvPr/>
          </p:nvSpPr>
          <p:spPr>
            <a:xfrm>
              <a:off x="2400974"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
            <p:cNvSpPr/>
            <p:nvPr/>
          </p:nvSpPr>
          <p:spPr>
            <a:xfrm>
              <a:off x="2253074"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a:off x="2086674" y="443705"/>
              <a:ext cx="166415" cy="129448"/>
            </a:xfrm>
            <a:custGeom>
              <a:rect b="b" l="l" r="r" t="t"/>
              <a:pathLst>
                <a:path extrusionOk="0" h="8334" w="10714">
                  <a:moveTo>
                    <a:pt x="1" y="1"/>
                  </a:moveTo>
                  <a:lnTo>
                    <a:pt x="1"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1957242"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a:off x="1790857" y="443705"/>
              <a:ext cx="166400" cy="129448"/>
            </a:xfrm>
            <a:custGeom>
              <a:rect b="b" l="l" r="r" t="t"/>
              <a:pathLst>
                <a:path extrusionOk="0" h="8334" w="10713">
                  <a:moveTo>
                    <a:pt x="0" y="1"/>
                  </a:moveTo>
                  <a:lnTo>
                    <a:pt x="0"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p:nvPr/>
          </p:nvSpPr>
          <p:spPr>
            <a:xfrm>
              <a:off x="1642910"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p:nvPr/>
          </p:nvSpPr>
          <p:spPr>
            <a:xfrm>
              <a:off x="1513494" y="443705"/>
              <a:ext cx="129432" cy="129448"/>
            </a:xfrm>
            <a:custGeom>
              <a:rect b="b" l="l" r="r" t="t"/>
              <a:pathLst>
                <a:path extrusionOk="0" h="8334" w="8333">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2400974"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2253074"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2086674" y="27732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p:nvPr/>
          </p:nvSpPr>
          <p:spPr>
            <a:xfrm>
              <a:off x="1957242"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3"/>
            <p:cNvSpPr/>
            <p:nvPr/>
          </p:nvSpPr>
          <p:spPr>
            <a:xfrm>
              <a:off x="1790857" y="27732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1642910"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2400974"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2253074"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
            <p:cNvSpPr/>
            <p:nvPr/>
          </p:nvSpPr>
          <p:spPr>
            <a:xfrm>
              <a:off x="2086674" y="129404"/>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p:nvPr/>
          </p:nvSpPr>
          <p:spPr>
            <a:xfrm>
              <a:off x="1957242"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a:off x="1790857" y="129404"/>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2400974"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2253074" y="-12"/>
              <a:ext cx="147916" cy="129432"/>
            </a:xfrm>
            <a:custGeom>
              <a:rect b="b" l="l" r="r" t="t"/>
              <a:pathLst>
                <a:path extrusionOk="0" h="8333"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2086674" y="-12"/>
              <a:ext cx="166415" cy="129432"/>
            </a:xfrm>
            <a:custGeom>
              <a:rect b="b" l="l" r="r" t="t"/>
              <a:pathLst>
                <a:path extrusionOk="0" h="8333"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1957242"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2530406"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a:off x="2678322"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2807755" y="2070781"/>
              <a:ext cx="166431" cy="147916"/>
            </a:xfrm>
            <a:custGeom>
              <a:rect b="b" l="l" r="r" t="t"/>
              <a:pathLst>
                <a:path extrusionOk="0" h="9523" w="10715">
                  <a:moveTo>
                    <a:pt x="0" y="0"/>
                  </a:moveTo>
                  <a:lnTo>
                    <a:pt x="0" y="9523"/>
                  </a:lnTo>
                  <a:lnTo>
                    <a:pt x="10714" y="952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2974170"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a:off x="312208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326998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341790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a:off x="3565818"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3713719" y="2070781"/>
              <a:ext cx="147963" cy="147916"/>
            </a:xfrm>
            <a:custGeom>
              <a:rect b="b" l="l" r="r" t="t"/>
              <a:pathLst>
                <a:path extrusionOk="0" h="9523" w="9526">
                  <a:moveTo>
                    <a:pt x="1" y="0"/>
                  </a:moveTo>
                  <a:lnTo>
                    <a:pt x="1" y="9523"/>
                  </a:lnTo>
                  <a:lnTo>
                    <a:pt x="9525" y="952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386166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p:nvPr/>
          </p:nvSpPr>
          <p:spPr>
            <a:xfrm>
              <a:off x="400956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
            <p:cNvSpPr/>
            <p:nvPr/>
          </p:nvSpPr>
          <p:spPr>
            <a:xfrm>
              <a:off x="415748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p:nvPr/>
          </p:nvSpPr>
          <p:spPr>
            <a:xfrm>
              <a:off x="4305398"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
            <p:cNvSpPr/>
            <p:nvPr/>
          </p:nvSpPr>
          <p:spPr>
            <a:xfrm>
              <a:off x="2530406"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p:nvPr/>
          </p:nvSpPr>
          <p:spPr>
            <a:xfrm>
              <a:off x="2678322"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p:nvPr/>
          </p:nvSpPr>
          <p:spPr>
            <a:xfrm>
              <a:off x="2807755" y="192286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
            <p:cNvSpPr/>
            <p:nvPr/>
          </p:nvSpPr>
          <p:spPr>
            <a:xfrm>
              <a:off x="2974170"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3"/>
            <p:cNvSpPr/>
            <p:nvPr/>
          </p:nvSpPr>
          <p:spPr>
            <a:xfrm>
              <a:off x="312208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p:nvPr/>
          </p:nvSpPr>
          <p:spPr>
            <a:xfrm>
              <a:off x="326998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
            <p:cNvSpPr/>
            <p:nvPr/>
          </p:nvSpPr>
          <p:spPr>
            <a:xfrm>
              <a:off x="341790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p:nvPr/>
          </p:nvSpPr>
          <p:spPr>
            <a:xfrm>
              <a:off x="3565818"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p:nvPr/>
          </p:nvSpPr>
          <p:spPr>
            <a:xfrm>
              <a:off x="3713719" y="192286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
            <p:cNvSpPr/>
            <p:nvPr/>
          </p:nvSpPr>
          <p:spPr>
            <a:xfrm>
              <a:off x="386166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
            <p:cNvSpPr/>
            <p:nvPr/>
          </p:nvSpPr>
          <p:spPr>
            <a:xfrm>
              <a:off x="400956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3"/>
            <p:cNvSpPr/>
            <p:nvPr/>
          </p:nvSpPr>
          <p:spPr>
            <a:xfrm>
              <a:off x="415748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
            <p:cNvSpPr/>
            <p:nvPr/>
          </p:nvSpPr>
          <p:spPr>
            <a:xfrm>
              <a:off x="4305398"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
            <p:cNvSpPr/>
            <p:nvPr/>
          </p:nvSpPr>
          <p:spPr>
            <a:xfrm>
              <a:off x="445331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
            <p:cNvSpPr/>
            <p:nvPr/>
          </p:nvSpPr>
          <p:spPr>
            <a:xfrm>
              <a:off x="4601215"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
            <p:cNvSpPr/>
            <p:nvPr/>
          </p:nvSpPr>
          <p:spPr>
            <a:xfrm>
              <a:off x="2530406"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
            <p:cNvSpPr/>
            <p:nvPr/>
          </p:nvSpPr>
          <p:spPr>
            <a:xfrm>
              <a:off x="2678322"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
            <p:cNvSpPr/>
            <p:nvPr/>
          </p:nvSpPr>
          <p:spPr>
            <a:xfrm>
              <a:off x="2807755" y="175648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
            <p:cNvSpPr/>
            <p:nvPr/>
          </p:nvSpPr>
          <p:spPr>
            <a:xfrm>
              <a:off x="2974170"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
            <p:cNvSpPr/>
            <p:nvPr/>
          </p:nvSpPr>
          <p:spPr>
            <a:xfrm>
              <a:off x="312208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3"/>
            <p:cNvSpPr/>
            <p:nvPr/>
          </p:nvSpPr>
          <p:spPr>
            <a:xfrm>
              <a:off x="326998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
            <p:cNvSpPr/>
            <p:nvPr/>
          </p:nvSpPr>
          <p:spPr>
            <a:xfrm>
              <a:off x="341790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
            <p:cNvSpPr/>
            <p:nvPr/>
          </p:nvSpPr>
          <p:spPr>
            <a:xfrm>
              <a:off x="3565818"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
            <p:cNvSpPr/>
            <p:nvPr/>
          </p:nvSpPr>
          <p:spPr>
            <a:xfrm>
              <a:off x="3713719" y="175648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
            <p:cNvSpPr/>
            <p:nvPr/>
          </p:nvSpPr>
          <p:spPr>
            <a:xfrm>
              <a:off x="386166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
            <p:cNvSpPr/>
            <p:nvPr/>
          </p:nvSpPr>
          <p:spPr>
            <a:xfrm>
              <a:off x="400956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
            <p:cNvSpPr/>
            <p:nvPr/>
          </p:nvSpPr>
          <p:spPr>
            <a:xfrm>
              <a:off x="415748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
            <p:cNvSpPr/>
            <p:nvPr/>
          </p:nvSpPr>
          <p:spPr>
            <a:xfrm>
              <a:off x="4305398"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
            <p:cNvSpPr/>
            <p:nvPr/>
          </p:nvSpPr>
          <p:spPr>
            <a:xfrm>
              <a:off x="445331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
            <p:cNvSpPr/>
            <p:nvPr/>
          </p:nvSpPr>
          <p:spPr>
            <a:xfrm>
              <a:off x="4601215"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
            <p:cNvSpPr/>
            <p:nvPr/>
          </p:nvSpPr>
          <p:spPr>
            <a:xfrm>
              <a:off x="2530406"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
            <p:cNvSpPr/>
            <p:nvPr/>
          </p:nvSpPr>
          <p:spPr>
            <a:xfrm>
              <a:off x="2678322"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
            <p:cNvSpPr/>
            <p:nvPr/>
          </p:nvSpPr>
          <p:spPr>
            <a:xfrm>
              <a:off x="2807755" y="1627048"/>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
            <p:cNvSpPr/>
            <p:nvPr/>
          </p:nvSpPr>
          <p:spPr>
            <a:xfrm>
              <a:off x="2974170"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
            <p:cNvSpPr/>
            <p:nvPr/>
          </p:nvSpPr>
          <p:spPr>
            <a:xfrm>
              <a:off x="312208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
            <p:cNvSpPr/>
            <p:nvPr/>
          </p:nvSpPr>
          <p:spPr>
            <a:xfrm>
              <a:off x="326998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
            <p:cNvSpPr/>
            <p:nvPr/>
          </p:nvSpPr>
          <p:spPr>
            <a:xfrm>
              <a:off x="341790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
            <p:cNvSpPr/>
            <p:nvPr/>
          </p:nvSpPr>
          <p:spPr>
            <a:xfrm>
              <a:off x="3565818"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
            <p:cNvSpPr/>
            <p:nvPr/>
          </p:nvSpPr>
          <p:spPr>
            <a:xfrm>
              <a:off x="3713719" y="1627048"/>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
            <p:cNvSpPr/>
            <p:nvPr/>
          </p:nvSpPr>
          <p:spPr>
            <a:xfrm>
              <a:off x="386166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
            <p:cNvSpPr/>
            <p:nvPr/>
          </p:nvSpPr>
          <p:spPr>
            <a:xfrm>
              <a:off x="400956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
            <p:cNvSpPr/>
            <p:nvPr/>
          </p:nvSpPr>
          <p:spPr>
            <a:xfrm>
              <a:off x="415748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
            <p:cNvSpPr/>
            <p:nvPr/>
          </p:nvSpPr>
          <p:spPr>
            <a:xfrm>
              <a:off x="4305398"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
            <p:cNvSpPr/>
            <p:nvPr/>
          </p:nvSpPr>
          <p:spPr>
            <a:xfrm>
              <a:off x="445331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
            <p:cNvSpPr/>
            <p:nvPr/>
          </p:nvSpPr>
          <p:spPr>
            <a:xfrm>
              <a:off x="4601215"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
            <p:cNvSpPr/>
            <p:nvPr/>
          </p:nvSpPr>
          <p:spPr>
            <a:xfrm>
              <a:off x="2530406"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
            <p:cNvSpPr/>
            <p:nvPr/>
          </p:nvSpPr>
          <p:spPr>
            <a:xfrm>
              <a:off x="2678322"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
            <p:cNvSpPr/>
            <p:nvPr/>
          </p:nvSpPr>
          <p:spPr>
            <a:xfrm>
              <a:off x="2807755" y="1460633"/>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
            <p:cNvSpPr/>
            <p:nvPr/>
          </p:nvSpPr>
          <p:spPr>
            <a:xfrm>
              <a:off x="2974170"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
            <p:cNvSpPr/>
            <p:nvPr/>
          </p:nvSpPr>
          <p:spPr>
            <a:xfrm>
              <a:off x="312208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
            <p:cNvSpPr/>
            <p:nvPr/>
          </p:nvSpPr>
          <p:spPr>
            <a:xfrm>
              <a:off x="326998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
            <p:cNvSpPr/>
            <p:nvPr/>
          </p:nvSpPr>
          <p:spPr>
            <a:xfrm>
              <a:off x="341790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3"/>
            <p:cNvSpPr/>
            <p:nvPr/>
          </p:nvSpPr>
          <p:spPr>
            <a:xfrm>
              <a:off x="3565818"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
            <p:cNvSpPr/>
            <p:nvPr/>
          </p:nvSpPr>
          <p:spPr>
            <a:xfrm>
              <a:off x="3713719" y="1460633"/>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
            <p:cNvSpPr/>
            <p:nvPr/>
          </p:nvSpPr>
          <p:spPr>
            <a:xfrm>
              <a:off x="386166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
            <p:cNvSpPr/>
            <p:nvPr/>
          </p:nvSpPr>
          <p:spPr>
            <a:xfrm>
              <a:off x="400956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
            <p:cNvSpPr/>
            <p:nvPr/>
          </p:nvSpPr>
          <p:spPr>
            <a:xfrm>
              <a:off x="415748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
            <p:cNvSpPr/>
            <p:nvPr/>
          </p:nvSpPr>
          <p:spPr>
            <a:xfrm>
              <a:off x="4305398"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
            <p:cNvSpPr/>
            <p:nvPr/>
          </p:nvSpPr>
          <p:spPr>
            <a:xfrm>
              <a:off x="445331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
            <p:cNvSpPr/>
            <p:nvPr/>
          </p:nvSpPr>
          <p:spPr>
            <a:xfrm>
              <a:off x="4601215"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
            <p:cNvSpPr/>
            <p:nvPr/>
          </p:nvSpPr>
          <p:spPr>
            <a:xfrm>
              <a:off x="2530406"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
            <p:cNvSpPr/>
            <p:nvPr/>
          </p:nvSpPr>
          <p:spPr>
            <a:xfrm>
              <a:off x="2678322"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
            <p:cNvSpPr/>
            <p:nvPr/>
          </p:nvSpPr>
          <p:spPr>
            <a:xfrm>
              <a:off x="2807755" y="1331201"/>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
            <p:cNvSpPr/>
            <p:nvPr/>
          </p:nvSpPr>
          <p:spPr>
            <a:xfrm>
              <a:off x="2974170"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3"/>
            <p:cNvSpPr/>
            <p:nvPr/>
          </p:nvSpPr>
          <p:spPr>
            <a:xfrm>
              <a:off x="312208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
            <p:cNvSpPr/>
            <p:nvPr/>
          </p:nvSpPr>
          <p:spPr>
            <a:xfrm>
              <a:off x="326998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
            <p:cNvSpPr/>
            <p:nvPr/>
          </p:nvSpPr>
          <p:spPr>
            <a:xfrm>
              <a:off x="341790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
            <p:cNvSpPr/>
            <p:nvPr/>
          </p:nvSpPr>
          <p:spPr>
            <a:xfrm>
              <a:off x="3565818"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
            <p:cNvSpPr/>
            <p:nvPr/>
          </p:nvSpPr>
          <p:spPr>
            <a:xfrm>
              <a:off x="3713719" y="1331201"/>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
            <p:cNvSpPr/>
            <p:nvPr/>
          </p:nvSpPr>
          <p:spPr>
            <a:xfrm>
              <a:off x="386166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
            <p:cNvSpPr/>
            <p:nvPr/>
          </p:nvSpPr>
          <p:spPr>
            <a:xfrm>
              <a:off x="400956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
            <p:cNvSpPr/>
            <p:nvPr/>
          </p:nvSpPr>
          <p:spPr>
            <a:xfrm>
              <a:off x="415748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
            <p:cNvSpPr/>
            <p:nvPr/>
          </p:nvSpPr>
          <p:spPr>
            <a:xfrm>
              <a:off x="4305398"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
            <p:cNvSpPr/>
            <p:nvPr/>
          </p:nvSpPr>
          <p:spPr>
            <a:xfrm>
              <a:off x="445331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
            <p:cNvSpPr/>
            <p:nvPr/>
          </p:nvSpPr>
          <p:spPr>
            <a:xfrm>
              <a:off x="4601215"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
            <p:cNvSpPr/>
            <p:nvPr/>
          </p:nvSpPr>
          <p:spPr>
            <a:xfrm>
              <a:off x="2530406"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
            <p:cNvSpPr/>
            <p:nvPr/>
          </p:nvSpPr>
          <p:spPr>
            <a:xfrm>
              <a:off x="2678322" y="118328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
            <p:cNvSpPr/>
            <p:nvPr/>
          </p:nvSpPr>
          <p:spPr>
            <a:xfrm>
              <a:off x="2807755" y="118328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
            <p:cNvSpPr/>
            <p:nvPr/>
          </p:nvSpPr>
          <p:spPr>
            <a:xfrm>
              <a:off x="2974170"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
            <p:cNvSpPr/>
            <p:nvPr/>
          </p:nvSpPr>
          <p:spPr>
            <a:xfrm>
              <a:off x="312208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
            <p:cNvSpPr/>
            <p:nvPr/>
          </p:nvSpPr>
          <p:spPr>
            <a:xfrm>
              <a:off x="326998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
            <p:cNvSpPr/>
            <p:nvPr/>
          </p:nvSpPr>
          <p:spPr>
            <a:xfrm>
              <a:off x="341790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
            <p:cNvSpPr/>
            <p:nvPr/>
          </p:nvSpPr>
          <p:spPr>
            <a:xfrm>
              <a:off x="3565818"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
            <p:cNvSpPr/>
            <p:nvPr/>
          </p:nvSpPr>
          <p:spPr>
            <a:xfrm>
              <a:off x="3713719" y="118328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
            <p:cNvSpPr/>
            <p:nvPr/>
          </p:nvSpPr>
          <p:spPr>
            <a:xfrm>
              <a:off x="386166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
            <p:cNvSpPr/>
            <p:nvPr/>
          </p:nvSpPr>
          <p:spPr>
            <a:xfrm>
              <a:off x="400956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
            <p:cNvSpPr/>
            <p:nvPr/>
          </p:nvSpPr>
          <p:spPr>
            <a:xfrm>
              <a:off x="415748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
            <p:cNvSpPr/>
            <p:nvPr/>
          </p:nvSpPr>
          <p:spPr>
            <a:xfrm>
              <a:off x="4305398"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
            <p:cNvSpPr/>
            <p:nvPr/>
          </p:nvSpPr>
          <p:spPr>
            <a:xfrm>
              <a:off x="2530406"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
            <p:cNvSpPr/>
            <p:nvPr/>
          </p:nvSpPr>
          <p:spPr>
            <a:xfrm>
              <a:off x="2678322" y="101690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
            <p:cNvSpPr/>
            <p:nvPr/>
          </p:nvSpPr>
          <p:spPr>
            <a:xfrm>
              <a:off x="2807755" y="101690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
            <p:cNvSpPr/>
            <p:nvPr/>
          </p:nvSpPr>
          <p:spPr>
            <a:xfrm>
              <a:off x="2974170" y="101690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
            <p:cNvSpPr/>
            <p:nvPr/>
          </p:nvSpPr>
          <p:spPr>
            <a:xfrm>
              <a:off x="312208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
            <p:cNvSpPr/>
            <p:nvPr/>
          </p:nvSpPr>
          <p:spPr>
            <a:xfrm>
              <a:off x="326998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
            <p:cNvSpPr/>
            <p:nvPr/>
          </p:nvSpPr>
          <p:spPr>
            <a:xfrm>
              <a:off x="341790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
            <p:cNvSpPr/>
            <p:nvPr/>
          </p:nvSpPr>
          <p:spPr>
            <a:xfrm>
              <a:off x="3565818"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
            <p:cNvSpPr/>
            <p:nvPr/>
          </p:nvSpPr>
          <p:spPr>
            <a:xfrm>
              <a:off x="3713719" y="101690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
            <p:cNvSpPr/>
            <p:nvPr/>
          </p:nvSpPr>
          <p:spPr>
            <a:xfrm>
              <a:off x="386166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
            <p:cNvSpPr/>
            <p:nvPr/>
          </p:nvSpPr>
          <p:spPr>
            <a:xfrm>
              <a:off x="400956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
            <p:cNvSpPr/>
            <p:nvPr/>
          </p:nvSpPr>
          <p:spPr>
            <a:xfrm>
              <a:off x="415748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
            <p:cNvSpPr/>
            <p:nvPr/>
          </p:nvSpPr>
          <p:spPr>
            <a:xfrm>
              <a:off x="2530406"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
            <p:cNvSpPr/>
            <p:nvPr/>
          </p:nvSpPr>
          <p:spPr>
            <a:xfrm>
              <a:off x="2678322" y="887468"/>
              <a:ext cx="129448" cy="129448"/>
            </a:xfrm>
            <a:custGeom>
              <a:rect b="b" l="l" r="r" t="t"/>
              <a:pathLst>
                <a:path extrusionOk="0" h="8334" w="8334">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
            <p:cNvSpPr/>
            <p:nvPr/>
          </p:nvSpPr>
          <p:spPr>
            <a:xfrm>
              <a:off x="2807755" y="887468"/>
              <a:ext cx="166431" cy="129448"/>
            </a:xfrm>
            <a:custGeom>
              <a:rect b="b" l="l" r="r" t="t"/>
              <a:pathLst>
                <a:path extrusionOk="0" h="8334" w="10715">
                  <a:moveTo>
                    <a:pt x="0" y="1"/>
                  </a:moveTo>
                  <a:lnTo>
                    <a:pt x="0" y="8333"/>
                  </a:lnTo>
                  <a:lnTo>
                    <a:pt x="10714" y="833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
            <p:cNvSpPr/>
            <p:nvPr/>
          </p:nvSpPr>
          <p:spPr>
            <a:xfrm>
              <a:off x="2974170" y="887468"/>
              <a:ext cx="147932" cy="129448"/>
            </a:xfrm>
            <a:custGeom>
              <a:rect b="b" l="l" r="r" t="t"/>
              <a:pathLst>
                <a:path extrusionOk="0" h="8334" w="9524">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
            <p:cNvSpPr/>
            <p:nvPr/>
          </p:nvSpPr>
          <p:spPr>
            <a:xfrm>
              <a:off x="312208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
            <p:cNvSpPr/>
            <p:nvPr/>
          </p:nvSpPr>
          <p:spPr>
            <a:xfrm>
              <a:off x="326998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
            <p:cNvSpPr/>
            <p:nvPr/>
          </p:nvSpPr>
          <p:spPr>
            <a:xfrm>
              <a:off x="341790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
            <p:cNvSpPr/>
            <p:nvPr/>
          </p:nvSpPr>
          <p:spPr>
            <a:xfrm>
              <a:off x="3565818"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
            <p:cNvSpPr/>
            <p:nvPr/>
          </p:nvSpPr>
          <p:spPr>
            <a:xfrm>
              <a:off x="3713719" y="887468"/>
              <a:ext cx="147963" cy="129448"/>
            </a:xfrm>
            <a:custGeom>
              <a:rect b="b" l="l" r="r" t="t"/>
              <a:pathLst>
                <a:path extrusionOk="0" h="8334" w="9526">
                  <a:moveTo>
                    <a:pt x="1" y="1"/>
                  </a:moveTo>
                  <a:lnTo>
                    <a:pt x="1" y="8333"/>
                  </a:lnTo>
                  <a:lnTo>
                    <a:pt x="9525" y="833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
            <p:cNvSpPr/>
            <p:nvPr/>
          </p:nvSpPr>
          <p:spPr>
            <a:xfrm>
              <a:off x="386166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
            <p:cNvSpPr/>
            <p:nvPr/>
          </p:nvSpPr>
          <p:spPr>
            <a:xfrm>
              <a:off x="400956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
            <p:cNvSpPr/>
            <p:nvPr/>
          </p:nvSpPr>
          <p:spPr>
            <a:xfrm>
              <a:off x="415748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
            <p:cNvSpPr/>
            <p:nvPr/>
          </p:nvSpPr>
          <p:spPr>
            <a:xfrm>
              <a:off x="2530406"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
            <p:cNvSpPr/>
            <p:nvPr/>
          </p:nvSpPr>
          <p:spPr>
            <a:xfrm>
              <a:off x="2678322" y="739552"/>
              <a:ext cx="129448" cy="147932"/>
            </a:xfrm>
            <a:custGeom>
              <a:rect b="b" l="l" r="r" t="t"/>
              <a:pathLst>
                <a:path extrusionOk="0" h="9524" w="8334">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
            <p:cNvSpPr/>
            <p:nvPr/>
          </p:nvSpPr>
          <p:spPr>
            <a:xfrm>
              <a:off x="2807755" y="739552"/>
              <a:ext cx="166431" cy="147932"/>
            </a:xfrm>
            <a:custGeom>
              <a:rect b="b" l="l" r="r" t="t"/>
              <a:pathLst>
                <a:path extrusionOk="0" h="9524" w="10715">
                  <a:moveTo>
                    <a:pt x="0" y="1"/>
                  </a:moveTo>
                  <a:lnTo>
                    <a:pt x="0" y="9524"/>
                  </a:lnTo>
                  <a:lnTo>
                    <a:pt x="10714" y="952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
            <p:cNvSpPr/>
            <p:nvPr/>
          </p:nvSpPr>
          <p:spPr>
            <a:xfrm>
              <a:off x="2974170" y="739552"/>
              <a:ext cx="147932" cy="147932"/>
            </a:xfrm>
            <a:custGeom>
              <a:rect b="b" l="l" r="r" t="t"/>
              <a:pathLst>
                <a:path extrusionOk="0" h="9524" w="9524">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
            <p:cNvSpPr/>
            <p:nvPr/>
          </p:nvSpPr>
          <p:spPr>
            <a:xfrm>
              <a:off x="312208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
            <p:cNvSpPr/>
            <p:nvPr/>
          </p:nvSpPr>
          <p:spPr>
            <a:xfrm>
              <a:off x="326998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
            <p:cNvSpPr/>
            <p:nvPr/>
          </p:nvSpPr>
          <p:spPr>
            <a:xfrm>
              <a:off x="3417902"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
            <p:cNvSpPr/>
            <p:nvPr/>
          </p:nvSpPr>
          <p:spPr>
            <a:xfrm>
              <a:off x="3565818"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
            <p:cNvSpPr/>
            <p:nvPr/>
          </p:nvSpPr>
          <p:spPr>
            <a:xfrm>
              <a:off x="3713719" y="739552"/>
              <a:ext cx="147963" cy="147932"/>
            </a:xfrm>
            <a:custGeom>
              <a:rect b="b" l="l" r="r" t="t"/>
              <a:pathLst>
                <a:path extrusionOk="0" h="9524" w="9526">
                  <a:moveTo>
                    <a:pt x="1" y="1"/>
                  </a:moveTo>
                  <a:lnTo>
                    <a:pt x="1" y="9524"/>
                  </a:lnTo>
                  <a:lnTo>
                    <a:pt x="9525" y="9524"/>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
            <p:cNvSpPr/>
            <p:nvPr/>
          </p:nvSpPr>
          <p:spPr>
            <a:xfrm>
              <a:off x="386166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
            <p:cNvSpPr/>
            <p:nvPr/>
          </p:nvSpPr>
          <p:spPr>
            <a:xfrm>
              <a:off x="400956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
            <p:cNvSpPr/>
            <p:nvPr/>
          </p:nvSpPr>
          <p:spPr>
            <a:xfrm>
              <a:off x="2530406"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
            <p:cNvSpPr/>
            <p:nvPr/>
          </p:nvSpPr>
          <p:spPr>
            <a:xfrm>
              <a:off x="2678322" y="573137"/>
              <a:ext cx="129448" cy="166431"/>
            </a:xfrm>
            <a:custGeom>
              <a:rect b="b" l="l" r="r" t="t"/>
              <a:pathLst>
                <a:path extrusionOk="0" h="10715" w="8334">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
            <p:cNvSpPr/>
            <p:nvPr/>
          </p:nvSpPr>
          <p:spPr>
            <a:xfrm>
              <a:off x="2807755" y="573137"/>
              <a:ext cx="166431" cy="166431"/>
            </a:xfrm>
            <a:custGeom>
              <a:rect b="b" l="l" r="r" t="t"/>
              <a:pathLst>
                <a:path extrusionOk="0" h="10715" w="10715">
                  <a:moveTo>
                    <a:pt x="0" y="1"/>
                  </a:moveTo>
                  <a:lnTo>
                    <a:pt x="0" y="10715"/>
                  </a:lnTo>
                  <a:lnTo>
                    <a:pt x="10714" y="10715"/>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
            <p:cNvSpPr/>
            <p:nvPr/>
          </p:nvSpPr>
          <p:spPr>
            <a:xfrm>
              <a:off x="2974170" y="573137"/>
              <a:ext cx="147932" cy="166431"/>
            </a:xfrm>
            <a:custGeom>
              <a:rect b="b" l="l" r="r" t="t"/>
              <a:pathLst>
                <a:path extrusionOk="0" h="10715" w="9524">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
            <p:cNvSpPr/>
            <p:nvPr/>
          </p:nvSpPr>
          <p:spPr>
            <a:xfrm>
              <a:off x="3122086"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
            <p:cNvSpPr/>
            <p:nvPr/>
          </p:nvSpPr>
          <p:spPr>
            <a:xfrm>
              <a:off x="3269986"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
            <p:cNvSpPr/>
            <p:nvPr/>
          </p:nvSpPr>
          <p:spPr>
            <a:xfrm>
              <a:off x="3417902"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
            <p:cNvSpPr/>
            <p:nvPr/>
          </p:nvSpPr>
          <p:spPr>
            <a:xfrm>
              <a:off x="2530406"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
            <p:cNvSpPr/>
            <p:nvPr/>
          </p:nvSpPr>
          <p:spPr>
            <a:xfrm>
              <a:off x="2678322" y="443705"/>
              <a:ext cx="129448" cy="129448"/>
            </a:xfrm>
            <a:custGeom>
              <a:rect b="b" l="l" r="r" t="t"/>
              <a:pathLst>
                <a:path extrusionOk="0" h="8334" w="8334">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
            <p:cNvSpPr/>
            <p:nvPr/>
          </p:nvSpPr>
          <p:spPr>
            <a:xfrm>
              <a:off x="2807755" y="443705"/>
              <a:ext cx="166431" cy="129448"/>
            </a:xfrm>
            <a:custGeom>
              <a:rect b="b" l="l" r="r" t="t"/>
              <a:pathLst>
                <a:path extrusionOk="0" h="8334" w="10715">
                  <a:moveTo>
                    <a:pt x="0" y="1"/>
                  </a:moveTo>
                  <a:lnTo>
                    <a:pt x="0" y="8334"/>
                  </a:lnTo>
                  <a:lnTo>
                    <a:pt x="10714" y="833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
            <p:cNvSpPr/>
            <p:nvPr/>
          </p:nvSpPr>
          <p:spPr>
            <a:xfrm>
              <a:off x="2974170" y="443705"/>
              <a:ext cx="147932" cy="129448"/>
            </a:xfrm>
            <a:custGeom>
              <a:rect b="b" l="l" r="r" t="t"/>
              <a:pathLst>
                <a:path extrusionOk="0" h="8334" w="9524">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
            <p:cNvSpPr/>
            <p:nvPr/>
          </p:nvSpPr>
          <p:spPr>
            <a:xfrm>
              <a:off x="3122086"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
            <p:cNvSpPr/>
            <p:nvPr/>
          </p:nvSpPr>
          <p:spPr>
            <a:xfrm>
              <a:off x="3269986"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
            <p:cNvSpPr/>
            <p:nvPr/>
          </p:nvSpPr>
          <p:spPr>
            <a:xfrm>
              <a:off x="3417902"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
            <p:cNvSpPr/>
            <p:nvPr/>
          </p:nvSpPr>
          <p:spPr>
            <a:xfrm>
              <a:off x="2530406" y="27732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
            <p:cNvSpPr/>
            <p:nvPr/>
          </p:nvSpPr>
          <p:spPr>
            <a:xfrm>
              <a:off x="2678322" y="27732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
            <p:cNvSpPr/>
            <p:nvPr/>
          </p:nvSpPr>
          <p:spPr>
            <a:xfrm>
              <a:off x="2807755" y="27732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
            <p:cNvSpPr/>
            <p:nvPr/>
          </p:nvSpPr>
          <p:spPr>
            <a:xfrm>
              <a:off x="2974170" y="27732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
            <p:cNvSpPr/>
            <p:nvPr/>
          </p:nvSpPr>
          <p:spPr>
            <a:xfrm>
              <a:off x="3122086"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
            <p:cNvSpPr/>
            <p:nvPr/>
          </p:nvSpPr>
          <p:spPr>
            <a:xfrm>
              <a:off x="3269986"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
            <p:cNvSpPr/>
            <p:nvPr/>
          </p:nvSpPr>
          <p:spPr>
            <a:xfrm>
              <a:off x="2530406" y="129404"/>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
            <p:cNvSpPr/>
            <p:nvPr/>
          </p:nvSpPr>
          <p:spPr>
            <a:xfrm>
              <a:off x="2678322" y="129404"/>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
            <p:cNvSpPr/>
            <p:nvPr/>
          </p:nvSpPr>
          <p:spPr>
            <a:xfrm>
              <a:off x="2807755" y="129404"/>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
            <p:cNvSpPr/>
            <p:nvPr/>
          </p:nvSpPr>
          <p:spPr>
            <a:xfrm>
              <a:off x="2974170" y="129404"/>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
            <p:cNvSpPr/>
            <p:nvPr/>
          </p:nvSpPr>
          <p:spPr>
            <a:xfrm>
              <a:off x="3122086"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
            <p:cNvSpPr/>
            <p:nvPr/>
          </p:nvSpPr>
          <p:spPr>
            <a:xfrm>
              <a:off x="2530406" y="-12"/>
              <a:ext cx="147932" cy="129432"/>
            </a:xfrm>
            <a:custGeom>
              <a:rect b="b" l="l" r="r" t="t"/>
              <a:pathLst>
                <a:path extrusionOk="0" h="8333"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
            <p:cNvSpPr/>
            <p:nvPr/>
          </p:nvSpPr>
          <p:spPr>
            <a:xfrm>
              <a:off x="2678322" y="-12"/>
              <a:ext cx="129448" cy="129432"/>
            </a:xfrm>
            <a:custGeom>
              <a:rect b="b" l="l" r="r" t="t"/>
              <a:pathLst>
                <a:path extrusionOk="0" h="8333"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
            <p:cNvSpPr/>
            <p:nvPr/>
          </p:nvSpPr>
          <p:spPr>
            <a:xfrm>
              <a:off x="2807755" y="-12"/>
              <a:ext cx="166431" cy="129432"/>
            </a:xfrm>
            <a:custGeom>
              <a:rect b="b" l="l" r="r" t="t"/>
              <a:pathLst>
                <a:path extrusionOk="0" h="8333"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
            <p:cNvSpPr/>
            <p:nvPr/>
          </p:nvSpPr>
          <p:spPr>
            <a:xfrm>
              <a:off x="2974170" y="-12"/>
              <a:ext cx="147932" cy="129432"/>
            </a:xfrm>
            <a:custGeom>
              <a:rect b="b" l="l" r="r" t="t"/>
              <a:pathLst>
                <a:path extrusionOk="0" h="8333"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 name="Google Shape;343;p3"/>
          <p:cNvGrpSpPr/>
          <p:nvPr/>
        </p:nvGrpSpPr>
        <p:grpSpPr>
          <a:xfrm>
            <a:off x="7969738" y="1388253"/>
            <a:ext cx="1443946" cy="721968"/>
            <a:chOff x="311697" y="-12"/>
            <a:chExt cx="4437449" cy="2218709"/>
          </a:xfrm>
        </p:grpSpPr>
        <p:sp>
          <p:nvSpPr>
            <p:cNvPr id="344" name="Google Shape;344;p3"/>
            <p:cNvSpPr/>
            <p:nvPr/>
          </p:nvSpPr>
          <p:spPr>
            <a:xfrm>
              <a:off x="2400974"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
            <p:cNvSpPr/>
            <p:nvPr/>
          </p:nvSpPr>
          <p:spPr>
            <a:xfrm>
              <a:off x="2253074"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
            <p:cNvSpPr/>
            <p:nvPr/>
          </p:nvSpPr>
          <p:spPr>
            <a:xfrm>
              <a:off x="208667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
            <p:cNvSpPr/>
            <p:nvPr/>
          </p:nvSpPr>
          <p:spPr>
            <a:xfrm>
              <a:off x="1957242"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
            <p:cNvSpPr/>
            <p:nvPr/>
          </p:nvSpPr>
          <p:spPr>
            <a:xfrm>
              <a:off x="1790857" y="2070781"/>
              <a:ext cx="166400" cy="147916"/>
            </a:xfrm>
            <a:custGeom>
              <a:rect b="b" l="l" r="r" t="t"/>
              <a:pathLst>
                <a:path extrusionOk="0" h="9523" w="10713">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
            <p:cNvSpPr/>
            <p:nvPr/>
          </p:nvSpPr>
          <p:spPr>
            <a:xfrm>
              <a:off x="1642910"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
            <p:cNvSpPr/>
            <p:nvPr/>
          </p:nvSpPr>
          <p:spPr>
            <a:xfrm>
              <a:off x="1513494"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
            <p:cNvSpPr/>
            <p:nvPr/>
          </p:nvSpPr>
          <p:spPr>
            <a:xfrm>
              <a:off x="134709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
            <p:cNvSpPr/>
            <p:nvPr/>
          </p:nvSpPr>
          <p:spPr>
            <a:xfrm>
              <a:off x="1199178"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
            <p:cNvSpPr/>
            <p:nvPr/>
          </p:nvSpPr>
          <p:spPr>
            <a:xfrm>
              <a:off x="1069761"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
            <p:cNvSpPr/>
            <p:nvPr/>
          </p:nvSpPr>
          <p:spPr>
            <a:xfrm>
              <a:off x="903361" y="2070781"/>
              <a:ext cx="166415" cy="147916"/>
            </a:xfrm>
            <a:custGeom>
              <a:rect b="b" l="l" r="r" t="t"/>
              <a:pathLst>
                <a:path extrusionOk="0" h="9523" w="10714">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
            <p:cNvSpPr/>
            <p:nvPr/>
          </p:nvSpPr>
          <p:spPr>
            <a:xfrm>
              <a:off x="755430"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
            <p:cNvSpPr/>
            <p:nvPr/>
          </p:nvSpPr>
          <p:spPr>
            <a:xfrm>
              <a:off x="625998"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
            <p:cNvSpPr/>
            <p:nvPr/>
          </p:nvSpPr>
          <p:spPr>
            <a:xfrm>
              <a:off x="2400974"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
            <p:cNvSpPr/>
            <p:nvPr/>
          </p:nvSpPr>
          <p:spPr>
            <a:xfrm>
              <a:off x="225307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
            <p:cNvSpPr/>
            <p:nvPr/>
          </p:nvSpPr>
          <p:spPr>
            <a:xfrm>
              <a:off x="208667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
            <p:cNvSpPr/>
            <p:nvPr/>
          </p:nvSpPr>
          <p:spPr>
            <a:xfrm>
              <a:off x="1957242"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
            <p:cNvSpPr/>
            <p:nvPr/>
          </p:nvSpPr>
          <p:spPr>
            <a:xfrm>
              <a:off x="1790857" y="192286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
            <p:cNvSpPr/>
            <p:nvPr/>
          </p:nvSpPr>
          <p:spPr>
            <a:xfrm>
              <a:off x="1642910"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
            <p:cNvSpPr/>
            <p:nvPr/>
          </p:nvSpPr>
          <p:spPr>
            <a:xfrm>
              <a:off x="1513494"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
            <p:cNvSpPr/>
            <p:nvPr/>
          </p:nvSpPr>
          <p:spPr>
            <a:xfrm>
              <a:off x="134709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
            <p:cNvSpPr/>
            <p:nvPr/>
          </p:nvSpPr>
          <p:spPr>
            <a:xfrm>
              <a:off x="1199178"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
            <p:cNvSpPr/>
            <p:nvPr/>
          </p:nvSpPr>
          <p:spPr>
            <a:xfrm>
              <a:off x="1069761"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
            <p:cNvSpPr/>
            <p:nvPr/>
          </p:nvSpPr>
          <p:spPr>
            <a:xfrm>
              <a:off x="903361" y="192286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
            <p:cNvSpPr/>
            <p:nvPr/>
          </p:nvSpPr>
          <p:spPr>
            <a:xfrm>
              <a:off x="755430"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
            <p:cNvSpPr/>
            <p:nvPr/>
          </p:nvSpPr>
          <p:spPr>
            <a:xfrm>
              <a:off x="625998"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
            <p:cNvSpPr/>
            <p:nvPr/>
          </p:nvSpPr>
          <p:spPr>
            <a:xfrm>
              <a:off x="459598"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
            <p:cNvSpPr/>
            <p:nvPr/>
          </p:nvSpPr>
          <p:spPr>
            <a:xfrm>
              <a:off x="311697"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
            <p:cNvSpPr/>
            <p:nvPr/>
          </p:nvSpPr>
          <p:spPr>
            <a:xfrm>
              <a:off x="2400974"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
            <p:cNvSpPr/>
            <p:nvPr/>
          </p:nvSpPr>
          <p:spPr>
            <a:xfrm>
              <a:off x="225307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
            <p:cNvSpPr/>
            <p:nvPr/>
          </p:nvSpPr>
          <p:spPr>
            <a:xfrm>
              <a:off x="208667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
            <p:cNvSpPr/>
            <p:nvPr/>
          </p:nvSpPr>
          <p:spPr>
            <a:xfrm>
              <a:off x="1957242"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
            <p:cNvSpPr/>
            <p:nvPr/>
          </p:nvSpPr>
          <p:spPr>
            <a:xfrm>
              <a:off x="1790857" y="175648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
            <p:cNvSpPr/>
            <p:nvPr/>
          </p:nvSpPr>
          <p:spPr>
            <a:xfrm>
              <a:off x="1642910"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
            <p:cNvSpPr/>
            <p:nvPr/>
          </p:nvSpPr>
          <p:spPr>
            <a:xfrm>
              <a:off x="1513494"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
            <p:cNvSpPr/>
            <p:nvPr/>
          </p:nvSpPr>
          <p:spPr>
            <a:xfrm>
              <a:off x="134709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
            <p:cNvSpPr/>
            <p:nvPr/>
          </p:nvSpPr>
          <p:spPr>
            <a:xfrm>
              <a:off x="1199178"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
            <p:cNvSpPr/>
            <p:nvPr/>
          </p:nvSpPr>
          <p:spPr>
            <a:xfrm>
              <a:off x="1069761"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
            <p:cNvSpPr/>
            <p:nvPr/>
          </p:nvSpPr>
          <p:spPr>
            <a:xfrm>
              <a:off x="903361" y="175648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
            <p:cNvSpPr/>
            <p:nvPr/>
          </p:nvSpPr>
          <p:spPr>
            <a:xfrm>
              <a:off x="755430"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
            <p:cNvSpPr/>
            <p:nvPr/>
          </p:nvSpPr>
          <p:spPr>
            <a:xfrm>
              <a:off x="625998"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
            <p:cNvSpPr/>
            <p:nvPr/>
          </p:nvSpPr>
          <p:spPr>
            <a:xfrm>
              <a:off x="459598"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
            <p:cNvSpPr/>
            <p:nvPr/>
          </p:nvSpPr>
          <p:spPr>
            <a:xfrm>
              <a:off x="311697"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
            <p:cNvSpPr/>
            <p:nvPr/>
          </p:nvSpPr>
          <p:spPr>
            <a:xfrm>
              <a:off x="2400974"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
            <p:cNvSpPr/>
            <p:nvPr/>
          </p:nvSpPr>
          <p:spPr>
            <a:xfrm>
              <a:off x="225307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
            <p:cNvSpPr/>
            <p:nvPr/>
          </p:nvSpPr>
          <p:spPr>
            <a:xfrm>
              <a:off x="208667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
            <p:cNvSpPr/>
            <p:nvPr/>
          </p:nvSpPr>
          <p:spPr>
            <a:xfrm>
              <a:off x="1957242"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
            <p:cNvSpPr/>
            <p:nvPr/>
          </p:nvSpPr>
          <p:spPr>
            <a:xfrm>
              <a:off x="1790857" y="1627048"/>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
            <p:cNvSpPr/>
            <p:nvPr/>
          </p:nvSpPr>
          <p:spPr>
            <a:xfrm>
              <a:off x="1642910"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
            <p:cNvSpPr/>
            <p:nvPr/>
          </p:nvSpPr>
          <p:spPr>
            <a:xfrm>
              <a:off x="1513494"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
            <p:cNvSpPr/>
            <p:nvPr/>
          </p:nvSpPr>
          <p:spPr>
            <a:xfrm>
              <a:off x="134709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
            <p:cNvSpPr/>
            <p:nvPr/>
          </p:nvSpPr>
          <p:spPr>
            <a:xfrm>
              <a:off x="1199178"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
            <p:cNvSpPr/>
            <p:nvPr/>
          </p:nvSpPr>
          <p:spPr>
            <a:xfrm>
              <a:off x="1069761"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
            <p:cNvSpPr/>
            <p:nvPr/>
          </p:nvSpPr>
          <p:spPr>
            <a:xfrm>
              <a:off x="903361" y="1627048"/>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
            <p:cNvSpPr/>
            <p:nvPr/>
          </p:nvSpPr>
          <p:spPr>
            <a:xfrm>
              <a:off x="755430"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
            <p:cNvSpPr/>
            <p:nvPr/>
          </p:nvSpPr>
          <p:spPr>
            <a:xfrm>
              <a:off x="625998"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
            <p:cNvSpPr/>
            <p:nvPr/>
          </p:nvSpPr>
          <p:spPr>
            <a:xfrm>
              <a:off x="459598"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
            <p:cNvSpPr/>
            <p:nvPr/>
          </p:nvSpPr>
          <p:spPr>
            <a:xfrm>
              <a:off x="311697"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
            <p:cNvSpPr/>
            <p:nvPr/>
          </p:nvSpPr>
          <p:spPr>
            <a:xfrm>
              <a:off x="2400974"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
            <p:cNvSpPr/>
            <p:nvPr/>
          </p:nvSpPr>
          <p:spPr>
            <a:xfrm>
              <a:off x="225307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
            <p:cNvSpPr/>
            <p:nvPr/>
          </p:nvSpPr>
          <p:spPr>
            <a:xfrm>
              <a:off x="208667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
            <p:cNvSpPr/>
            <p:nvPr/>
          </p:nvSpPr>
          <p:spPr>
            <a:xfrm>
              <a:off x="1957242"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
            <p:cNvSpPr/>
            <p:nvPr/>
          </p:nvSpPr>
          <p:spPr>
            <a:xfrm>
              <a:off x="1790857" y="1460633"/>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
            <p:cNvSpPr/>
            <p:nvPr/>
          </p:nvSpPr>
          <p:spPr>
            <a:xfrm>
              <a:off x="1642910"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
            <p:cNvSpPr/>
            <p:nvPr/>
          </p:nvSpPr>
          <p:spPr>
            <a:xfrm>
              <a:off x="1513494"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
            <p:cNvSpPr/>
            <p:nvPr/>
          </p:nvSpPr>
          <p:spPr>
            <a:xfrm>
              <a:off x="134709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
            <p:cNvSpPr/>
            <p:nvPr/>
          </p:nvSpPr>
          <p:spPr>
            <a:xfrm>
              <a:off x="1199178"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
            <p:cNvSpPr/>
            <p:nvPr/>
          </p:nvSpPr>
          <p:spPr>
            <a:xfrm>
              <a:off x="1069761"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
            <p:cNvSpPr/>
            <p:nvPr/>
          </p:nvSpPr>
          <p:spPr>
            <a:xfrm>
              <a:off x="903361" y="1460633"/>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
            <p:cNvSpPr/>
            <p:nvPr/>
          </p:nvSpPr>
          <p:spPr>
            <a:xfrm>
              <a:off x="755430"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
            <p:cNvSpPr/>
            <p:nvPr/>
          </p:nvSpPr>
          <p:spPr>
            <a:xfrm>
              <a:off x="625998"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
            <p:cNvSpPr/>
            <p:nvPr/>
          </p:nvSpPr>
          <p:spPr>
            <a:xfrm>
              <a:off x="459598"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
            <p:cNvSpPr/>
            <p:nvPr/>
          </p:nvSpPr>
          <p:spPr>
            <a:xfrm>
              <a:off x="311697"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
            <p:cNvSpPr/>
            <p:nvPr/>
          </p:nvSpPr>
          <p:spPr>
            <a:xfrm>
              <a:off x="2400974"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
            <p:cNvSpPr/>
            <p:nvPr/>
          </p:nvSpPr>
          <p:spPr>
            <a:xfrm>
              <a:off x="225307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
            <p:cNvSpPr/>
            <p:nvPr/>
          </p:nvSpPr>
          <p:spPr>
            <a:xfrm>
              <a:off x="208667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
            <p:cNvSpPr/>
            <p:nvPr/>
          </p:nvSpPr>
          <p:spPr>
            <a:xfrm>
              <a:off x="1957242"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
            <p:cNvSpPr/>
            <p:nvPr/>
          </p:nvSpPr>
          <p:spPr>
            <a:xfrm>
              <a:off x="1790857" y="1331201"/>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
            <p:cNvSpPr/>
            <p:nvPr/>
          </p:nvSpPr>
          <p:spPr>
            <a:xfrm>
              <a:off x="1642910"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
            <p:cNvSpPr/>
            <p:nvPr/>
          </p:nvSpPr>
          <p:spPr>
            <a:xfrm>
              <a:off x="1513494"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
            <p:cNvSpPr/>
            <p:nvPr/>
          </p:nvSpPr>
          <p:spPr>
            <a:xfrm>
              <a:off x="134709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
            <p:cNvSpPr/>
            <p:nvPr/>
          </p:nvSpPr>
          <p:spPr>
            <a:xfrm>
              <a:off x="1199178"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
            <p:cNvSpPr/>
            <p:nvPr/>
          </p:nvSpPr>
          <p:spPr>
            <a:xfrm>
              <a:off x="1069761"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
            <p:cNvSpPr/>
            <p:nvPr/>
          </p:nvSpPr>
          <p:spPr>
            <a:xfrm>
              <a:off x="903361" y="1331201"/>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
            <p:cNvSpPr/>
            <p:nvPr/>
          </p:nvSpPr>
          <p:spPr>
            <a:xfrm>
              <a:off x="755430"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
            <p:cNvSpPr/>
            <p:nvPr/>
          </p:nvSpPr>
          <p:spPr>
            <a:xfrm>
              <a:off x="625998"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
            <p:cNvSpPr/>
            <p:nvPr/>
          </p:nvSpPr>
          <p:spPr>
            <a:xfrm>
              <a:off x="459598"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
            <p:cNvSpPr/>
            <p:nvPr/>
          </p:nvSpPr>
          <p:spPr>
            <a:xfrm>
              <a:off x="2400974"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
            <p:cNvSpPr/>
            <p:nvPr/>
          </p:nvSpPr>
          <p:spPr>
            <a:xfrm>
              <a:off x="2253074"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
            <p:cNvSpPr/>
            <p:nvPr/>
          </p:nvSpPr>
          <p:spPr>
            <a:xfrm>
              <a:off x="208667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
            <p:cNvSpPr/>
            <p:nvPr/>
          </p:nvSpPr>
          <p:spPr>
            <a:xfrm>
              <a:off x="1957242"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
            <p:cNvSpPr/>
            <p:nvPr/>
          </p:nvSpPr>
          <p:spPr>
            <a:xfrm>
              <a:off x="1790857" y="118328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
            <p:cNvSpPr/>
            <p:nvPr/>
          </p:nvSpPr>
          <p:spPr>
            <a:xfrm>
              <a:off x="1642910"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
            <p:cNvSpPr/>
            <p:nvPr/>
          </p:nvSpPr>
          <p:spPr>
            <a:xfrm>
              <a:off x="1513494"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
            <p:cNvSpPr/>
            <p:nvPr/>
          </p:nvSpPr>
          <p:spPr>
            <a:xfrm>
              <a:off x="134709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
            <p:cNvSpPr/>
            <p:nvPr/>
          </p:nvSpPr>
          <p:spPr>
            <a:xfrm>
              <a:off x="1199178"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
            <p:cNvSpPr/>
            <p:nvPr/>
          </p:nvSpPr>
          <p:spPr>
            <a:xfrm>
              <a:off x="1069761"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
            <p:cNvSpPr/>
            <p:nvPr/>
          </p:nvSpPr>
          <p:spPr>
            <a:xfrm>
              <a:off x="903361" y="118328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
            <p:cNvSpPr/>
            <p:nvPr/>
          </p:nvSpPr>
          <p:spPr>
            <a:xfrm>
              <a:off x="755430"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
            <p:cNvSpPr/>
            <p:nvPr/>
          </p:nvSpPr>
          <p:spPr>
            <a:xfrm>
              <a:off x="626013" y="1183285"/>
              <a:ext cx="129432" cy="147932"/>
            </a:xfrm>
            <a:custGeom>
              <a:rect b="b" l="l" r="r" t="t"/>
              <a:pathLst>
                <a:path extrusionOk="0" h="9524" w="8333">
                  <a:moveTo>
                    <a:pt x="1" y="1"/>
                  </a:moveTo>
                  <a:lnTo>
                    <a:pt x="1" y="9523"/>
                  </a:lnTo>
                  <a:lnTo>
                    <a:pt x="8332" y="9523"/>
                  </a:lnTo>
                  <a:lnTo>
                    <a:pt x="8332"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
            <p:cNvSpPr/>
            <p:nvPr/>
          </p:nvSpPr>
          <p:spPr>
            <a:xfrm>
              <a:off x="2400974"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
            <p:cNvSpPr/>
            <p:nvPr/>
          </p:nvSpPr>
          <p:spPr>
            <a:xfrm>
              <a:off x="2253074"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
            <p:cNvSpPr/>
            <p:nvPr/>
          </p:nvSpPr>
          <p:spPr>
            <a:xfrm>
              <a:off x="208667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
            <p:cNvSpPr/>
            <p:nvPr/>
          </p:nvSpPr>
          <p:spPr>
            <a:xfrm>
              <a:off x="1957242"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
            <p:cNvSpPr/>
            <p:nvPr/>
          </p:nvSpPr>
          <p:spPr>
            <a:xfrm>
              <a:off x="1790857" y="101690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
            <p:cNvSpPr/>
            <p:nvPr/>
          </p:nvSpPr>
          <p:spPr>
            <a:xfrm>
              <a:off x="1642910"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
            <p:cNvSpPr/>
            <p:nvPr/>
          </p:nvSpPr>
          <p:spPr>
            <a:xfrm>
              <a:off x="1513494"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
            <p:cNvSpPr/>
            <p:nvPr/>
          </p:nvSpPr>
          <p:spPr>
            <a:xfrm>
              <a:off x="134709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
            <p:cNvSpPr/>
            <p:nvPr/>
          </p:nvSpPr>
          <p:spPr>
            <a:xfrm>
              <a:off x="1199178"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
            <p:cNvSpPr/>
            <p:nvPr/>
          </p:nvSpPr>
          <p:spPr>
            <a:xfrm>
              <a:off x="1069761"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
            <p:cNvSpPr/>
            <p:nvPr/>
          </p:nvSpPr>
          <p:spPr>
            <a:xfrm>
              <a:off x="903361" y="101690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
            <p:cNvSpPr/>
            <p:nvPr/>
          </p:nvSpPr>
          <p:spPr>
            <a:xfrm>
              <a:off x="755430"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
            <p:cNvSpPr/>
            <p:nvPr/>
          </p:nvSpPr>
          <p:spPr>
            <a:xfrm>
              <a:off x="2400974"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
            <p:cNvSpPr/>
            <p:nvPr/>
          </p:nvSpPr>
          <p:spPr>
            <a:xfrm>
              <a:off x="2253074"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
            <p:cNvSpPr/>
            <p:nvPr/>
          </p:nvSpPr>
          <p:spPr>
            <a:xfrm>
              <a:off x="208667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
            <p:cNvSpPr/>
            <p:nvPr/>
          </p:nvSpPr>
          <p:spPr>
            <a:xfrm>
              <a:off x="1957242"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
            <p:cNvSpPr/>
            <p:nvPr/>
          </p:nvSpPr>
          <p:spPr>
            <a:xfrm>
              <a:off x="1790857" y="887468"/>
              <a:ext cx="166400" cy="129448"/>
            </a:xfrm>
            <a:custGeom>
              <a:rect b="b" l="l" r="r" t="t"/>
              <a:pathLst>
                <a:path extrusionOk="0" h="8334" w="10713">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
            <p:cNvSpPr/>
            <p:nvPr/>
          </p:nvSpPr>
          <p:spPr>
            <a:xfrm>
              <a:off x="1642910"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
            <p:cNvSpPr/>
            <p:nvPr/>
          </p:nvSpPr>
          <p:spPr>
            <a:xfrm>
              <a:off x="1513494"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
            <p:cNvSpPr/>
            <p:nvPr/>
          </p:nvSpPr>
          <p:spPr>
            <a:xfrm>
              <a:off x="134709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
            <p:cNvSpPr/>
            <p:nvPr/>
          </p:nvSpPr>
          <p:spPr>
            <a:xfrm>
              <a:off x="1199178"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
            <p:cNvSpPr/>
            <p:nvPr/>
          </p:nvSpPr>
          <p:spPr>
            <a:xfrm>
              <a:off x="1069761"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
            <p:cNvSpPr/>
            <p:nvPr/>
          </p:nvSpPr>
          <p:spPr>
            <a:xfrm>
              <a:off x="903361" y="887468"/>
              <a:ext cx="166415" cy="129448"/>
            </a:xfrm>
            <a:custGeom>
              <a:rect b="b" l="l" r="r" t="t"/>
              <a:pathLst>
                <a:path extrusionOk="0" h="8334" w="10714">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
            <p:cNvSpPr/>
            <p:nvPr/>
          </p:nvSpPr>
          <p:spPr>
            <a:xfrm>
              <a:off x="755430"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
            <p:cNvSpPr/>
            <p:nvPr/>
          </p:nvSpPr>
          <p:spPr>
            <a:xfrm>
              <a:off x="2400974"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
            <p:cNvSpPr/>
            <p:nvPr/>
          </p:nvSpPr>
          <p:spPr>
            <a:xfrm>
              <a:off x="2253074"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
            <p:cNvSpPr/>
            <p:nvPr/>
          </p:nvSpPr>
          <p:spPr>
            <a:xfrm>
              <a:off x="208667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
            <p:cNvSpPr/>
            <p:nvPr/>
          </p:nvSpPr>
          <p:spPr>
            <a:xfrm>
              <a:off x="1957242"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
            <p:cNvSpPr/>
            <p:nvPr/>
          </p:nvSpPr>
          <p:spPr>
            <a:xfrm>
              <a:off x="1790857" y="739552"/>
              <a:ext cx="166400" cy="147932"/>
            </a:xfrm>
            <a:custGeom>
              <a:rect b="b" l="l" r="r" t="t"/>
              <a:pathLst>
                <a:path extrusionOk="0" h="9524" w="10713">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
            <p:cNvSpPr/>
            <p:nvPr/>
          </p:nvSpPr>
          <p:spPr>
            <a:xfrm>
              <a:off x="1642910"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
            <p:cNvSpPr/>
            <p:nvPr/>
          </p:nvSpPr>
          <p:spPr>
            <a:xfrm>
              <a:off x="1513494"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
            <p:cNvSpPr/>
            <p:nvPr/>
          </p:nvSpPr>
          <p:spPr>
            <a:xfrm>
              <a:off x="134709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
            <p:cNvSpPr/>
            <p:nvPr/>
          </p:nvSpPr>
          <p:spPr>
            <a:xfrm>
              <a:off x="1199178"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
            <p:cNvSpPr/>
            <p:nvPr/>
          </p:nvSpPr>
          <p:spPr>
            <a:xfrm>
              <a:off x="1069761"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
            <p:cNvSpPr/>
            <p:nvPr/>
          </p:nvSpPr>
          <p:spPr>
            <a:xfrm>
              <a:off x="903361" y="739552"/>
              <a:ext cx="166415" cy="147932"/>
            </a:xfrm>
            <a:custGeom>
              <a:rect b="b" l="l" r="r" t="t"/>
              <a:pathLst>
                <a:path extrusionOk="0" h="9524" w="10714">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
            <p:cNvSpPr/>
            <p:nvPr/>
          </p:nvSpPr>
          <p:spPr>
            <a:xfrm>
              <a:off x="2400974"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
            <p:cNvSpPr/>
            <p:nvPr/>
          </p:nvSpPr>
          <p:spPr>
            <a:xfrm>
              <a:off x="2253074"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
            <p:cNvSpPr/>
            <p:nvPr/>
          </p:nvSpPr>
          <p:spPr>
            <a:xfrm>
              <a:off x="2086674" y="573137"/>
              <a:ext cx="166415" cy="166431"/>
            </a:xfrm>
            <a:custGeom>
              <a:rect b="b" l="l" r="r" t="t"/>
              <a:pathLst>
                <a:path extrusionOk="0" h="10715" w="10714">
                  <a:moveTo>
                    <a:pt x="1" y="1"/>
                  </a:moveTo>
                  <a:lnTo>
                    <a:pt x="1"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
            <p:cNvSpPr/>
            <p:nvPr/>
          </p:nvSpPr>
          <p:spPr>
            <a:xfrm>
              <a:off x="1957242"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
            <p:cNvSpPr/>
            <p:nvPr/>
          </p:nvSpPr>
          <p:spPr>
            <a:xfrm>
              <a:off x="1790857" y="573137"/>
              <a:ext cx="166400" cy="166431"/>
            </a:xfrm>
            <a:custGeom>
              <a:rect b="b" l="l" r="r" t="t"/>
              <a:pathLst>
                <a:path extrusionOk="0" h="10715" w="10713">
                  <a:moveTo>
                    <a:pt x="0" y="1"/>
                  </a:moveTo>
                  <a:lnTo>
                    <a:pt x="0"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
            <p:cNvSpPr/>
            <p:nvPr/>
          </p:nvSpPr>
          <p:spPr>
            <a:xfrm>
              <a:off x="1642910"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
            <p:cNvSpPr/>
            <p:nvPr/>
          </p:nvSpPr>
          <p:spPr>
            <a:xfrm>
              <a:off x="1513494" y="573137"/>
              <a:ext cx="129432" cy="166431"/>
            </a:xfrm>
            <a:custGeom>
              <a:rect b="b" l="l" r="r" t="t"/>
              <a:pathLst>
                <a:path extrusionOk="0" h="10715" w="8333">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
            <p:cNvSpPr/>
            <p:nvPr/>
          </p:nvSpPr>
          <p:spPr>
            <a:xfrm>
              <a:off x="2400974"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
            <p:cNvSpPr/>
            <p:nvPr/>
          </p:nvSpPr>
          <p:spPr>
            <a:xfrm>
              <a:off x="2253074"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
            <p:cNvSpPr/>
            <p:nvPr/>
          </p:nvSpPr>
          <p:spPr>
            <a:xfrm>
              <a:off x="2086674" y="443705"/>
              <a:ext cx="166415" cy="129448"/>
            </a:xfrm>
            <a:custGeom>
              <a:rect b="b" l="l" r="r" t="t"/>
              <a:pathLst>
                <a:path extrusionOk="0" h="8334" w="10714">
                  <a:moveTo>
                    <a:pt x="1" y="1"/>
                  </a:moveTo>
                  <a:lnTo>
                    <a:pt x="1"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
            <p:cNvSpPr/>
            <p:nvPr/>
          </p:nvSpPr>
          <p:spPr>
            <a:xfrm>
              <a:off x="1957242"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
            <p:cNvSpPr/>
            <p:nvPr/>
          </p:nvSpPr>
          <p:spPr>
            <a:xfrm>
              <a:off x="1790857" y="443705"/>
              <a:ext cx="166400" cy="129448"/>
            </a:xfrm>
            <a:custGeom>
              <a:rect b="b" l="l" r="r" t="t"/>
              <a:pathLst>
                <a:path extrusionOk="0" h="8334" w="10713">
                  <a:moveTo>
                    <a:pt x="0" y="1"/>
                  </a:moveTo>
                  <a:lnTo>
                    <a:pt x="0"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
            <p:cNvSpPr/>
            <p:nvPr/>
          </p:nvSpPr>
          <p:spPr>
            <a:xfrm>
              <a:off x="1642910"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
            <p:cNvSpPr/>
            <p:nvPr/>
          </p:nvSpPr>
          <p:spPr>
            <a:xfrm>
              <a:off x="1513494" y="443705"/>
              <a:ext cx="129432" cy="129448"/>
            </a:xfrm>
            <a:custGeom>
              <a:rect b="b" l="l" r="r" t="t"/>
              <a:pathLst>
                <a:path extrusionOk="0" h="8334" w="8333">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
            <p:cNvSpPr/>
            <p:nvPr/>
          </p:nvSpPr>
          <p:spPr>
            <a:xfrm>
              <a:off x="2400974"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
            <p:cNvSpPr/>
            <p:nvPr/>
          </p:nvSpPr>
          <p:spPr>
            <a:xfrm>
              <a:off x="2253074"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
            <p:cNvSpPr/>
            <p:nvPr/>
          </p:nvSpPr>
          <p:spPr>
            <a:xfrm>
              <a:off x="2086674" y="27732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
            <p:cNvSpPr/>
            <p:nvPr/>
          </p:nvSpPr>
          <p:spPr>
            <a:xfrm>
              <a:off x="1957242"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
            <p:cNvSpPr/>
            <p:nvPr/>
          </p:nvSpPr>
          <p:spPr>
            <a:xfrm>
              <a:off x="1790857" y="27732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
            <p:cNvSpPr/>
            <p:nvPr/>
          </p:nvSpPr>
          <p:spPr>
            <a:xfrm>
              <a:off x="1642910"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
            <p:cNvSpPr/>
            <p:nvPr/>
          </p:nvSpPr>
          <p:spPr>
            <a:xfrm>
              <a:off x="2400974"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
            <p:cNvSpPr/>
            <p:nvPr/>
          </p:nvSpPr>
          <p:spPr>
            <a:xfrm>
              <a:off x="2253074"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
            <p:cNvSpPr/>
            <p:nvPr/>
          </p:nvSpPr>
          <p:spPr>
            <a:xfrm>
              <a:off x="2086674" y="129404"/>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
            <p:cNvSpPr/>
            <p:nvPr/>
          </p:nvSpPr>
          <p:spPr>
            <a:xfrm>
              <a:off x="1957242"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
            <p:cNvSpPr/>
            <p:nvPr/>
          </p:nvSpPr>
          <p:spPr>
            <a:xfrm>
              <a:off x="1790857" y="129404"/>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
            <p:cNvSpPr/>
            <p:nvPr/>
          </p:nvSpPr>
          <p:spPr>
            <a:xfrm>
              <a:off x="2400974"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
            <p:cNvSpPr/>
            <p:nvPr/>
          </p:nvSpPr>
          <p:spPr>
            <a:xfrm>
              <a:off x="2253074" y="-12"/>
              <a:ext cx="147916" cy="129432"/>
            </a:xfrm>
            <a:custGeom>
              <a:rect b="b" l="l" r="r" t="t"/>
              <a:pathLst>
                <a:path extrusionOk="0" h="8333"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
            <p:cNvSpPr/>
            <p:nvPr/>
          </p:nvSpPr>
          <p:spPr>
            <a:xfrm>
              <a:off x="2086674" y="-12"/>
              <a:ext cx="166415" cy="129432"/>
            </a:xfrm>
            <a:custGeom>
              <a:rect b="b" l="l" r="r" t="t"/>
              <a:pathLst>
                <a:path extrusionOk="0" h="8333"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
            <p:cNvSpPr/>
            <p:nvPr/>
          </p:nvSpPr>
          <p:spPr>
            <a:xfrm>
              <a:off x="1957242"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
            <p:cNvSpPr/>
            <p:nvPr/>
          </p:nvSpPr>
          <p:spPr>
            <a:xfrm>
              <a:off x="2530406"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
            <p:cNvSpPr/>
            <p:nvPr/>
          </p:nvSpPr>
          <p:spPr>
            <a:xfrm>
              <a:off x="2678322"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
            <p:cNvSpPr/>
            <p:nvPr/>
          </p:nvSpPr>
          <p:spPr>
            <a:xfrm>
              <a:off x="2807755" y="2070781"/>
              <a:ext cx="166431" cy="147916"/>
            </a:xfrm>
            <a:custGeom>
              <a:rect b="b" l="l" r="r" t="t"/>
              <a:pathLst>
                <a:path extrusionOk="0" h="9523" w="10715">
                  <a:moveTo>
                    <a:pt x="0" y="0"/>
                  </a:moveTo>
                  <a:lnTo>
                    <a:pt x="0" y="9523"/>
                  </a:lnTo>
                  <a:lnTo>
                    <a:pt x="10714" y="952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
            <p:cNvSpPr/>
            <p:nvPr/>
          </p:nvSpPr>
          <p:spPr>
            <a:xfrm>
              <a:off x="2974170"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
            <p:cNvSpPr/>
            <p:nvPr/>
          </p:nvSpPr>
          <p:spPr>
            <a:xfrm>
              <a:off x="312208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
            <p:cNvSpPr/>
            <p:nvPr/>
          </p:nvSpPr>
          <p:spPr>
            <a:xfrm>
              <a:off x="326998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
            <p:cNvSpPr/>
            <p:nvPr/>
          </p:nvSpPr>
          <p:spPr>
            <a:xfrm>
              <a:off x="341790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
            <p:cNvSpPr/>
            <p:nvPr/>
          </p:nvSpPr>
          <p:spPr>
            <a:xfrm>
              <a:off x="3565818"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
            <p:cNvSpPr/>
            <p:nvPr/>
          </p:nvSpPr>
          <p:spPr>
            <a:xfrm>
              <a:off x="3713719" y="2070781"/>
              <a:ext cx="147963" cy="147916"/>
            </a:xfrm>
            <a:custGeom>
              <a:rect b="b" l="l" r="r" t="t"/>
              <a:pathLst>
                <a:path extrusionOk="0" h="9523" w="9526">
                  <a:moveTo>
                    <a:pt x="1" y="0"/>
                  </a:moveTo>
                  <a:lnTo>
                    <a:pt x="1" y="9523"/>
                  </a:lnTo>
                  <a:lnTo>
                    <a:pt x="9525" y="952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
            <p:cNvSpPr/>
            <p:nvPr/>
          </p:nvSpPr>
          <p:spPr>
            <a:xfrm>
              <a:off x="386166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
            <p:cNvSpPr/>
            <p:nvPr/>
          </p:nvSpPr>
          <p:spPr>
            <a:xfrm>
              <a:off x="400956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
            <p:cNvSpPr/>
            <p:nvPr/>
          </p:nvSpPr>
          <p:spPr>
            <a:xfrm>
              <a:off x="415748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
            <p:cNvSpPr/>
            <p:nvPr/>
          </p:nvSpPr>
          <p:spPr>
            <a:xfrm>
              <a:off x="4305398"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
            <p:cNvSpPr/>
            <p:nvPr/>
          </p:nvSpPr>
          <p:spPr>
            <a:xfrm>
              <a:off x="2530406"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
            <p:cNvSpPr/>
            <p:nvPr/>
          </p:nvSpPr>
          <p:spPr>
            <a:xfrm>
              <a:off x="2678322"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
            <p:cNvSpPr/>
            <p:nvPr/>
          </p:nvSpPr>
          <p:spPr>
            <a:xfrm>
              <a:off x="2807755" y="192286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
            <p:cNvSpPr/>
            <p:nvPr/>
          </p:nvSpPr>
          <p:spPr>
            <a:xfrm>
              <a:off x="2974170"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
            <p:cNvSpPr/>
            <p:nvPr/>
          </p:nvSpPr>
          <p:spPr>
            <a:xfrm>
              <a:off x="312208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
            <p:cNvSpPr/>
            <p:nvPr/>
          </p:nvSpPr>
          <p:spPr>
            <a:xfrm>
              <a:off x="326998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
            <p:cNvSpPr/>
            <p:nvPr/>
          </p:nvSpPr>
          <p:spPr>
            <a:xfrm>
              <a:off x="341790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
            <p:cNvSpPr/>
            <p:nvPr/>
          </p:nvSpPr>
          <p:spPr>
            <a:xfrm>
              <a:off x="3565818"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
            <p:cNvSpPr/>
            <p:nvPr/>
          </p:nvSpPr>
          <p:spPr>
            <a:xfrm>
              <a:off x="3713719" y="192286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
            <p:cNvSpPr/>
            <p:nvPr/>
          </p:nvSpPr>
          <p:spPr>
            <a:xfrm>
              <a:off x="386166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
            <p:cNvSpPr/>
            <p:nvPr/>
          </p:nvSpPr>
          <p:spPr>
            <a:xfrm>
              <a:off x="400956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
            <p:cNvSpPr/>
            <p:nvPr/>
          </p:nvSpPr>
          <p:spPr>
            <a:xfrm>
              <a:off x="415748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
            <p:cNvSpPr/>
            <p:nvPr/>
          </p:nvSpPr>
          <p:spPr>
            <a:xfrm>
              <a:off x="4305398"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
            <p:cNvSpPr/>
            <p:nvPr/>
          </p:nvSpPr>
          <p:spPr>
            <a:xfrm>
              <a:off x="445331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
            <p:cNvSpPr/>
            <p:nvPr/>
          </p:nvSpPr>
          <p:spPr>
            <a:xfrm>
              <a:off x="4601215"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
            <p:cNvSpPr/>
            <p:nvPr/>
          </p:nvSpPr>
          <p:spPr>
            <a:xfrm>
              <a:off x="2530406"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
            <p:cNvSpPr/>
            <p:nvPr/>
          </p:nvSpPr>
          <p:spPr>
            <a:xfrm>
              <a:off x="2678322"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
            <p:cNvSpPr/>
            <p:nvPr/>
          </p:nvSpPr>
          <p:spPr>
            <a:xfrm>
              <a:off x="2807755" y="175648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
            <p:cNvSpPr/>
            <p:nvPr/>
          </p:nvSpPr>
          <p:spPr>
            <a:xfrm>
              <a:off x="2974170"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
            <p:cNvSpPr/>
            <p:nvPr/>
          </p:nvSpPr>
          <p:spPr>
            <a:xfrm>
              <a:off x="312208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
            <p:cNvSpPr/>
            <p:nvPr/>
          </p:nvSpPr>
          <p:spPr>
            <a:xfrm>
              <a:off x="326998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
            <p:cNvSpPr/>
            <p:nvPr/>
          </p:nvSpPr>
          <p:spPr>
            <a:xfrm>
              <a:off x="341790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
            <p:cNvSpPr/>
            <p:nvPr/>
          </p:nvSpPr>
          <p:spPr>
            <a:xfrm>
              <a:off x="3565818"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
            <p:cNvSpPr/>
            <p:nvPr/>
          </p:nvSpPr>
          <p:spPr>
            <a:xfrm>
              <a:off x="3713719" y="175648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
            <p:cNvSpPr/>
            <p:nvPr/>
          </p:nvSpPr>
          <p:spPr>
            <a:xfrm>
              <a:off x="386166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
            <p:cNvSpPr/>
            <p:nvPr/>
          </p:nvSpPr>
          <p:spPr>
            <a:xfrm>
              <a:off x="400956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
            <p:cNvSpPr/>
            <p:nvPr/>
          </p:nvSpPr>
          <p:spPr>
            <a:xfrm>
              <a:off x="415748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
            <p:cNvSpPr/>
            <p:nvPr/>
          </p:nvSpPr>
          <p:spPr>
            <a:xfrm>
              <a:off x="4305398"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
            <p:cNvSpPr/>
            <p:nvPr/>
          </p:nvSpPr>
          <p:spPr>
            <a:xfrm>
              <a:off x="445331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
            <p:cNvSpPr/>
            <p:nvPr/>
          </p:nvSpPr>
          <p:spPr>
            <a:xfrm>
              <a:off x="4601215"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
            <p:cNvSpPr/>
            <p:nvPr/>
          </p:nvSpPr>
          <p:spPr>
            <a:xfrm>
              <a:off x="2530406"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
            <p:cNvSpPr/>
            <p:nvPr/>
          </p:nvSpPr>
          <p:spPr>
            <a:xfrm>
              <a:off x="2678322"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
            <p:cNvSpPr/>
            <p:nvPr/>
          </p:nvSpPr>
          <p:spPr>
            <a:xfrm>
              <a:off x="2807755" y="1627048"/>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
            <p:cNvSpPr/>
            <p:nvPr/>
          </p:nvSpPr>
          <p:spPr>
            <a:xfrm>
              <a:off x="2974170"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
            <p:cNvSpPr/>
            <p:nvPr/>
          </p:nvSpPr>
          <p:spPr>
            <a:xfrm>
              <a:off x="312208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
            <p:cNvSpPr/>
            <p:nvPr/>
          </p:nvSpPr>
          <p:spPr>
            <a:xfrm>
              <a:off x="326998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
            <p:cNvSpPr/>
            <p:nvPr/>
          </p:nvSpPr>
          <p:spPr>
            <a:xfrm>
              <a:off x="341790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
            <p:cNvSpPr/>
            <p:nvPr/>
          </p:nvSpPr>
          <p:spPr>
            <a:xfrm>
              <a:off x="3565818"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
            <p:cNvSpPr/>
            <p:nvPr/>
          </p:nvSpPr>
          <p:spPr>
            <a:xfrm>
              <a:off x="3713719" y="1627048"/>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
            <p:cNvSpPr/>
            <p:nvPr/>
          </p:nvSpPr>
          <p:spPr>
            <a:xfrm>
              <a:off x="386166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
            <p:cNvSpPr/>
            <p:nvPr/>
          </p:nvSpPr>
          <p:spPr>
            <a:xfrm>
              <a:off x="400956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
            <p:cNvSpPr/>
            <p:nvPr/>
          </p:nvSpPr>
          <p:spPr>
            <a:xfrm>
              <a:off x="415748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
            <p:cNvSpPr/>
            <p:nvPr/>
          </p:nvSpPr>
          <p:spPr>
            <a:xfrm>
              <a:off x="4305398"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
            <p:cNvSpPr/>
            <p:nvPr/>
          </p:nvSpPr>
          <p:spPr>
            <a:xfrm>
              <a:off x="445331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
            <p:cNvSpPr/>
            <p:nvPr/>
          </p:nvSpPr>
          <p:spPr>
            <a:xfrm>
              <a:off x="4601215"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
            <p:cNvSpPr/>
            <p:nvPr/>
          </p:nvSpPr>
          <p:spPr>
            <a:xfrm>
              <a:off x="2530406"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
            <p:cNvSpPr/>
            <p:nvPr/>
          </p:nvSpPr>
          <p:spPr>
            <a:xfrm>
              <a:off x="2678322"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
            <p:cNvSpPr/>
            <p:nvPr/>
          </p:nvSpPr>
          <p:spPr>
            <a:xfrm>
              <a:off x="2807755" y="1460633"/>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
            <p:cNvSpPr/>
            <p:nvPr/>
          </p:nvSpPr>
          <p:spPr>
            <a:xfrm>
              <a:off x="2974170"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
            <p:cNvSpPr/>
            <p:nvPr/>
          </p:nvSpPr>
          <p:spPr>
            <a:xfrm>
              <a:off x="312208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
            <p:cNvSpPr/>
            <p:nvPr/>
          </p:nvSpPr>
          <p:spPr>
            <a:xfrm>
              <a:off x="326998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
            <p:cNvSpPr/>
            <p:nvPr/>
          </p:nvSpPr>
          <p:spPr>
            <a:xfrm>
              <a:off x="341790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
            <p:cNvSpPr/>
            <p:nvPr/>
          </p:nvSpPr>
          <p:spPr>
            <a:xfrm>
              <a:off x="3565818"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
            <p:cNvSpPr/>
            <p:nvPr/>
          </p:nvSpPr>
          <p:spPr>
            <a:xfrm>
              <a:off x="3713719" y="1460633"/>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
            <p:cNvSpPr/>
            <p:nvPr/>
          </p:nvSpPr>
          <p:spPr>
            <a:xfrm>
              <a:off x="386166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
            <p:cNvSpPr/>
            <p:nvPr/>
          </p:nvSpPr>
          <p:spPr>
            <a:xfrm>
              <a:off x="400956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
            <p:cNvSpPr/>
            <p:nvPr/>
          </p:nvSpPr>
          <p:spPr>
            <a:xfrm>
              <a:off x="415748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
            <p:cNvSpPr/>
            <p:nvPr/>
          </p:nvSpPr>
          <p:spPr>
            <a:xfrm>
              <a:off x="4305398"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
            <p:cNvSpPr/>
            <p:nvPr/>
          </p:nvSpPr>
          <p:spPr>
            <a:xfrm>
              <a:off x="445331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
            <p:cNvSpPr/>
            <p:nvPr/>
          </p:nvSpPr>
          <p:spPr>
            <a:xfrm>
              <a:off x="4601215"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
            <p:cNvSpPr/>
            <p:nvPr/>
          </p:nvSpPr>
          <p:spPr>
            <a:xfrm>
              <a:off x="2530406"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
            <p:cNvSpPr/>
            <p:nvPr/>
          </p:nvSpPr>
          <p:spPr>
            <a:xfrm>
              <a:off x="2678322"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
            <p:cNvSpPr/>
            <p:nvPr/>
          </p:nvSpPr>
          <p:spPr>
            <a:xfrm>
              <a:off x="2807755" y="1331201"/>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
            <p:cNvSpPr/>
            <p:nvPr/>
          </p:nvSpPr>
          <p:spPr>
            <a:xfrm>
              <a:off x="2974170"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
            <p:cNvSpPr/>
            <p:nvPr/>
          </p:nvSpPr>
          <p:spPr>
            <a:xfrm>
              <a:off x="312208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
            <p:cNvSpPr/>
            <p:nvPr/>
          </p:nvSpPr>
          <p:spPr>
            <a:xfrm>
              <a:off x="326998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
            <p:cNvSpPr/>
            <p:nvPr/>
          </p:nvSpPr>
          <p:spPr>
            <a:xfrm>
              <a:off x="341790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
            <p:cNvSpPr/>
            <p:nvPr/>
          </p:nvSpPr>
          <p:spPr>
            <a:xfrm>
              <a:off x="3565818"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
            <p:cNvSpPr/>
            <p:nvPr/>
          </p:nvSpPr>
          <p:spPr>
            <a:xfrm>
              <a:off x="3713719" y="1331201"/>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
            <p:cNvSpPr/>
            <p:nvPr/>
          </p:nvSpPr>
          <p:spPr>
            <a:xfrm>
              <a:off x="386166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
            <p:cNvSpPr/>
            <p:nvPr/>
          </p:nvSpPr>
          <p:spPr>
            <a:xfrm>
              <a:off x="400956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
            <p:cNvSpPr/>
            <p:nvPr/>
          </p:nvSpPr>
          <p:spPr>
            <a:xfrm>
              <a:off x="415748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
            <p:cNvSpPr/>
            <p:nvPr/>
          </p:nvSpPr>
          <p:spPr>
            <a:xfrm>
              <a:off x="4305398"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
            <p:cNvSpPr/>
            <p:nvPr/>
          </p:nvSpPr>
          <p:spPr>
            <a:xfrm>
              <a:off x="445331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
            <p:cNvSpPr/>
            <p:nvPr/>
          </p:nvSpPr>
          <p:spPr>
            <a:xfrm>
              <a:off x="4601215"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
            <p:cNvSpPr/>
            <p:nvPr/>
          </p:nvSpPr>
          <p:spPr>
            <a:xfrm>
              <a:off x="2530406"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
            <p:cNvSpPr/>
            <p:nvPr/>
          </p:nvSpPr>
          <p:spPr>
            <a:xfrm>
              <a:off x="2678322" y="118328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
            <p:cNvSpPr/>
            <p:nvPr/>
          </p:nvSpPr>
          <p:spPr>
            <a:xfrm>
              <a:off x="2807755" y="118328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
            <p:cNvSpPr/>
            <p:nvPr/>
          </p:nvSpPr>
          <p:spPr>
            <a:xfrm>
              <a:off x="2974170"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
            <p:cNvSpPr/>
            <p:nvPr/>
          </p:nvSpPr>
          <p:spPr>
            <a:xfrm>
              <a:off x="312208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
            <p:cNvSpPr/>
            <p:nvPr/>
          </p:nvSpPr>
          <p:spPr>
            <a:xfrm>
              <a:off x="326998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
            <p:cNvSpPr/>
            <p:nvPr/>
          </p:nvSpPr>
          <p:spPr>
            <a:xfrm>
              <a:off x="341790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
            <p:cNvSpPr/>
            <p:nvPr/>
          </p:nvSpPr>
          <p:spPr>
            <a:xfrm>
              <a:off x="3565818"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
            <p:cNvSpPr/>
            <p:nvPr/>
          </p:nvSpPr>
          <p:spPr>
            <a:xfrm>
              <a:off x="3713719" y="118328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
            <p:cNvSpPr/>
            <p:nvPr/>
          </p:nvSpPr>
          <p:spPr>
            <a:xfrm>
              <a:off x="386166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
            <p:cNvSpPr/>
            <p:nvPr/>
          </p:nvSpPr>
          <p:spPr>
            <a:xfrm>
              <a:off x="400956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3"/>
            <p:cNvSpPr/>
            <p:nvPr/>
          </p:nvSpPr>
          <p:spPr>
            <a:xfrm>
              <a:off x="415748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3"/>
            <p:cNvSpPr/>
            <p:nvPr/>
          </p:nvSpPr>
          <p:spPr>
            <a:xfrm>
              <a:off x="4305398"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
            <p:cNvSpPr/>
            <p:nvPr/>
          </p:nvSpPr>
          <p:spPr>
            <a:xfrm>
              <a:off x="2530406"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3"/>
            <p:cNvSpPr/>
            <p:nvPr/>
          </p:nvSpPr>
          <p:spPr>
            <a:xfrm>
              <a:off x="2678322" y="101690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3"/>
            <p:cNvSpPr/>
            <p:nvPr/>
          </p:nvSpPr>
          <p:spPr>
            <a:xfrm>
              <a:off x="2807755" y="101690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
            <p:cNvSpPr/>
            <p:nvPr/>
          </p:nvSpPr>
          <p:spPr>
            <a:xfrm>
              <a:off x="2974170" y="101690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
            <p:cNvSpPr/>
            <p:nvPr/>
          </p:nvSpPr>
          <p:spPr>
            <a:xfrm>
              <a:off x="312208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
            <p:cNvSpPr/>
            <p:nvPr/>
          </p:nvSpPr>
          <p:spPr>
            <a:xfrm>
              <a:off x="326998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
            <p:cNvSpPr/>
            <p:nvPr/>
          </p:nvSpPr>
          <p:spPr>
            <a:xfrm>
              <a:off x="341790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3"/>
            <p:cNvSpPr/>
            <p:nvPr/>
          </p:nvSpPr>
          <p:spPr>
            <a:xfrm>
              <a:off x="3565818"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3"/>
            <p:cNvSpPr/>
            <p:nvPr/>
          </p:nvSpPr>
          <p:spPr>
            <a:xfrm>
              <a:off x="3713719" y="101690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3"/>
            <p:cNvSpPr/>
            <p:nvPr/>
          </p:nvSpPr>
          <p:spPr>
            <a:xfrm>
              <a:off x="386166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3"/>
            <p:cNvSpPr/>
            <p:nvPr/>
          </p:nvSpPr>
          <p:spPr>
            <a:xfrm>
              <a:off x="400956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3"/>
            <p:cNvSpPr/>
            <p:nvPr/>
          </p:nvSpPr>
          <p:spPr>
            <a:xfrm>
              <a:off x="415748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
            <p:cNvSpPr/>
            <p:nvPr/>
          </p:nvSpPr>
          <p:spPr>
            <a:xfrm>
              <a:off x="2530406"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
            <p:cNvSpPr/>
            <p:nvPr/>
          </p:nvSpPr>
          <p:spPr>
            <a:xfrm>
              <a:off x="2678322" y="887468"/>
              <a:ext cx="129448" cy="129448"/>
            </a:xfrm>
            <a:custGeom>
              <a:rect b="b" l="l" r="r" t="t"/>
              <a:pathLst>
                <a:path extrusionOk="0" h="8334" w="8334">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
            <p:cNvSpPr/>
            <p:nvPr/>
          </p:nvSpPr>
          <p:spPr>
            <a:xfrm>
              <a:off x="2807755" y="887468"/>
              <a:ext cx="166431" cy="129448"/>
            </a:xfrm>
            <a:custGeom>
              <a:rect b="b" l="l" r="r" t="t"/>
              <a:pathLst>
                <a:path extrusionOk="0" h="8334" w="10715">
                  <a:moveTo>
                    <a:pt x="0" y="1"/>
                  </a:moveTo>
                  <a:lnTo>
                    <a:pt x="0" y="8333"/>
                  </a:lnTo>
                  <a:lnTo>
                    <a:pt x="10714" y="833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3"/>
            <p:cNvSpPr/>
            <p:nvPr/>
          </p:nvSpPr>
          <p:spPr>
            <a:xfrm>
              <a:off x="2974170" y="887468"/>
              <a:ext cx="147932" cy="129448"/>
            </a:xfrm>
            <a:custGeom>
              <a:rect b="b" l="l" r="r" t="t"/>
              <a:pathLst>
                <a:path extrusionOk="0" h="8334" w="9524">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3"/>
            <p:cNvSpPr/>
            <p:nvPr/>
          </p:nvSpPr>
          <p:spPr>
            <a:xfrm>
              <a:off x="312208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3"/>
            <p:cNvSpPr/>
            <p:nvPr/>
          </p:nvSpPr>
          <p:spPr>
            <a:xfrm>
              <a:off x="326998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
            <p:cNvSpPr/>
            <p:nvPr/>
          </p:nvSpPr>
          <p:spPr>
            <a:xfrm>
              <a:off x="341790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
            <p:cNvSpPr/>
            <p:nvPr/>
          </p:nvSpPr>
          <p:spPr>
            <a:xfrm>
              <a:off x="3565818"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
            <p:cNvSpPr/>
            <p:nvPr/>
          </p:nvSpPr>
          <p:spPr>
            <a:xfrm>
              <a:off x="3713719" y="887468"/>
              <a:ext cx="147963" cy="129448"/>
            </a:xfrm>
            <a:custGeom>
              <a:rect b="b" l="l" r="r" t="t"/>
              <a:pathLst>
                <a:path extrusionOk="0" h="8334" w="9526">
                  <a:moveTo>
                    <a:pt x="1" y="1"/>
                  </a:moveTo>
                  <a:lnTo>
                    <a:pt x="1" y="8333"/>
                  </a:lnTo>
                  <a:lnTo>
                    <a:pt x="9525" y="833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
            <p:cNvSpPr/>
            <p:nvPr/>
          </p:nvSpPr>
          <p:spPr>
            <a:xfrm>
              <a:off x="386166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3"/>
            <p:cNvSpPr/>
            <p:nvPr/>
          </p:nvSpPr>
          <p:spPr>
            <a:xfrm>
              <a:off x="400956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
            <p:cNvSpPr/>
            <p:nvPr/>
          </p:nvSpPr>
          <p:spPr>
            <a:xfrm>
              <a:off x="415748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
            <p:cNvSpPr/>
            <p:nvPr/>
          </p:nvSpPr>
          <p:spPr>
            <a:xfrm>
              <a:off x="2530406"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
            <p:cNvSpPr/>
            <p:nvPr/>
          </p:nvSpPr>
          <p:spPr>
            <a:xfrm>
              <a:off x="2678322" y="739552"/>
              <a:ext cx="129448" cy="147932"/>
            </a:xfrm>
            <a:custGeom>
              <a:rect b="b" l="l" r="r" t="t"/>
              <a:pathLst>
                <a:path extrusionOk="0" h="9524" w="8334">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
            <p:cNvSpPr/>
            <p:nvPr/>
          </p:nvSpPr>
          <p:spPr>
            <a:xfrm>
              <a:off x="2807755" y="739552"/>
              <a:ext cx="166431" cy="147932"/>
            </a:xfrm>
            <a:custGeom>
              <a:rect b="b" l="l" r="r" t="t"/>
              <a:pathLst>
                <a:path extrusionOk="0" h="9524" w="10715">
                  <a:moveTo>
                    <a:pt x="0" y="1"/>
                  </a:moveTo>
                  <a:lnTo>
                    <a:pt x="0" y="9524"/>
                  </a:lnTo>
                  <a:lnTo>
                    <a:pt x="10714" y="952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
            <p:cNvSpPr/>
            <p:nvPr/>
          </p:nvSpPr>
          <p:spPr>
            <a:xfrm>
              <a:off x="2974170" y="739552"/>
              <a:ext cx="147932" cy="147932"/>
            </a:xfrm>
            <a:custGeom>
              <a:rect b="b" l="l" r="r" t="t"/>
              <a:pathLst>
                <a:path extrusionOk="0" h="9524" w="9524">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
            <p:cNvSpPr/>
            <p:nvPr/>
          </p:nvSpPr>
          <p:spPr>
            <a:xfrm>
              <a:off x="312208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
            <p:cNvSpPr/>
            <p:nvPr/>
          </p:nvSpPr>
          <p:spPr>
            <a:xfrm>
              <a:off x="326998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
            <p:cNvSpPr/>
            <p:nvPr/>
          </p:nvSpPr>
          <p:spPr>
            <a:xfrm>
              <a:off x="3417902"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
            <p:cNvSpPr/>
            <p:nvPr/>
          </p:nvSpPr>
          <p:spPr>
            <a:xfrm>
              <a:off x="3565818"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
            <p:cNvSpPr/>
            <p:nvPr/>
          </p:nvSpPr>
          <p:spPr>
            <a:xfrm>
              <a:off x="3713719" y="739552"/>
              <a:ext cx="147963" cy="147932"/>
            </a:xfrm>
            <a:custGeom>
              <a:rect b="b" l="l" r="r" t="t"/>
              <a:pathLst>
                <a:path extrusionOk="0" h="9524" w="9526">
                  <a:moveTo>
                    <a:pt x="1" y="1"/>
                  </a:moveTo>
                  <a:lnTo>
                    <a:pt x="1" y="9524"/>
                  </a:lnTo>
                  <a:lnTo>
                    <a:pt x="9525" y="9524"/>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
            <p:cNvSpPr/>
            <p:nvPr/>
          </p:nvSpPr>
          <p:spPr>
            <a:xfrm>
              <a:off x="386166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
            <p:cNvSpPr/>
            <p:nvPr/>
          </p:nvSpPr>
          <p:spPr>
            <a:xfrm>
              <a:off x="400956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
            <p:cNvSpPr/>
            <p:nvPr/>
          </p:nvSpPr>
          <p:spPr>
            <a:xfrm>
              <a:off x="2530406"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
            <p:cNvSpPr/>
            <p:nvPr/>
          </p:nvSpPr>
          <p:spPr>
            <a:xfrm>
              <a:off x="2678322" y="573137"/>
              <a:ext cx="129448" cy="166431"/>
            </a:xfrm>
            <a:custGeom>
              <a:rect b="b" l="l" r="r" t="t"/>
              <a:pathLst>
                <a:path extrusionOk="0" h="10715" w="8334">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
            <p:cNvSpPr/>
            <p:nvPr/>
          </p:nvSpPr>
          <p:spPr>
            <a:xfrm>
              <a:off x="2807755" y="573137"/>
              <a:ext cx="166431" cy="166431"/>
            </a:xfrm>
            <a:custGeom>
              <a:rect b="b" l="l" r="r" t="t"/>
              <a:pathLst>
                <a:path extrusionOk="0" h="10715" w="10715">
                  <a:moveTo>
                    <a:pt x="0" y="1"/>
                  </a:moveTo>
                  <a:lnTo>
                    <a:pt x="0" y="10715"/>
                  </a:lnTo>
                  <a:lnTo>
                    <a:pt x="10714" y="10715"/>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
            <p:cNvSpPr/>
            <p:nvPr/>
          </p:nvSpPr>
          <p:spPr>
            <a:xfrm>
              <a:off x="2974170" y="573137"/>
              <a:ext cx="147932" cy="166431"/>
            </a:xfrm>
            <a:custGeom>
              <a:rect b="b" l="l" r="r" t="t"/>
              <a:pathLst>
                <a:path extrusionOk="0" h="10715" w="9524">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
            <p:cNvSpPr/>
            <p:nvPr/>
          </p:nvSpPr>
          <p:spPr>
            <a:xfrm>
              <a:off x="3122086"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
            <p:cNvSpPr/>
            <p:nvPr/>
          </p:nvSpPr>
          <p:spPr>
            <a:xfrm>
              <a:off x="3269986"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
            <p:cNvSpPr/>
            <p:nvPr/>
          </p:nvSpPr>
          <p:spPr>
            <a:xfrm>
              <a:off x="3417902"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
            <p:cNvSpPr/>
            <p:nvPr/>
          </p:nvSpPr>
          <p:spPr>
            <a:xfrm>
              <a:off x="2530406"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
            <p:cNvSpPr/>
            <p:nvPr/>
          </p:nvSpPr>
          <p:spPr>
            <a:xfrm>
              <a:off x="2678322" y="443705"/>
              <a:ext cx="129448" cy="129448"/>
            </a:xfrm>
            <a:custGeom>
              <a:rect b="b" l="l" r="r" t="t"/>
              <a:pathLst>
                <a:path extrusionOk="0" h="8334" w="8334">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
            <p:cNvSpPr/>
            <p:nvPr/>
          </p:nvSpPr>
          <p:spPr>
            <a:xfrm>
              <a:off x="2807755" y="443705"/>
              <a:ext cx="166431" cy="129448"/>
            </a:xfrm>
            <a:custGeom>
              <a:rect b="b" l="l" r="r" t="t"/>
              <a:pathLst>
                <a:path extrusionOk="0" h="8334" w="10715">
                  <a:moveTo>
                    <a:pt x="0" y="1"/>
                  </a:moveTo>
                  <a:lnTo>
                    <a:pt x="0" y="8334"/>
                  </a:lnTo>
                  <a:lnTo>
                    <a:pt x="10714" y="833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
            <p:cNvSpPr/>
            <p:nvPr/>
          </p:nvSpPr>
          <p:spPr>
            <a:xfrm>
              <a:off x="2974170" y="443705"/>
              <a:ext cx="147932" cy="129448"/>
            </a:xfrm>
            <a:custGeom>
              <a:rect b="b" l="l" r="r" t="t"/>
              <a:pathLst>
                <a:path extrusionOk="0" h="8334" w="9524">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
            <p:cNvSpPr/>
            <p:nvPr/>
          </p:nvSpPr>
          <p:spPr>
            <a:xfrm>
              <a:off x="3122086"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
            <p:cNvSpPr/>
            <p:nvPr/>
          </p:nvSpPr>
          <p:spPr>
            <a:xfrm>
              <a:off x="3269986"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
            <p:cNvSpPr/>
            <p:nvPr/>
          </p:nvSpPr>
          <p:spPr>
            <a:xfrm>
              <a:off x="3417902"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
            <p:cNvSpPr/>
            <p:nvPr/>
          </p:nvSpPr>
          <p:spPr>
            <a:xfrm>
              <a:off x="2530406" y="27732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
            <p:cNvSpPr/>
            <p:nvPr/>
          </p:nvSpPr>
          <p:spPr>
            <a:xfrm>
              <a:off x="2678322" y="27732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
            <p:cNvSpPr/>
            <p:nvPr/>
          </p:nvSpPr>
          <p:spPr>
            <a:xfrm>
              <a:off x="2807755" y="27732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
            <p:cNvSpPr/>
            <p:nvPr/>
          </p:nvSpPr>
          <p:spPr>
            <a:xfrm>
              <a:off x="2974170" y="27732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
            <p:cNvSpPr/>
            <p:nvPr/>
          </p:nvSpPr>
          <p:spPr>
            <a:xfrm>
              <a:off x="3122086"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
            <p:cNvSpPr/>
            <p:nvPr/>
          </p:nvSpPr>
          <p:spPr>
            <a:xfrm>
              <a:off x="3269986"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
            <p:cNvSpPr/>
            <p:nvPr/>
          </p:nvSpPr>
          <p:spPr>
            <a:xfrm>
              <a:off x="2530406" y="129404"/>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
            <p:cNvSpPr/>
            <p:nvPr/>
          </p:nvSpPr>
          <p:spPr>
            <a:xfrm>
              <a:off x="2678322" y="129404"/>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
            <p:cNvSpPr/>
            <p:nvPr/>
          </p:nvSpPr>
          <p:spPr>
            <a:xfrm>
              <a:off x="2807755" y="129404"/>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
            <p:cNvSpPr/>
            <p:nvPr/>
          </p:nvSpPr>
          <p:spPr>
            <a:xfrm>
              <a:off x="2974170" y="129404"/>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
            <p:cNvSpPr/>
            <p:nvPr/>
          </p:nvSpPr>
          <p:spPr>
            <a:xfrm>
              <a:off x="3122086"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
            <p:cNvSpPr/>
            <p:nvPr/>
          </p:nvSpPr>
          <p:spPr>
            <a:xfrm>
              <a:off x="2530406" y="-12"/>
              <a:ext cx="147932" cy="129432"/>
            </a:xfrm>
            <a:custGeom>
              <a:rect b="b" l="l" r="r" t="t"/>
              <a:pathLst>
                <a:path extrusionOk="0" h="8333"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
            <p:cNvSpPr/>
            <p:nvPr/>
          </p:nvSpPr>
          <p:spPr>
            <a:xfrm>
              <a:off x="2678322" y="-12"/>
              <a:ext cx="129448" cy="129432"/>
            </a:xfrm>
            <a:custGeom>
              <a:rect b="b" l="l" r="r" t="t"/>
              <a:pathLst>
                <a:path extrusionOk="0" h="8333"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
            <p:cNvSpPr/>
            <p:nvPr/>
          </p:nvSpPr>
          <p:spPr>
            <a:xfrm>
              <a:off x="2807755" y="-12"/>
              <a:ext cx="166431" cy="129432"/>
            </a:xfrm>
            <a:custGeom>
              <a:rect b="b" l="l" r="r" t="t"/>
              <a:pathLst>
                <a:path extrusionOk="0" h="8333"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
            <p:cNvSpPr/>
            <p:nvPr/>
          </p:nvSpPr>
          <p:spPr>
            <a:xfrm>
              <a:off x="2974170" y="-12"/>
              <a:ext cx="147932" cy="129432"/>
            </a:xfrm>
            <a:custGeom>
              <a:rect b="b" l="l" r="r" t="t"/>
              <a:pathLst>
                <a:path extrusionOk="0" h="8333"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 name="Google Shape;673;p3"/>
          <p:cNvGrpSpPr/>
          <p:nvPr/>
        </p:nvGrpSpPr>
        <p:grpSpPr>
          <a:xfrm>
            <a:off x="-98650" y="3310126"/>
            <a:ext cx="9242700" cy="2002824"/>
            <a:chOff x="-98650" y="3310126"/>
            <a:chExt cx="9242700" cy="2002824"/>
          </a:xfrm>
        </p:grpSpPr>
        <p:grpSp>
          <p:nvGrpSpPr>
            <p:cNvPr id="674" name="Google Shape;674;p3"/>
            <p:cNvGrpSpPr/>
            <p:nvPr/>
          </p:nvGrpSpPr>
          <p:grpSpPr>
            <a:xfrm>
              <a:off x="2788951" y="3310126"/>
              <a:ext cx="831787" cy="721972"/>
              <a:chOff x="2788951" y="3310126"/>
              <a:chExt cx="831787" cy="721972"/>
            </a:xfrm>
          </p:grpSpPr>
          <p:sp>
            <p:nvSpPr>
              <p:cNvPr id="675" name="Google Shape;675;p3"/>
              <p:cNvSpPr/>
              <p:nvPr/>
            </p:nvSpPr>
            <p:spPr>
              <a:xfrm>
                <a:off x="3412729" y="3947714"/>
                <a:ext cx="110973" cy="84385"/>
              </a:xfrm>
              <a:custGeom>
                <a:rect b="b" l="l" r="r" t="t"/>
                <a:pathLst>
                  <a:path extrusionOk="0" h="2416" w="3177">
                    <a:moveTo>
                      <a:pt x="1" y="1"/>
                    </a:moveTo>
                    <a:lnTo>
                      <a:pt x="1" y="2415"/>
                    </a:lnTo>
                    <a:lnTo>
                      <a:pt x="3176" y="2415"/>
                    </a:lnTo>
                    <a:lnTo>
                      <a:pt x="3176" y="1"/>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
              <p:cNvSpPr/>
              <p:nvPr/>
            </p:nvSpPr>
            <p:spPr>
              <a:xfrm>
                <a:off x="3315694" y="3947714"/>
                <a:ext cx="97070" cy="84385"/>
              </a:xfrm>
              <a:custGeom>
                <a:rect b="b" l="l" r="r" t="t"/>
                <a:pathLst>
                  <a:path extrusionOk="0" h="2416" w="2779">
                    <a:moveTo>
                      <a:pt x="1" y="1"/>
                    </a:moveTo>
                    <a:lnTo>
                      <a:pt x="1" y="2415"/>
                    </a:lnTo>
                    <a:lnTo>
                      <a:pt x="2779" y="2415"/>
                    </a:lnTo>
                    <a:lnTo>
                      <a:pt x="2779" y="1"/>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
              <p:cNvSpPr/>
              <p:nvPr/>
            </p:nvSpPr>
            <p:spPr>
              <a:xfrm>
                <a:off x="3204826" y="3947714"/>
                <a:ext cx="110903" cy="84385"/>
              </a:xfrm>
              <a:custGeom>
                <a:rect b="b" l="l" r="r" t="t"/>
                <a:pathLst>
                  <a:path extrusionOk="0" h="2416" w="3175">
                    <a:moveTo>
                      <a:pt x="0" y="1"/>
                    </a:moveTo>
                    <a:lnTo>
                      <a:pt x="0" y="2415"/>
                    </a:lnTo>
                    <a:lnTo>
                      <a:pt x="3175" y="2415"/>
                    </a:lnTo>
                    <a:lnTo>
                      <a:pt x="3175" y="1"/>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
              <p:cNvSpPr/>
              <p:nvPr/>
            </p:nvSpPr>
            <p:spPr>
              <a:xfrm>
                <a:off x="3107791" y="3947714"/>
                <a:ext cx="97070" cy="84385"/>
              </a:xfrm>
              <a:custGeom>
                <a:rect b="b" l="l" r="r" t="t"/>
                <a:pathLst>
                  <a:path extrusionOk="0" h="2416" w="2779">
                    <a:moveTo>
                      <a:pt x="0" y="1"/>
                    </a:moveTo>
                    <a:lnTo>
                      <a:pt x="0" y="2415"/>
                    </a:lnTo>
                    <a:lnTo>
                      <a:pt x="2778" y="2415"/>
                    </a:lnTo>
                    <a:lnTo>
                      <a:pt x="2778" y="1"/>
                    </a:lnTo>
                    <a:close/>
                  </a:path>
                </a:pathLst>
              </a:cu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
              <p:cNvSpPr/>
              <p:nvPr/>
            </p:nvSpPr>
            <p:spPr>
              <a:xfrm>
                <a:off x="2996888" y="3947714"/>
                <a:ext cx="110938" cy="84385"/>
              </a:xfrm>
              <a:custGeom>
                <a:rect b="b" l="l" r="r" t="t"/>
                <a:pathLst>
                  <a:path extrusionOk="0" h="2416" w="3176">
                    <a:moveTo>
                      <a:pt x="1" y="1"/>
                    </a:moveTo>
                    <a:lnTo>
                      <a:pt x="1" y="2415"/>
                    </a:lnTo>
                    <a:lnTo>
                      <a:pt x="3175" y="2415"/>
                    </a:lnTo>
                    <a:lnTo>
                      <a:pt x="317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
              <p:cNvSpPr/>
              <p:nvPr/>
            </p:nvSpPr>
            <p:spPr>
              <a:xfrm>
                <a:off x="2899853" y="3947714"/>
                <a:ext cx="97070" cy="84385"/>
              </a:xfrm>
              <a:custGeom>
                <a:rect b="b" l="l" r="r" t="t"/>
                <a:pathLst>
                  <a:path extrusionOk="0" h="2416" w="2779">
                    <a:moveTo>
                      <a:pt x="1" y="1"/>
                    </a:moveTo>
                    <a:lnTo>
                      <a:pt x="1" y="2415"/>
                    </a:lnTo>
                    <a:lnTo>
                      <a:pt x="2779" y="2415"/>
                    </a:lnTo>
                    <a:lnTo>
                      <a:pt x="2779" y="1"/>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
              <p:cNvSpPr/>
              <p:nvPr/>
            </p:nvSpPr>
            <p:spPr>
              <a:xfrm>
                <a:off x="3412729" y="3836850"/>
                <a:ext cx="110973" cy="110895"/>
              </a:xfrm>
              <a:custGeom>
                <a:rect b="b" l="l" r="r" t="t"/>
                <a:pathLst>
                  <a:path extrusionOk="0" h="3175" w="3177">
                    <a:moveTo>
                      <a:pt x="1" y="0"/>
                    </a:moveTo>
                    <a:lnTo>
                      <a:pt x="1" y="3175"/>
                    </a:lnTo>
                    <a:lnTo>
                      <a:pt x="3176" y="3175"/>
                    </a:lnTo>
                    <a:lnTo>
                      <a:pt x="3176"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
              <p:cNvSpPr/>
              <p:nvPr/>
            </p:nvSpPr>
            <p:spPr>
              <a:xfrm>
                <a:off x="3315694" y="3836850"/>
                <a:ext cx="97070" cy="110895"/>
              </a:xfrm>
              <a:custGeom>
                <a:rect b="b" l="l" r="r" t="t"/>
                <a:pathLst>
                  <a:path extrusionOk="0" h="3175" w="2779">
                    <a:moveTo>
                      <a:pt x="1" y="0"/>
                    </a:moveTo>
                    <a:lnTo>
                      <a:pt x="1" y="3175"/>
                    </a:lnTo>
                    <a:lnTo>
                      <a:pt x="2779" y="3175"/>
                    </a:lnTo>
                    <a:lnTo>
                      <a:pt x="2779" y="0"/>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
              <p:cNvSpPr/>
              <p:nvPr/>
            </p:nvSpPr>
            <p:spPr>
              <a:xfrm>
                <a:off x="3204826" y="3836850"/>
                <a:ext cx="110903" cy="110895"/>
              </a:xfrm>
              <a:custGeom>
                <a:rect b="b" l="l" r="r" t="t"/>
                <a:pathLst>
                  <a:path extrusionOk="0" h="3175" w="3175">
                    <a:moveTo>
                      <a:pt x="0" y="0"/>
                    </a:moveTo>
                    <a:lnTo>
                      <a:pt x="0" y="3175"/>
                    </a:lnTo>
                    <a:lnTo>
                      <a:pt x="3175" y="3175"/>
                    </a:lnTo>
                    <a:lnTo>
                      <a:pt x="3175"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
              <p:cNvSpPr/>
              <p:nvPr/>
            </p:nvSpPr>
            <p:spPr>
              <a:xfrm>
                <a:off x="3107791" y="3836850"/>
                <a:ext cx="97070" cy="110895"/>
              </a:xfrm>
              <a:custGeom>
                <a:rect b="b" l="l" r="r" t="t"/>
                <a:pathLst>
                  <a:path extrusionOk="0" h="3175" w="2779">
                    <a:moveTo>
                      <a:pt x="0" y="0"/>
                    </a:moveTo>
                    <a:lnTo>
                      <a:pt x="0" y="3175"/>
                    </a:lnTo>
                    <a:lnTo>
                      <a:pt x="2778" y="3175"/>
                    </a:lnTo>
                    <a:lnTo>
                      <a:pt x="2778" y="0"/>
                    </a:lnTo>
                    <a:close/>
                  </a:path>
                </a:pathLst>
              </a:cu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
              <p:cNvSpPr/>
              <p:nvPr/>
            </p:nvSpPr>
            <p:spPr>
              <a:xfrm>
                <a:off x="2996888" y="3836850"/>
                <a:ext cx="110938" cy="110895"/>
              </a:xfrm>
              <a:custGeom>
                <a:rect b="b" l="l" r="r" t="t"/>
                <a:pathLst>
                  <a:path extrusionOk="0" h="3175" w="3176">
                    <a:moveTo>
                      <a:pt x="1" y="0"/>
                    </a:moveTo>
                    <a:lnTo>
                      <a:pt x="1" y="3175"/>
                    </a:lnTo>
                    <a:lnTo>
                      <a:pt x="3175" y="3175"/>
                    </a:lnTo>
                    <a:lnTo>
                      <a:pt x="317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
              <p:cNvSpPr/>
              <p:nvPr/>
            </p:nvSpPr>
            <p:spPr>
              <a:xfrm>
                <a:off x="2899853" y="3836850"/>
                <a:ext cx="97070" cy="110895"/>
              </a:xfrm>
              <a:custGeom>
                <a:rect b="b" l="l" r="r" t="t"/>
                <a:pathLst>
                  <a:path extrusionOk="0" h="3175" w="2779">
                    <a:moveTo>
                      <a:pt x="1" y="0"/>
                    </a:moveTo>
                    <a:lnTo>
                      <a:pt x="1" y="3175"/>
                    </a:lnTo>
                    <a:lnTo>
                      <a:pt x="2779" y="3175"/>
                    </a:lnTo>
                    <a:lnTo>
                      <a:pt x="2779"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
              <p:cNvSpPr/>
              <p:nvPr/>
            </p:nvSpPr>
            <p:spPr>
              <a:xfrm>
                <a:off x="3412729" y="3739819"/>
                <a:ext cx="110973" cy="97064"/>
              </a:xfrm>
              <a:custGeom>
                <a:rect b="b" l="l" r="r" t="t"/>
                <a:pathLst>
                  <a:path extrusionOk="0" h="2779" w="3177">
                    <a:moveTo>
                      <a:pt x="1" y="0"/>
                    </a:moveTo>
                    <a:lnTo>
                      <a:pt x="1" y="2778"/>
                    </a:lnTo>
                    <a:lnTo>
                      <a:pt x="3176" y="2778"/>
                    </a:lnTo>
                    <a:lnTo>
                      <a:pt x="3176"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
              <p:cNvSpPr/>
              <p:nvPr/>
            </p:nvSpPr>
            <p:spPr>
              <a:xfrm>
                <a:off x="3315694" y="3739819"/>
                <a:ext cx="97070" cy="97064"/>
              </a:xfrm>
              <a:custGeom>
                <a:rect b="b" l="l" r="r" t="t"/>
                <a:pathLst>
                  <a:path extrusionOk="0" h="2779" w="2779">
                    <a:moveTo>
                      <a:pt x="1" y="0"/>
                    </a:moveTo>
                    <a:lnTo>
                      <a:pt x="1" y="2778"/>
                    </a:lnTo>
                    <a:lnTo>
                      <a:pt x="2779" y="2778"/>
                    </a:lnTo>
                    <a:lnTo>
                      <a:pt x="2779" y="0"/>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
              <p:cNvSpPr/>
              <p:nvPr/>
            </p:nvSpPr>
            <p:spPr>
              <a:xfrm>
                <a:off x="3204826" y="3739819"/>
                <a:ext cx="110903" cy="97064"/>
              </a:xfrm>
              <a:custGeom>
                <a:rect b="b" l="l" r="r" t="t"/>
                <a:pathLst>
                  <a:path extrusionOk="0" h="2779" w="3175">
                    <a:moveTo>
                      <a:pt x="0" y="0"/>
                    </a:moveTo>
                    <a:lnTo>
                      <a:pt x="0" y="2778"/>
                    </a:lnTo>
                    <a:lnTo>
                      <a:pt x="3175" y="2778"/>
                    </a:lnTo>
                    <a:lnTo>
                      <a:pt x="3175"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
              <p:cNvSpPr/>
              <p:nvPr/>
            </p:nvSpPr>
            <p:spPr>
              <a:xfrm>
                <a:off x="3107791" y="3739819"/>
                <a:ext cx="97070" cy="97064"/>
              </a:xfrm>
              <a:custGeom>
                <a:rect b="b" l="l" r="r" t="t"/>
                <a:pathLst>
                  <a:path extrusionOk="0" h="2779" w="2779">
                    <a:moveTo>
                      <a:pt x="0" y="0"/>
                    </a:moveTo>
                    <a:lnTo>
                      <a:pt x="0" y="2778"/>
                    </a:lnTo>
                    <a:lnTo>
                      <a:pt x="2778" y="2778"/>
                    </a:lnTo>
                    <a:lnTo>
                      <a:pt x="2778" y="0"/>
                    </a:lnTo>
                    <a:close/>
                  </a:path>
                </a:pathLst>
              </a:cu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
              <p:cNvSpPr/>
              <p:nvPr/>
            </p:nvSpPr>
            <p:spPr>
              <a:xfrm>
                <a:off x="2996888" y="3739819"/>
                <a:ext cx="110938" cy="97064"/>
              </a:xfrm>
              <a:custGeom>
                <a:rect b="b" l="l" r="r" t="t"/>
                <a:pathLst>
                  <a:path extrusionOk="0" h="2779" w="3176">
                    <a:moveTo>
                      <a:pt x="1" y="0"/>
                    </a:moveTo>
                    <a:lnTo>
                      <a:pt x="1" y="2778"/>
                    </a:lnTo>
                    <a:lnTo>
                      <a:pt x="3175" y="2778"/>
                    </a:lnTo>
                    <a:lnTo>
                      <a:pt x="317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
              <p:cNvSpPr/>
              <p:nvPr/>
            </p:nvSpPr>
            <p:spPr>
              <a:xfrm>
                <a:off x="2899853" y="3739819"/>
                <a:ext cx="97070" cy="97064"/>
              </a:xfrm>
              <a:custGeom>
                <a:rect b="b" l="l" r="r" t="t"/>
                <a:pathLst>
                  <a:path extrusionOk="0" h="2779" w="2779">
                    <a:moveTo>
                      <a:pt x="1" y="0"/>
                    </a:moveTo>
                    <a:lnTo>
                      <a:pt x="1" y="2778"/>
                    </a:lnTo>
                    <a:lnTo>
                      <a:pt x="2779" y="2778"/>
                    </a:lnTo>
                    <a:lnTo>
                      <a:pt x="2779"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
              <p:cNvSpPr/>
              <p:nvPr/>
            </p:nvSpPr>
            <p:spPr>
              <a:xfrm>
                <a:off x="3412729" y="3628885"/>
                <a:ext cx="110973" cy="110965"/>
              </a:xfrm>
              <a:custGeom>
                <a:rect b="b" l="l" r="r" t="t"/>
                <a:pathLst>
                  <a:path extrusionOk="0" h="3177" w="3177">
                    <a:moveTo>
                      <a:pt x="1" y="1"/>
                    </a:moveTo>
                    <a:lnTo>
                      <a:pt x="1" y="3176"/>
                    </a:lnTo>
                    <a:lnTo>
                      <a:pt x="3176" y="3176"/>
                    </a:lnTo>
                    <a:lnTo>
                      <a:pt x="3176" y="1"/>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
              <p:cNvSpPr/>
              <p:nvPr/>
            </p:nvSpPr>
            <p:spPr>
              <a:xfrm>
                <a:off x="3315694" y="3628885"/>
                <a:ext cx="97070" cy="110965"/>
              </a:xfrm>
              <a:custGeom>
                <a:rect b="b" l="l" r="r" t="t"/>
                <a:pathLst>
                  <a:path extrusionOk="0" h="3177" w="2779">
                    <a:moveTo>
                      <a:pt x="1" y="1"/>
                    </a:moveTo>
                    <a:lnTo>
                      <a:pt x="1" y="3176"/>
                    </a:lnTo>
                    <a:lnTo>
                      <a:pt x="2779" y="3176"/>
                    </a:lnTo>
                    <a:lnTo>
                      <a:pt x="2779" y="1"/>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
              <p:cNvSpPr/>
              <p:nvPr/>
            </p:nvSpPr>
            <p:spPr>
              <a:xfrm>
                <a:off x="3204826" y="3628885"/>
                <a:ext cx="110903" cy="110965"/>
              </a:xfrm>
              <a:custGeom>
                <a:rect b="b" l="l" r="r" t="t"/>
                <a:pathLst>
                  <a:path extrusionOk="0" h="3177" w="3175">
                    <a:moveTo>
                      <a:pt x="0" y="1"/>
                    </a:moveTo>
                    <a:lnTo>
                      <a:pt x="0" y="3176"/>
                    </a:lnTo>
                    <a:lnTo>
                      <a:pt x="3175" y="3176"/>
                    </a:lnTo>
                    <a:lnTo>
                      <a:pt x="3175" y="1"/>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
              <p:cNvSpPr/>
              <p:nvPr/>
            </p:nvSpPr>
            <p:spPr>
              <a:xfrm>
                <a:off x="3107791" y="3628885"/>
                <a:ext cx="97070" cy="110965"/>
              </a:xfrm>
              <a:custGeom>
                <a:rect b="b" l="l" r="r" t="t"/>
                <a:pathLst>
                  <a:path extrusionOk="0" h="3177" w="2779">
                    <a:moveTo>
                      <a:pt x="0" y="1"/>
                    </a:moveTo>
                    <a:lnTo>
                      <a:pt x="0" y="3176"/>
                    </a:lnTo>
                    <a:lnTo>
                      <a:pt x="2778" y="3176"/>
                    </a:lnTo>
                    <a:lnTo>
                      <a:pt x="2778" y="1"/>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
              <p:cNvSpPr/>
              <p:nvPr/>
            </p:nvSpPr>
            <p:spPr>
              <a:xfrm>
                <a:off x="2996888" y="3628885"/>
                <a:ext cx="110938" cy="110965"/>
              </a:xfrm>
              <a:custGeom>
                <a:rect b="b" l="l" r="r" t="t"/>
                <a:pathLst>
                  <a:path extrusionOk="0" h="3177" w="3176">
                    <a:moveTo>
                      <a:pt x="1" y="1"/>
                    </a:moveTo>
                    <a:lnTo>
                      <a:pt x="1" y="3176"/>
                    </a:lnTo>
                    <a:lnTo>
                      <a:pt x="3175" y="3176"/>
                    </a:lnTo>
                    <a:lnTo>
                      <a:pt x="3175" y="1"/>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
              <p:cNvSpPr/>
              <p:nvPr/>
            </p:nvSpPr>
            <p:spPr>
              <a:xfrm>
                <a:off x="2899853" y="3628885"/>
                <a:ext cx="97070" cy="110965"/>
              </a:xfrm>
              <a:custGeom>
                <a:rect b="b" l="l" r="r" t="t"/>
                <a:pathLst>
                  <a:path extrusionOk="0" h="3177" w="2779">
                    <a:moveTo>
                      <a:pt x="1" y="1"/>
                    </a:moveTo>
                    <a:lnTo>
                      <a:pt x="1" y="3176"/>
                    </a:lnTo>
                    <a:lnTo>
                      <a:pt x="2779" y="3176"/>
                    </a:lnTo>
                    <a:lnTo>
                      <a:pt x="2779" y="1"/>
                    </a:ln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
              <p:cNvSpPr/>
              <p:nvPr/>
            </p:nvSpPr>
            <p:spPr>
              <a:xfrm>
                <a:off x="3523667" y="3518022"/>
                <a:ext cx="97070" cy="110895"/>
              </a:xfrm>
              <a:custGeom>
                <a:rect b="b" l="l" r="r" t="t"/>
                <a:pathLst>
                  <a:path extrusionOk="0" h="3175" w="2779">
                    <a:moveTo>
                      <a:pt x="0" y="0"/>
                    </a:moveTo>
                    <a:lnTo>
                      <a:pt x="0" y="3175"/>
                    </a:lnTo>
                    <a:lnTo>
                      <a:pt x="2778" y="3175"/>
                    </a:lnTo>
                    <a:lnTo>
                      <a:pt x="277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
              <p:cNvSpPr/>
              <p:nvPr/>
            </p:nvSpPr>
            <p:spPr>
              <a:xfrm>
                <a:off x="3412729" y="3518022"/>
                <a:ext cx="110973" cy="110895"/>
              </a:xfrm>
              <a:custGeom>
                <a:rect b="b" l="l" r="r" t="t"/>
                <a:pathLst>
                  <a:path extrusionOk="0" h="3175" w="3177">
                    <a:moveTo>
                      <a:pt x="1" y="0"/>
                    </a:moveTo>
                    <a:lnTo>
                      <a:pt x="1" y="3175"/>
                    </a:lnTo>
                    <a:lnTo>
                      <a:pt x="3176" y="3175"/>
                    </a:lnTo>
                    <a:lnTo>
                      <a:pt x="3176" y="0"/>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
              <p:cNvSpPr/>
              <p:nvPr/>
            </p:nvSpPr>
            <p:spPr>
              <a:xfrm>
                <a:off x="3315694" y="3518022"/>
                <a:ext cx="97070" cy="110895"/>
              </a:xfrm>
              <a:custGeom>
                <a:rect b="b" l="l" r="r" t="t"/>
                <a:pathLst>
                  <a:path extrusionOk="0" h="3175" w="2779">
                    <a:moveTo>
                      <a:pt x="1" y="0"/>
                    </a:moveTo>
                    <a:lnTo>
                      <a:pt x="1" y="3175"/>
                    </a:lnTo>
                    <a:lnTo>
                      <a:pt x="2779" y="3175"/>
                    </a:lnTo>
                    <a:lnTo>
                      <a:pt x="2779" y="0"/>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
              <p:cNvSpPr/>
              <p:nvPr/>
            </p:nvSpPr>
            <p:spPr>
              <a:xfrm>
                <a:off x="3204826" y="3518022"/>
                <a:ext cx="110903" cy="110895"/>
              </a:xfrm>
              <a:custGeom>
                <a:rect b="b" l="l" r="r" t="t"/>
                <a:pathLst>
                  <a:path extrusionOk="0" h="3175" w="3175">
                    <a:moveTo>
                      <a:pt x="0" y="0"/>
                    </a:moveTo>
                    <a:lnTo>
                      <a:pt x="0" y="3175"/>
                    </a:lnTo>
                    <a:lnTo>
                      <a:pt x="3175" y="3175"/>
                    </a:lnTo>
                    <a:lnTo>
                      <a:pt x="3175" y="0"/>
                    </a:lnTo>
                    <a:close/>
                  </a:path>
                </a:pathLst>
              </a:custGeom>
              <a:solidFill>
                <a:srgbClr val="CCCCCC"/>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
              <p:cNvSpPr/>
              <p:nvPr/>
            </p:nvSpPr>
            <p:spPr>
              <a:xfrm>
                <a:off x="3107791" y="3518022"/>
                <a:ext cx="97070" cy="110895"/>
              </a:xfrm>
              <a:custGeom>
                <a:rect b="b" l="l" r="r" t="t"/>
                <a:pathLst>
                  <a:path extrusionOk="0" h="3175" w="2779">
                    <a:moveTo>
                      <a:pt x="0" y="0"/>
                    </a:moveTo>
                    <a:lnTo>
                      <a:pt x="0" y="3175"/>
                    </a:lnTo>
                    <a:lnTo>
                      <a:pt x="2778" y="3175"/>
                    </a:lnTo>
                    <a:lnTo>
                      <a:pt x="2778" y="0"/>
                    </a:lnTo>
                    <a:close/>
                  </a:path>
                </a:pathLst>
              </a:custGeom>
              <a:solidFill>
                <a:srgbClr val="CCCCCC"/>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
              <p:cNvSpPr/>
              <p:nvPr/>
            </p:nvSpPr>
            <p:spPr>
              <a:xfrm>
                <a:off x="2996888" y="3518022"/>
                <a:ext cx="110938" cy="110895"/>
              </a:xfrm>
              <a:custGeom>
                <a:rect b="b" l="l" r="r" t="t"/>
                <a:pathLst>
                  <a:path extrusionOk="0" h="3175" w="3176">
                    <a:moveTo>
                      <a:pt x="1" y="0"/>
                    </a:moveTo>
                    <a:lnTo>
                      <a:pt x="1" y="3175"/>
                    </a:lnTo>
                    <a:lnTo>
                      <a:pt x="3175" y="3175"/>
                    </a:lnTo>
                    <a:lnTo>
                      <a:pt x="3175" y="0"/>
                    </a:lnTo>
                    <a:close/>
                  </a:path>
                </a:pathLst>
              </a:cu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
              <p:cNvSpPr/>
              <p:nvPr/>
            </p:nvSpPr>
            <p:spPr>
              <a:xfrm>
                <a:off x="2899853" y="3518022"/>
                <a:ext cx="97070" cy="110895"/>
              </a:xfrm>
              <a:custGeom>
                <a:rect b="b" l="l" r="r" t="t"/>
                <a:pathLst>
                  <a:path extrusionOk="0" h="3175" w="2779">
                    <a:moveTo>
                      <a:pt x="1" y="0"/>
                    </a:moveTo>
                    <a:lnTo>
                      <a:pt x="1" y="3175"/>
                    </a:lnTo>
                    <a:lnTo>
                      <a:pt x="2779" y="3175"/>
                    </a:lnTo>
                    <a:lnTo>
                      <a:pt x="2779"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
              <p:cNvSpPr/>
              <p:nvPr/>
            </p:nvSpPr>
            <p:spPr>
              <a:xfrm>
                <a:off x="2788951" y="3518022"/>
                <a:ext cx="110938" cy="110895"/>
              </a:xfrm>
              <a:custGeom>
                <a:rect b="b" l="l" r="r" t="t"/>
                <a:pathLst>
                  <a:path extrusionOk="0" h="3175" w="3176">
                    <a:moveTo>
                      <a:pt x="0" y="0"/>
                    </a:moveTo>
                    <a:lnTo>
                      <a:pt x="0" y="3175"/>
                    </a:lnTo>
                    <a:lnTo>
                      <a:pt x="3176" y="3175"/>
                    </a:lnTo>
                    <a:lnTo>
                      <a:pt x="3176" y="0"/>
                    </a:ln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
              <p:cNvSpPr/>
              <p:nvPr/>
            </p:nvSpPr>
            <p:spPr>
              <a:xfrm>
                <a:off x="3523667" y="3420990"/>
                <a:ext cx="97070" cy="97064"/>
              </a:xfrm>
              <a:custGeom>
                <a:rect b="b" l="l" r="r" t="t"/>
                <a:pathLst>
                  <a:path extrusionOk="0" h="2779" w="2779">
                    <a:moveTo>
                      <a:pt x="0" y="0"/>
                    </a:moveTo>
                    <a:lnTo>
                      <a:pt x="0" y="2778"/>
                    </a:lnTo>
                    <a:lnTo>
                      <a:pt x="2778" y="2778"/>
                    </a:lnTo>
                    <a:lnTo>
                      <a:pt x="277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
              <p:cNvSpPr/>
              <p:nvPr/>
            </p:nvSpPr>
            <p:spPr>
              <a:xfrm>
                <a:off x="3412729" y="3420990"/>
                <a:ext cx="110973" cy="97064"/>
              </a:xfrm>
              <a:custGeom>
                <a:rect b="b" l="l" r="r" t="t"/>
                <a:pathLst>
                  <a:path extrusionOk="0" h="2779" w="3177">
                    <a:moveTo>
                      <a:pt x="1" y="0"/>
                    </a:moveTo>
                    <a:lnTo>
                      <a:pt x="1" y="2778"/>
                    </a:lnTo>
                    <a:lnTo>
                      <a:pt x="3176" y="2778"/>
                    </a:lnTo>
                    <a:lnTo>
                      <a:pt x="3176" y="0"/>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
              <p:cNvSpPr/>
              <p:nvPr/>
            </p:nvSpPr>
            <p:spPr>
              <a:xfrm>
                <a:off x="3315694" y="3420990"/>
                <a:ext cx="97070" cy="97064"/>
              </a:xfrm>
              <a:custGeom>
                <a:rect b="b" l="l" r="r" t="t"/>
                <a:pathLst>
                  <a:path extrusionOk="0" h="2779" w="2779">
                    <a:moveTo>
                      <a:pt x="1" y="0"/>
                    </a:moveTo>
                    <a:lnTo>
                      <a:pt x="1" y="2778"/>
                    </a:lnTo>
                    <a:lnTo>
                      <a:pt x="2779" y="2778"/>
                    </a:lnTo>
                    <a:lnTo>
                      <a:pt x="2779" y="0"/>
                    </a:lnTo>
                    <a:close/>
                  </a:path>
                </a:pathLst>
              </a:custGeom>
              <a:solidFill>
                <a:srgbClr val="CCCCCC"/>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
              <p:cNvSpPr/>
              <p:nvPr/>
            </p:nvSpPr>
            <p:spPr>
              <a:xfrm>
                <a:off x="3204826" y="3420990"/>
                <a:ext cx="110903" cy="97064"/>
              </a:xfrm>
              <a:custGeom>
                <a:rect b="b" l="l" r="r" t="t"/>
                <a:pathLst>
                  <a:path extrusionOk="0" h="2779" w="3175">
                    <a:moveTo>
                      <a:pt x="0" y="0"/>
                    </a:moveTo>
                    <a:lnTo>
                      <a:pt x="0" y="2778"/>
                    </a:lnTo>
                    <a:lnTo>
                      <a:pt x="3175" y="2778"/>
                    </a:lnTo>
                    <a:lnTo>
                      <a:pt x="3175" y="0"/>
                    </a:lnTo>
                    <a:close/>
                  </a:path>
                </a:pathLst>
              </a:custGeom>
              <a:solidFill>
                <a:srgbClr val="CCCCCC"/>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
              <p:cNvSpPr/>
              <p:nvPr/>
            </p:nvSpPr>
            <p:spPr>
              <a:xfrm>
                <a:off x="3107791" y="3420990"/>
                <a:ext cx="97070" cy="97064"/>
              </a:xfrm>
              <a:custGeom>
                <a:rect b="b" l="l" r="r" t="t"/>
                <a:pathLst>
                  <a:path extrusionOk="0" h="2779" w="2779">
                    <a:moveTo>
                      <a:pt x="0" y="0"/>
                    </a:moveTo>
                    <a:lnTo>
                      <a:pt x="0" y="2778"/>
                    </a:lnTo>
                    <a:lnTo>
                      <a:pt x="2778" y="2778"/>
                    </a:lnTo>
                    <a:lnTo>
                      <a:pt x="2778" y="0"/>
                    </a:lnTo>
                    <a:close/>
                  </a:path>
                </a:pathLst>
              </a:custGeom>
              <a:solidFill>
                <a:srgbClr val="CCCCCC"/>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
              <p:cNvSpPr/>
              <p:nvPr/>
            </p:nvSpPr>
            <p:spPr>
              <a:xfrm>
                <a:off x="2996888" y="3420990"/>
                <a:ext cx="110938" cy="97064"/>
              </a:xfrm>
              <a:custGeom>
                <a:rect b="b" l="l" r="r" t="t"/>
                <a:pathLst>
                  <a:path extrusionOk="0" h="2779" w="3176">
                    <a:moveTo>
                      <a:pt x="1" y="0"/>
                    </a:moveTo>
                    <a:lnTo>
                      <a:pt x="1" y="2778"/>
                    </a:lnTo>
                    <a:lnTo>
                      <a:pt x="3175" y="2778"/>
                    </a:lnTo>
                    <a:lnTo>
                      <a:pt x="3175" y="0"/>
                    </a:lnTo>
                    <a:close/>
                  </a:path>
                </a:pathLst>
              </a:cu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
              <p:cNvSpPr/>
              <p:nvPr/>
            </p:nvSpPr>
            <p:spPr>
              <a:xfrm>
                <a:off x="2899853" y="3420990"/>
                <a:ext cx="97070" cy="97064"/>
              </a:xfrm>
              <a:custGeom>
                <a:rect b="b" l="l" r="r" t="t"/>
                <a:pathLst>
                  <a:path extrusionOk="0" h="2779" w="2779">
                    <a:moveTo>
                      <a:pt x="1" y="0"/>
                    </a:moveTo>
                    <a:lnTo>
                      <a:pt x="1" y="2778"/>
                    </a:lnTo>
                    <a:lnTo>
                      <a:pt x="2779" y="2778"/>
                    </a:lnTo>
                    <a:lnTo>
                      <a:pt x="2779"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
              <p:cNvSpPr/>
              <p:nvPr/>
            </p:nvSpPr>
            <p:spPr>
              <a:xfrm>
                <a:off x="2788951" y="3420990"/>
                <a:ext cx="110938" cy="97064"/>
              </a:xfrm>
              <a:custGeom>
                <a:rect b="b" l="l" r="r" t="t"/>
                <a:pathLst>
                  <a:path extrusionOk="0" h="2779" w="3176">
                    <a:moveTo>
                      <a:pt x="0" y="0"/>
                    </a:moveTo>
                    <a:lnTo>
                      <a:pt x="0" y="2778"/>
                    </a:lnTo>
                    <a:lnTo>
                      <a:pt x="3176" y="2778"/>
                    </a:lnTo>
                    <a:lnTo>
                      <a:pt x="3176" y="0"/>
                    </a:ln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
              <p:cNvSpPr/>
              <p:nvPr/>
            </p:nvSpPr>
            <p:spPr>
              <a:xfrm>
                <a:off x="3523667" y="3310126"/>
                <a:ext cx="97070" cy="110895"/>
              </a:xfrm>
              <a:custGeom>
                <a:rect b="b" l="l" r="r" t="t"/>
                <a:pathLst>
                  <a:path extrusionOk="0" h="3175" w="2779">
                    <a:moveTo>
                      <a:pt x="0" y="0"/>
                    </a:moveTo>
                    <a:lnTo>
                      <a:pt x="0" y="3174"/>
                    </a:lnTo>
                    <a:lnTo>
                      <a:pt x="2778" y="3174"/>
                    </a:lnTo>
                    <a:lnTo>
                      <a:pt x="2778"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
              <p:cNvSpPr/>
              <p:nvPr/>
            </p:nvSpPr>
            <p:spPr>
              <a:xfrm>
                <a:off x="3412729" y="3310126"/>
                <a:ext cx="110973" cy="110895"/>
              </a:xfrm>
              <a:custGeom>
                <a:rect b="b" l="l" r="r" t="t"/>
                <a:pathLst>
                  <a:path extrusionOk="0" h="3175" w="3177">
                    <a:moveTo>
                      <a:pt x="1" y="0"/>
                    </a:moveTo>
                    <a:lnTo>
                      <a:pt x="1" y="3174"/>
                    </a:lnTo>
                    <a:lnTo>
                      <a:pt x="3176" y="3174"/>
                    </a:lnTo>
                    <a:lnTo>
                      <a:pt x="3176"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
              <p:cNvSpPr/>
              <p:nvPr/>
            </p:nvSpPr>
            <p:spPr>
              <a:xfrm>
                <a:off x="3315694" y="3310126"/>
                <a:ext cx="97070" cy="110895"/>
              </a:xfrm>
              <a:custGeom>
                <a:rect b="b" l="l" r="r" t="t"/>
                <a:pathLst>
                  <a:path extrusionOk="0" h="3175" w="2779">
                    <a:moveTo>
                      <a:pt x="1" y="0"/>
                    </a:moveTo>
                    <a:lnTo>
                      <a:pt x="1" y="3174"/>
                    </a:lnTo>
                    <a:lnTo>
                      <a:pt x="2779" y="3174"/>
                    </a:lnTo>
                    <a:lnTo>
                      <a:pt x="2779"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
              <p:cNvSpPr/>
              <p:nvPr/>
            </p:nvSpPr>
            <p:spPr>
              <a:xfrm>
                <a:off x="3204826" y="3310126"/>
                <a:ext cx="110903" cy="110895"/>
              </a:xfrm>
              <a:custGeom>
                <a:rect b="b" l="l" r="r" t="t"/>
                <a:pathLst>
                  <a:path extrusionOk="0" h="3175" w="3175">
                    <a:moveTo>
                      <a:pt x="0" y="0"/>
                    </a:moveTo>
                    <a:lnTo>
                      <a:pt x="0" y="3174"/>
                    </a:lnTo>
                    <a:lnTo>
                      <a:pt x="3175" y="3174"/>
                    </a:lnTo>
                    <a:lnTo>
                      <a:pt x="3175"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
              <p:cNvSpPr/>
              <p:nvPr/>
            </p:nvSpPr>
            <p:spPr>
              <a:xfrm>
                <a:off x="3107791" y="3310126"/>
                <a:ext cx="97070" cy="110895"/>
              </a:xfrm>
              <a:custGeom>
                <a:rect b="b" l="l" r="r" t="t"/>
                <a:pathLst>
                  <a:path extrusionOk="0" h="3175" w="2779">
                    <a:moveTo>
                      <a:pt x="0" y="0"/>
                    </a:moveTo>
                    <a:lnTo>
                      <a:pt x="0" y="3174"/>
                    </a:lnTo>
                    <a:lnTo>
                      <a:pt x="2778" y="3174"/>
                    </a:lnTo>
                    <a:lnTo>
                      <a:pt x="2778"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
              <p:cNvSpPr/>
              <p:nvPr/>
            </p:nvSpPr>
            <p:spPr>
              <a:xfrm>
                <a:off x="2996888" y="3310126"/>
                <a:ext cx="110938" cy="110895"/>
              </a:xfrm>
              <a:custGeom>
                <a:rect b="b" l="l" r="r" t="t"/>
                <a:pathLst>
                  <a:path extrusionOk="0" h="3175" w="3176">
                    <a:moveTo>
                      <a:pt x="1" y="0"/>
                    </a:moveTo>
                    <a:lnTo>
                      <a:pt x="1" y="3174"/>
                    </a:lnTo>
                    <a:lnTo>
                      <a:pt x="3175" y="3174"/>
                    </a:lnTo>
                    <a:lnTo>
                      <a:pt x="3175"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
              <p:cNvSpPr/>
              <p:nvPr/>
            </p:nvSpPr>
            <p:spPr>
              <a:xfrm>
                <a:off x="2899853" y="3310126"/>
                <a:ext cx="97070" cy="110895"/>
              </a:xfrm>
              <a:custGeom>
                <a:rect b="b" l="l" r="r" t="t"/>
                <a:pathLst>
                  <a:path extrusionOk="0" h="3175" w="2779">
                    <a:moveTo>
                      <a:pt x="1" y="0"/>
                    </a:moveTo>
                    <a:lnTo>
                      <a:pt x="1" y="3174"/>
                    </a:lnTo>
                    <a:lnTo>
                      <a:pt x="2779" y="3174"/>
                    </a:lnTo>
                    <a:lnTo>
                      <a:pt x="2779"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
              <p:cNvSpPr/>
              <p:nvPr/>
            </p:nvSpPr>
            <p:spPr>
              <a:xfrm>
                <a:off x="2788951" y="3310126"/>
                <a:ext cx="110938" cy="110895"/>
              </a:xfrm>
              <a:custGeom>
                <a:rect b="b" l="l" r="r" t="t"/>
                <a:pathLst>
                  <a:path extrusionOk="0" h="3175" w="3176">
                    <a:moveTo>
                      <a:pt x="0" y="0"/>
                    </a:moveTo>
                    <a:lnTo>
                      <a:pt x="0" y="3174"/>
                    </a:lnTo>
                    <a:lnTo>
                      <a:pt x="3176" y="3174"/>
                    </a:lnTo>
                    <a:lnTo>
                      <a:pt x="3176" y="0"/>
                    </a:ln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 name="Google Shape;723;p3"/>
            <p:cNvGrpSpPr/>
            <p:nvPr/>
          </p:nvGrpSpPr>
          <p:grpSpPr>
            <a:xfrm>
              <a:off x="-98650" y="4010850"/>
              <a:ext cx="9242700" cy="1302100"/>
              <a:chOff x="-98650" y="4010850"/>
              <a:chExt cx="9242700" cy="1302100"/>
            </a:xfrm>
          </p:grpSpPr>
          <p:sp>
            <p:nvSpPr>
              <p:cNvPr id="724" name="Google Shape;724;p3"/>
              <p:cNvSpPr/>
              <p:nvPr/>
            </p:nvSpPr>
            <p:spPr>
              <a:xfrm>
                <a:off x="-98650" y="4010850"/>
                <a:ext cx="9242700" cy="5670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
              <p:cNvSpPr/>
              <p:nvPr/>
            </p:nvSpPr>
            <p:spPr>
              <a:xfrm>
                <a:off x="-98650" y="4584050"/>
                <a:ext cx="9242700" cy="155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
              <p:cNvSpPr/>
              <p:nvPr/>
            </p:nvSpPr>
            <p:spPr>
              <a:xfrm>
                <a:off x="-98650" y="4745950"/>
                <a:ext cx="9242700" cy="5670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27" name="Google Shape;727;p3"/>
          <p:cNvSpPr txBox="1"/>
          <p:nvPr>
            <p:ph type="title"/>
          </p:nvPr>
        </p:nvSpPr>
        <p:spPr>
          <a:xfrm>
            <a:off x="1334700" y="1601125"/>
            <a:ext cx="6474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728" name="Google Shape;728;p3"/>
          <p:cNvSpPr txBox="1"/>
          <p:nvPr>
            <p:ph hasCustomPrompt="1" idx="2" type="title"/>
          </p:nvPr>
        </p:nvSpPr>
        <p:spPr>
          <a:xfrm>
            <a:off x="311700" y="1106125"/>
            <a:ext cx="8520600" cy="711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729" name="Google Shape;729;p3"/>
          <p:cNvSpPr txBox="1"/>
          <p:nvPr>
            <p:ph idx="1" type="subTitle"/>
          </p:nvPr>
        </p:nvSpPr>
        <p:spPr>
          <a:xfrm>
            <a:off x="1753050" y="2370125"/>
            <a:ext cx="56379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FFFFFF"/>
              </a:buClr>
              <a:buSzPts val="18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30" name="Shape 730"/>
        <p:cNvGrpSpPr/>
        <p:nvPr/>
      </p:nvGrpSpPr>
      <p:grpSpPr>
        <a:xfrm>
          <a:off x="0" y="0"/>
          <a:ext cx="0" cy="0"/>
          <a:chOff x="0" y="0"/>
          <a:chExt cx="0" cy="0"/>
        </a:xfrm>
      </p:grpSpPr>
      <p:sp>
        <p:nvSpPr>
          <p:cNvPr id="731" name="Google Shape;731;p4"/>
          <p:cNvSpPr txBox="1"/>
          <p:nvPr>
            <p:ph idx="1" type="body"/>
          </p:nvPr>
        </p:nvSpPr>
        <p:spPr>
          <a:xfrm>
            <a:off x="778900" y="1013975"/>
            <a:ext cx="7072500" cy="3554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732" name="Google Shape;732;p4"/>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3" name="Shape 733"/>
        <p:cNvGrpSpPr/>
        <p:nvPr/>
      </p:nvGrpSpPr>
      <p:grpSpPr>
        <a:xfrm>
          <a:off x="0" y="0"/>
          <a:ext cx="0" cy="0"/>
          <a:chOff x="0" y="0"/>
          <a:chExt cx="0" cy="0"/>
        </a:xfrm>
      </p:grpSpPr>
      <p:sp>
        <p:nvSpPr>
          <p:cNvPr id="734" name="Google Shape;734;p5"/>
          <p:cNvSpPr txBox="1"/>
          <p:nvPr>
            <p:ph idx="1" type="subTitle"/>
          </p:nvPr>
        </p:nvSpPr>
        <p:spPr>
          <a:xfrm>
            <a:off x="1524000" y="3286279"/>
            <a:ext cx="2743200" cy="2742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1"/>
              </a:buClr>
              <a:buSzPts val="2400"/>
              <a:buFont typeface="Lato Black"/>
              <a:buNone/>
              <a:defRPr sz="1600">
                <a:solidFill>
                  <a:schemeClr val="accent1"/>
                </a:solidFill>
                <a:latin typeface="Orbitron ExtraBold"/>
                <a:ea typeface="Orbitron ExtraBold"/>
                <a:cs typeface="Orbitron ExtraBold"/>
                <a:sym typeface="Orbitron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735" name="Google Shape;735;p5"/>
          <p:cNvSpPr txBox="1"/>
          <p:nvPr>
            <p:ph idx="2" type="subTitle"/>
          </p:nvPr>
        </p:nvSpPr>
        <p:spPr>
          <a:xfrm>
            <a:off x="1524000" y="3642360"/>
            <a:ext cx="2743200" cy="831900"/>
          </a:xfrm>
          <a:prstGeom prst="rect">
            <a:avLst/>
          </a:prstGeom>
        </p:spPr>
        <p:txBody>
          <a:bodyPr anchorCtr="0" anchor="t" bIns="0" lIns="0" spcFirstLastPara="1" rIns="0" wrap="square" tIns="0">
            <a:noAutofit/>
          </a:bodyPr>
          <a:lstStyle>
            <a:lvl1pPr lvl="0" rtl="0" algn="ctr">
              <a:spcBef>
                <a:spcPts val="0"/>
              </a:spcBef>
              <a:spcAft>
                <a:spcPts val="0"/>
              </a:spcAft>
              <a:buSzPts val="1800"/>
              <a:buFont typeface="Lato"/>
              <a:buNone/>
              <a:defRPr sz="1600">
                <a:solidFill>
                  <a:schemeClr val="lt1"/>
                </a:solidFill>
              </a:defRPr>
            </a:lvl1pPr>
            <a:lvl2pPr lvl="1" rtl="0">
              <a:spcBef>
                <a:spcPts val="1600"/>
              </a:spcBef>
              <a:spcAft>
                <a:spcPts val="0"/>
              </a:spcAft>
              <a:buClr>
                <a:schemeClr val="accent2"/>
              </a:buClr>
              <a:buSzPts val="1400"/>
              <a:buNone/>
              <a:defRPr>
                <a:solidFill>
                  <a:schemeClr val="accent2"/>
                </a:solidFill>
              </a:defRPr>
            </a:lvl2pPr>
            <a:lvl3pPr lvl="2" rtl="0">
              <a:spcBef>
                <a:spcPts val="1600"/>
              </a:spcBef>
              <a:spcAft>
                <a:spcPts val="0"/>
              </a:spcAft>
              <a:buClr>
                <a:schemeClr val="accent2"/>
              </a:buClr>
              <a:buSzPts val="1400"/>
              <a:buNone/>
              <a:defRPr>
                <a:solidFill>
                  <a:schemeClr val="accent2"/>
                </a:solidFill>
              </a:defRPr>
            </a:lvl3pPr>
            <a:lvl4pPr lvl="3" rtl="0">
              <a:spcBef>
                <a:spcPts val="1600"/>
              </a:spcBef>
              <a:spcAft>
                <a:spcPts val="0"/>
              </a:spcAft>
              <a:buClr>
                <a:schemeClr val="accent2"/>
              </a:buClr>
              <a:buSzPts val="1400"/>
              <a:buNone/>
              <a:defRPr>
                <a:solidFill>
                  <a:schemeClr val="accent2"/>
                </a:solidFill>
              </a:defRPr>
            </a:lvl4pPr>
            <a:lvl5pPr lvl="4" rtl="0">
              <a:spcBef>
                <a:spcPts val="1600"/>
              </a:spcBef>
              <a:spcAft>
                <a:spcPts val="0"/>
              </a:spcAft>
              <a:buClr>
                <a:schemeClr val="accent2"/>
              </a:buClr>
              <a:buSzPts val="1400"/>
              <a:buNone/>
              <a:defRPr>
                <a:solidFill>
                  <a:schemeClr val="accent2"/>
                </a:solidFill>
              </a:defRPr>
            </a:lvl5pPr>
            <a:lvl6pPr lvl="5" rtl="0">
              <a:spcBef>
                <a:spcPts val="1600"/>
              </a:spcBef>
              <a:spcAft>
                <a:spcPts val="0"/>
              </a:spcAft>
              <a:buClr>
                <a:schemeClr val="accent2"/>
              </a:buClr>
              <a:buSzPts val="1400"/>
              <a:buNone/>
              <a:defRPr>
                <a:solidFill>
                  <a:schemeClr val="accent2"/>
                </a:solidFill>
              </a:defRPr>
            </a:lvl6pPr>
            <a:lvl7pPr lvl="6" rtl="0">
              <a:spcBef>
                <a:spcPts val="1600"/>
              </a:spcBef>
              <a:spcAft>
                <a:spcPts val="0"/>
              </a:spcAft>
              <a:buClr>
                <a:schemeClr val="accent2"/>
              </a:buClr>
              <a:buSzPts val="1400"/>
              <a:buNone/>
              <a:defRPr>
                <a:solidFill>
                  <a:schemeClr val="accent2"/>
                </a:solidFill>
              </a:defRPr>
            </a:lvl7pPr>
            <a:lvl8pPr lvl="7" rtl="0">
              <a:spcBef>
                <a:spcPts val="1600"/>
              </a:spcBef>
              <a:spcAft>
                <a:spcPts val="0"/>
              </a:spcAft>
              <a:buClr>
                <a:schemeClr val="accent2"/>
              </a:buClr>
              <a:buSzPts val="1400"/>
              <a:buNone/>
              <a:defRPr>
                <a:solidFill>
                  <a:schemeClr val="accent2"/>
                </a:solidFill>
              </a:defRPr>
            </a:lvl8pPr>
            <a:lvl9pPr lvl="8" rtl="0">
              <a:spcBef>
                <a:spcPts val="1600"/>
              </a:spcBef>
              <a:spcAft>
                <a:spcPts val="1600"/>
              </a:spcAft>
              <a:buClr>
                <a:schemeClr val="accent2"/>
              </a:buClr>
              <a:buSzPts val="1400"/>
              <a:buNone/>
              <a:defRPr>
                <a:solidFill>
                  <a:schemeClr val="accent2"/>
                </a:solidFill>
              </a:defRPr>
            </a:lvl9pPr>
          </a:lstStyle>
          <a:p/>
        </p:txBody>
      </p:sp>
      <p:sp>
        <p:nvSpPr>
          <p:cNvPr id="736" name="Google Shape;736;p5"/>
          <p:cNvSpPr txBox="1"/>
          <p:nvPr>
            <p:ph idx="3" type="subTitle"/>
          </p:nvPr>
        </p:nvSpPr>
        <p:spPr>
          <a:xfrm>
            <a:off x="4876800" y="3286279"/>
            <a:ext cx="2743200" cy="274200"/>
          </a:xfrm>
          <a:prstGeom prst="rect">
            <a:avLst/>
          </a:prstGeom>
        </p:spPr>
        <p:txBody>
          <a:bodyPr anchorCtr="0" anchor="ctr" bIns="0" lIns="0" spcFirstLastPara="1" rIns="0" wrap="square" tIns="0">
            <a:noAutofit/>
          </a:bodyPr>
          <a:lstStyle>
            <a:lvl1pPr lvl="0" rtl="0" algn="ctr">
              <a:spcBef>
                <a:spcPts val="0"/>
              </a:spcBef>
              <a:spcAft>
                <a:spcPts val="0"/>
              </a:spcAft>
              <a:buClr>
                <a:schemeClr val="accent1"/>
              </a:buClr>
              <a:buSzPts val="2400"/>
              <a:buFont typeface="Lato Black"/>
              <a:buNone/>
              <a:defRPr sz="1600">
                <a:solidFill>
                  <a:schemeClr val="accent1"/>
                </a:solidFill>
                <a:latin typeface="Orbitron ExtraBold"/>
                <a:ea typeface="Orbitron ExtraBold"/>
                <a:cs typeface="Orbitron ExtraBold"/>
                <a:sym typeface="Orbitron ExtraBold"/>
              </a:defRPr>
            </a:lvl1pPr>
            <a:lvl2pPr lvl="1" rtl="0">
              <a:spcBef>
                <a:spcPts val="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p:txBody>
      </p:sp>
      <p:sp>
        <p:nvSpPr>
          <p:cNvPr id="737" name="Google Shape;737;p5"/>
          <p:cNvSpPr txBox="1"/>
          <p:nvPr>
            <p:ph idx="4" type="subTitle"/>
          </p:nvPr>
        </p:nvSpPr>
        <p:spPr>
          <a:xfrm>
            <a:off x="4876800" y="3642360"/>
            <a:ext cx="2743200" cy="831900"/>
          </a:xfrm>
          <a:prstGeom prst="rect">
            <a:avLst/>
          </a:prstGeom>
        </p:spPr>
        <p:txBody>
          <a:bodyPr anchorCtr="0" anchor="t" bIns="0" lIns="0" spcFirstLastPara="1" rIns="0" wrap="square" tIns="0">
            <a:noAutofit/>
          </a:bodyPr>
          <a:lstStyle>
            <a:lvl1pPr lvl="0" rtl="0" algn="ctr">
              <a:spcBef>
                <a:spcPts val="0"/>
              </a:spcBef>
              <a:spcAft>
                <a:spcPts val="0"/>
              </a:spcAft>
              <a:buSzPts val="1800"/>
              <a:buFont typeface="Lato"/>
              <a:buNone/>
              <a:defRPr sz="1600">
                <a:solidFill>
                  <a:schemeClr val="lt1"/>
                </a:solidFill>
              </a:defRPr>
            </a:lvl1pPr>
            <a:lvl2pPr lvl="1" rtl="0">
              <a:spcBef>
                <a:spcPts val="1600"/>
              </a:spcBef>
              <a:spcAft>
                <a:spcPts val="0"/>
              </a:spcAft>
              <a:buClr>
                <a:schemeClr val="accent2"/>
              </a:buClr>
              <a:buSzPts val="1400"/>
              <a:buNone/>
              <a:defRPr>
                <a:solidFill>
                  <a:schemeClr val="accent2"/>
                </a:solidFill>
              </a:defRPr>
            </a:lvl2pPr>
            <a:lvl3pPr lvl="2" rtl="0">
              <a:spcBef>
                <a:spcPts val="1600"/>
              </a:spcBef>
              <a:spcAft>
                <a:spcPts val="0"/>
              </a:spcAft>
              <a:buClr>
                <a:schemeClr val="accent2"/>
              </a:buClr>
              <a:buSzPts val="1400"/>
              <a:buNone/>
              <a:defRPr>
                <a:solidFill>
                  <a:schemeClr val="accent2"/>
                </a:solidFill>
              </a:defRPr>
            </a:lvl3pPr>
            <a:lvl4pPr lvl="3" rtl="0">
              <a:spcBef>
                <a:spcPts val="1600"/>
              </a:spcBef>
              <a:spcAft>
                <a:spcPts val="0"/>
              </a:spcAft>
              <a:buClr>
                <a:schemeClr val="accent2"/>
              </a:buClr>
              <a:buSzPts val="1400"/>
              <a:buNone/>
              <a:defRPr>
                <a:solidFill>
                  <a:schemeClr val="accent2"/>
                </a:solidFill>
              </a:defRPr>
            </a:lvl4pPr>
            <a:lvl5pPr lvl="4" rtl="0">
              <a:spcBef>
                <a:spcPts val="1600"/>
              </a:spcBef>
              <a:spcAft>
                <a:spcPts val="0"/>
              </a:spcAft>
              <a:buClr>
                <a:schemeClr val="accent2"/>
              </a:buClr>
              <a:buSzPts val="1400"/>
              <a:buNone/>
              <a:defRPr>
                <a:solidFill>
                  <a:schemeClr val="accent2"/>
                </a:solidFill>
              </a:defRPr>
            </a:lvl5pPr>
            <a:lvl6pPr lvl="5" rtl="0">
              <a:spcBef>
                <a:spcPts val="1600"/>
              </a:spcBef>
              <a:spcAft>
                <a:spcPts val="0"/>
              </a:spcAft>
              <a:buClr>
                <a:schemeClr val="accent2"/>
              </a:buClr>
              <a:buSzPts val="1400"/>
              <a:buNone/>
              <a:defRPr>
                <a:solidFill>
                  <a:schemeClr val="accent2"/>
                </a:solidFill>
              </a:defRPr>
            </a:lvl6pPr>
            <a:lvl7pPr lvl="6" rtl="0">
              <a:spcBef>
                <a:spcPts val="1600"/>
              </a:spcBef>
              <a:spcAft>
                <a:spcPts val="0"/>
              </a:spcAft>
              <a:buClr>
                <a:schemeClr val="accent2"/>
              </a:buClr>
              <a:buSzPts val="1400"/>
              <a:buNone/>
              <a:defRPr>
                <a:solidFill>
                  <a:schemeClr val="accent2"/>
                </a:solidFill>
              </a:defRPr>
            </a:lvl7pPr>
            <a:lvl8pPr lvl="7" rtl="0">
              <a:spcBef>
                <a:spcPts val="1600"/>
              </a:spcBef>
              <a:spcAft>
                <a:spcPts val="0"/>
              </a:spcAft>
              <a:buClr>
                <a:schemeClr val="accent2"/>
              </a:buClr>
              <a:buSzPts val="1400"/>
              <a:buNone/>
              <a:defRPr>
                <a:solidFill>
                  <a:schemeClr val="accent2"/>
                </a:solidFill>
              </a:defRPr>
            </a:lvl8pPr>
            <a:lvl9pPr lvl="8" rtl="0">
              <a:spcBef>
                <a:spcPts val="1600"/>
              </a:spcBef>
              <a:spcAft>
                <a:spcPts val="1600"/>
              </a:spcAft>
              <a:buClr>
                <a:schemeClr val="accent2"/>
              </a:buClr>
              <a:buSzPts val="1400"/>
              <a:buNone/>
              <a:defRPr>
                <a:solidFill>
                  <a:schemeClr val="accent2"/>
                </a:solidFill>
              </a:defRPr>
            </a:lvl9pPr>
          </a:lstStyle>
          <a:p/>
        </p:txBody>
      </p:sp>
      <p:sp>
        <p:nvSpPr>
          <p:cNvPr id="738" name="Google Shape;738;p5"/>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9" name="Shape 739"/>
        <p:cNvGrpSpPr/>
        <p:nvPr/>
      </p:nvGrpSpPr>
      <p:grpSpPr>
        <a:xfrm>
          <a:off x="0" y="0"/>
          <a:ext cx="0" cy="0"/>
          <a:chOff x="0" y="0"/>
          <a:chExt cx="0" cy="0"/>
        </a:xfrm>
      </p:grpSpPr>
      <p:sp>
        <p:nvSpPr>
          <p:cNvPr id="740" name="Google Shape;740;p6"/>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6"/>
        </a:solidFill>
      </p:bgPr>
    </p:bg>
    <p:spTree>
      <p:nvGrpSpPr>
        <p:cNvPr id="741" name="Shape 741"/>
        <p:cNvGrpSpPr/>
        <p:nvPr/>
      </p:nvGrpSpPr>
      <p:grpSpPr>
        <a:xfrm>
          <a:off x="0" y="0"/>
          <a:ext cx="0" cy="0"/>
          <a:chOff x="0" y="0"/>
          <a:chExt cx="0" cy="0"/>
        </a:xfrm>
      </p:grpSpPr>
      <p:sp>
        <p:nvSpPr>
          <p:cNvPr id="742" name="Google Shape;742;p7"/>
          <p:cNvSpPr txBox="1"/>
          <p:nvPr>
            <p:ph idx="1" type="body"/>
          </p:nvPr>
        </p:nvSpPr>
        <p:spPr>
          <a:xfrm>
            <a:off x="3038700" y="1995800"/>
            <a:ext cx="3066600" cy="19686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Clr>
                <a:srgbClr val="FFFFFF"/>
              </a:buClr>
              <a:buSzPts val="1600"/>
              <a:buChar char="●"/>
              <a:defRPr sz="1600">
                <a:solidFill>
                  <a:schemeClr val="lt1"/>
                </a:solidFill>
              </a:defRPr>
            </a:lvl1pPr>
            <a:lvl2pPr indent="-330200" lvl="1" marL="914400" algn="ctr">
              <a:spcBef>
                <a:spcPts val="1600"/>
              </a:spcBef>
              <a:spcAft>
                <a:spcPts val="0"/>
              </a:spcAft>
              <a:buClr>
                <a:srgbClr val="FFFFFF"/>
              </a:buClr>
              <a:buSzPts val="1600"/>
              <a:buChar char="○"/>
              <a:defRPr sz="1600">
                <a:solidFill>
                  <a:srgbClr val="FFFFFF"/>
                </a:solidFill>
              </a:defRPr>
            </a:lvl2pPr>
            <a:lvl3pPr indent="-330200" lvl="2" marL="1371600" algn="ctr">
              <a:spcBef>
                <a:spcPts val="1600"/>
              </a:spcBef>
              <a:spcAft>
                <a:spcPts val="0"/>
              </a:spcAft>
              <a:buClr>
                <a:srgbClr val="FFFFFF"/>
              </a:buClr>
              <a:buSzPts val="1600"/>
              <a:buChar char="■"/>
              <a:defRPr sz="1600">
                <a:solidFill>
                  <a:srgbClr val="FFFFFF"/>
                </a:solidFill>
              </a:defRPr>
            </a:lvl3pPr>
            <a:lvl4pPr indent="-330200" lvl="3" marL="1828800" algn="ctr">
              <a:spcBef>
                <a:spcPts val="1600"/>
              </a:spcBef>
              <a:spcAft>
                <a:spcPts val="0"/>
              </a:spcAft>
              <a:buClr>
                <a:srgbClr val="FFFFFF"/>
              </a:buClr>
              <a:buSzPts val="1600"/>
              <a:buChar char="●"/>
              <a:defRPr sz="1600">
                <a:solidFill>
                  <a:srgbClr val="FFFFFF"/>
                </a:solidFill>
              </a:defRPr>
            </a:lvl4pPr>
            <a:lvl5pPr indent="-330200" lvl="4" marL="2286000" algn="ctr">
              <a:spcBef>
                <a:spcPts val="1600"/>
              </a:spcBef>
              <a:spcAft>
                <a:spcPts val="0"/>
              </a:spcAft>
              <a:buClr>
                <a:srgbClr val="FFFFFF"/>
              </a:buClr>
              <a:buSzPts val="1600"/>
              <a:buChar char="○"/>
              <a:defRPr sz="1600">
                <a:solidFill>
                  <a:srgbClr val="FFFFFF"/>
                </a:solidFill>
              </a:defRPr>
            </a:lvl5pPr>
            <a:lvl6pPr indent="-330200" lvl="5" marL="2743200" algn="ctr">
              <a:spcBef>
                <a:spcPts val="1600"/>
              </a:spcBef>
              <a:spcAft>
                <a:spcPts val="0"/>
              </a:spcAft>
              <a:buClr>
                <a:srgbClr val="FFFFFF"/>
              </a:buClr>
              <a:buSzPts val="1600"/>
              <a:buChar char="■"/>
              <a:defRPr sz="1600">
                <a:solidFill>
                  <a:srgbClr val="FFFFFF"/>
                </a:solidFill>
              </a:defRPr>
            </a:lvl6pPr>
            <a:lvl7pPr indent="-330200" lvl="6" marL="3200400" algn="ctr">
              <a:spcBef>
                <a:spcPts val="1600"/>
              </a:spcBef>
              <a:spcAft>
                <a:spcPts val="0"/>
              </a:spcAft>
              <a:buClr>
                <a:srgbClr val="FFFFFF"/>
              </a:buClr>
              <a:buSzPts val="1600"/>
              <a:buChar char="●"/>
              <a:defRPr sz="1600">
                <a:solidFill>
                  <a:srgbClr val="FFFFFF"/>
                </a:solidFill>
              </a:defRPr>
            </a:lvl7pPr>
            <a:lvl8pPr indent="-330200" lvl="7" marL="3657600" algn="ctr">
              <a:spcBef>
                <a:spcPts val="1600"/>
              </a:spcBef>
              <a:spcAft>
                <a:spcPts val="0"/>
              </a:spcAft>
              <a:buClr>
                <a:srgbClr val="FFFFFF"/>
              </a:buClr>
              <a:buSzPts val="1600"/>
              <a:buChar char="○"/>
              <a:defRPr sz="1600">
                <a:solidFill>
                  <a:srgbClr val="FFFFFF"/>
                </a:solidFill>
              </a:defRPr>
            </a:lvl8pPr>
            <a:lvl9pPr indent="-330200" lvl="8" marL="4114800" algn="ctr">
              <a:spcBef>
                <a:spcPts val="1600"/>
              </a:spcBef>
              <a:spcAft>
                <a:spcPts val="1600"/>
              </a:spcAft>
              <a:buClr>
                <a:srgbClr val="FFFFFF"/>
              </a:buClr>
              <a:buSzPts val="1600"/>
              <a:buChar char="■"/>
              <a:defRPr sz="1600">
                <a:solidFill>
                  <a:srgbClr val="FFFFFF"/>
                </a:solidFill>
              </a:defRPr>
            </a:lvl9pPr>
          </a:lstStyle>
          <a:p/>
        </p:txBody>
      </p:sp>
      <p:sp>
        <p:nvSpPr>
          <p:cNvPr id="743" name="Google Shape;743;p7"/>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44" name="Shape 744"/>
        <p:cNvGrpSpPr/>
        <p:nvPr/>
      </p:nvGrpSpPr>
      <p:grpSpPr>
        <a:xfrm>
          <a:off x="0" y="0"/>
          <a:ext cx="0" cy="0"/>
          <a:chOff x="0" y="0"/>
          <a:chExt cx="0" cy="0"/>
        </a:xfrm>
      </p:grpSpPr>
      <p:grpSp>
        <p:nvGrpSpPr>
          <p:cNvPr id="745" name="Google Shape;745;p8"/>
          <p:cNvGrpSpPr/>
          <p:nvPr/>
        </p:nvGrpSpPr>
        <p:grpSpPr>
          <a:xfrm flipH="1">
            <a:off x="3794690" y="3966899"/>
            <a:ext cx="882039" cy="932704"/>
            <a:chOff x="7230575" y="3501811"/>
            <a:chExt cx="1540410" cy="1636035"/>
          </a:xfrm>
        </p:grpSpPr>
        <p:grpSp>
          <p:nvGrpSpPr>
            <p:cNvPr id="746" name="Google Shape;746;p8"/>
            <p:cNvGrpSpPr/>
            <p:nvPr/>
          </p:nvGrpSpPr>
          <p:grpSpPr>
            <a:xfrm>
              <a:off x="7655512" y="4362305"/>
              <a:ext cx="775528" cy="775540"/>
              <a:chOff x="7655512" y="4362305"/>
              <a:chExt cx="775528" cy="775540"/>
            </a:xfrm>
          </p:grpSpPr>
          <p:sp>
            <p:nvSpPr>
              <p:cNvPr id="747" name="Google Shape;747;p8"/>
              <p:cNvSpPr/>
              <p:nvPr/>
            </p:nvSpPr>
            <p:spPr>
              <a:xfrm flipH="1">
                <a:off x="7825485" y="5042204"/>
                <a:ext cx="95633" cy="95641"/>
              </a:xfrm>
              <a:custGeom>
                <a:rect b="b" l="l" r="r" t="t"/>
                <a:pathLst>
                  <a:path extrusionOk="0" h="12246" w="12245">
                    <a:moveTo>
                      <a:pt x="0" y="0"/>
                    </a:moveTo>
                    <a:lnTo>
                      <a:pt x="0" y="12245"/>
                    </a:lnTo>
                    <a:lnTo>
                      <a:pt x="12245" y="1224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8"/>
              <p:cNvSpPr/>
              <p:nvPr/>
            </p:nvSpPr>
            <p:spPr>
              <a:xfrm flipH="1">
                <a:off x="7921094" y="5042204"/>
                <a:ext cx="74382" cy="95641"/>
              </a:xfrm>
              <a:custGeom>
                <a:rect b="b" l="l" r="r" t="t"/>
                <a:pathLst>
                  <a:path extrusionOk="0" h="12246" w="9524">
                    <a:moveTo>
                      <a:pt x="0" y="0"/>
                    </a:moveTo>
                    <a:lnTo>
                      <a:pt x="0" y="12245"/>
                    </a:lnTo>
                    <a:lnTo>
                      <a:pt x="9523" y="1224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8"/>
              <p:cNvSpPr/>
              <p:nvPr/>
            </p:nvSpPr>
            <p:spPr>
              <a:xfrm flipH="1">
                <a:off x="7995449" y="5042204"/>
                <a:ext cx="85020" cy="95641"/>
              </a:xfrm>
              <a:custGeom>
                <a:rect b="b" l="l" r="r" t="t"/>
                <a:pathLst>
                  <a:path extrusionOk="0" h="12246" w="10886">
                    <a:moveTo>
                      <a:pt x="1" y="0"/>
                    </a:moveTo>
                    <a:lnTo>
                      <a:pt x="1" y="12245"/>
                    </a:lnTo>
                    <a:lnTo>
                      <a:pt x="10885" y="1224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8"/>
              <p:cNvSpPr/>
              <p:nvPr/>
            </p:nvSpPr>
            <p:spPr>
              <a:xfrm flipH="1">
                <a:off x="8080438" y="5042204"/>
                <a:ext cx="95649" cy="95641"/>
              </a:xfrm>
              <a:custGeom>
                <a:rect b="b" l="l" r="r" t="t"/>
                <a:pathLst>
                  <a:path extrusionOk="0" h="12246" w="12247">
                    <a:moveTo>
                      <a:pt x="1" y="0"/>
                    </a:moveTo>
                    <a:lnTo>
                      <a:pt x="1" y="12245"/>
                    </a:lnTo>
                    <a:lnTo>
                      <a:pt x="12247" y="1224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8"/>
              <p:cNvSpPr/>
              <p:nvPr/>
            </p:nvSpPr>
            <p:spPr>
              <a:xfrm flipH="1">
                <a:off x="7825485" y="4957212"/>
                <a:ext cx="95633" cy="85020"/>
              </a:xfrm>
              <a:custGeom>
                <a:rect b="b" l="l" r="r" t="t"/>
                <a:pathLst>
                  <a:path extrusionOk="0" h="10886"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8"/>
              <p:cNvSpPr/>
              <p:nvPr/>
            </p:nvSpPr>
            <p:spPr>
              <a:xfrm flipH="1">
                <a:off x="7921094" y="4957212"/>
                <a:ext cx="74382" cy="85020"/>
              </a:xfrm>
              <a:custGeom>
                <a:rect b="b" l="l" r="r" t="t"/>
                <a:pathLst>
                  <a:path extrusionOk="0" h="10886"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8"/>
              <p:cNvSpPr/>
              <p:nvPr/>
            </p:nvSpPr>
            <p:spPr>
              <a:xfrm flipH="1">
                <a:off x="7995449" y="4957212"/>
                <a:ext cx="85020" cy="8502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8"/>
              <p:cNvSpPr/>
              <p:nvPr/>
            </p:nvSpPr>
            <p:spPr>
              <a:xfrm flipH="1">
                <a:off x="8080438" y="4957212"/>
                <a:ext cx="95649" cy="85020"/>
              </a:xfrm>
              <a:custGeom>
                <a:rect b="b" l="l" r="r" t="t"/>
                <a:pathLst>
                  <a:path extrusionOk="0" h="10886"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8"/>
              <p:cNvSpPr/>
              <p:nvPr/>
            </p:nvSpPr>
            <p:spPr>
              <a:xfrm flipH="1">
                <a:off x="7825485" y="4872228"/>
                <a:ext cx="95633" cy="85012"/>
              </a:xfrm>
              <a:custGeom>
                <a:rect b="b" l="l" r="r" t="t"/>
                <a:pathLst>
                  <a:path extrusionOk="0" h="10885" w="12245">
                    <a:moveTo>
                      <a:pt x="0" y="0"/>
                    </a:moveTo>
                    <a:lnTo>
                      <a:pt x="0"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8"/>
              <p:cNvSpPr/>
              <p:nvPr/>
            </p:nvSpPr>
            <p:spPr>
              <a:xfrm flipH="1">
                <a:off x="7921094" y="4872228"/>
                <a:ext cx="74382" cy="85012"/>
              </a:xfrm>
              <a:custGeom>
                <a:rect b="b" l="l" r="r" t="t"/>
                <a:pathLst>
                  <a:path extrusionOk="0" h="10885" w="9524">
                    <a:moveTo>
                      <a:pt x="0" y="0"/>
                    </a:moveTo>
                    <a:lnTo>
                      <a:pt x="0" y="10885"/>
                    </a:lnTo>
                    <a:lnTo>
                      <a:pt x="9523" y="1088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8"/>
              <p:cNvSpPr/>
              <p:nvPr/>
            </p:nvSpPr>
            <p:spPr>
              <a:xfrm flipH="1">
                <a:off x="7995449" y="4872228"/>
                <a:ext cx="85020" cy="85012"/>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8"/>
              <p:cNvSpPr/>
              <p:nvPr/>
            </p:nvSpPr>
            <p:spPr>
              <a:xfrm flipH="1">
                <a:off x="8080438" y="4872228"/>
                <a:ext cx="95649" cy="85012"/>
              </a:xfrm>
              <a:custGeom>
                <a:rect b="b" l="l" r="r" t="t"/>
                <a:pathLst>
                  <a:path extrusionOk="0" h="10885" w="12247">
                    <a:moveTo>
                      <a:pt x="1" y="0"/>
                    </a:moveTo>
                    <a:lnTo>
                      <a:pt x="1" y="10885"/>
                    </a:lnTo>
                    <a:lnTo>
                      <a:pt x="12247" y="1088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8"/>
              <p:cNvSpPr/>
              <p:nvPr/>
            </p:nvSpPr>
            <p:spPr>
              <a:xfrm flipH="1">
                <a:off x="7825485" y="4787235"/>
                <a:ext cx="95633" cy="85020"/>
              </a:xfrm>
              <a:custGeom>
                <a:rect b="b" l="l" r="r" t="t"/>
                <a:pathLst>
                  <a:path extrusionOk="0" h="10886"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8"/>
              <p:cNvSpPr/>
              <p:nvPr/>
            </p:nvSpPr>
            <p:spPr>
              <a:xfrm flipH="1">
                <a:off x="7921094" y="4787235"/>
                <a:ext cx="74382" cy="85020"/>
              </a:xfrm>
              <a:custGeom>
                <a:rect b="b" l="l" r="r" t="t"/>
                <a:pathLst>
                  <a:path extrusionOk="0" h="10886"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8"/>
              <p:cNvSpPr/>
              <p:nvPr/>
            </p:nvSpPr>
            <p:spPr>
              <a:xfrm flipH="1">
                <a:off x="7995449" y="4787235"/>
                <a:ext cx="85020" cy="8502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8"/>
              <p:cNvSpPr/>
              <p:nvPr/>
            </p:nvSpPr>
            <p:spPr>
              <a:xfrm flipH="1">
                <a:off x="8080438" y="4787235"/>
                <a:ext cx="95649" cy="85020"/>
              </a:xfrm>
              <a:custGeom>
                <a:rect b="b" l="l" r="r" t="t"/>
                <a:pathLst>
                  <a:path extrusionOk="0" h="10886"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8"/>
              <p:cNvSpPr/>
              <p:nvPr/>
            </p:nvSpPr>
            <p:spPr>
              <a:xfrm flipH="1">
                <a:off x="7825485" y="4702251"/>
                <a:ext cx="95633" cy="85012"/>
              </a:xfrm>
              <a:custGeom>
                <a:rect b="b" l="l" r="r" t="t"/>
                <a:pathLst>
                  <a:path extrusionOk="0" h="10885"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8"/>
              <p:cNvSpPr/>
              <p:nvPr/>
            </p:nvSpPr>
            <p:spPr>
              <a:xfrm flipH="1">
                <a:off x="7921094" y="4702251"/>
                <a:ext cx="74382" cy="85012"/>
              </a:xfrm>
              <a:custGeom>
                <a:rect b="b" l="l" r="r" t="t"/>
                <a:pathLst>
                  <a:path extrusionOk="0" h="10885"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8"/>
              <p:cNvSpPr/>
              <p:nvPr/>
            </p:nvSpPr>
            <p:spPr>
              <a:xfrm flipH="1">
                <a:off x="7995449" y="4702251"/>
                <a:ext cx="85020" cy="85012"/>
              </a:xfrm>
              <a:custGeom>
                <a:rect b="b" l="l" r="r" t="t"/>
                <a:pathLst>
                  <a:path extrusionOk="0" h="10885"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8"/>
              <p:cNvSpPr/>
              <p:nvPr/>
            </p:nvSpPr>
            <p:spPr>
              <a:xfrm flipH="1">
                <a:off x="8080438" y="4702251"/>
                <a:ext cx="95649" cy="85012"/>
              </a:xfrm>
              <a:custGeom>
                <a:rect b="b" l="l" r="r" t="t"/>
                <a:pathLst>
                  <a:path extrusionOk="0" h="10885"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8"/>
              <p:cNvSpPr/>
              <p:nvPr/>
            </p:nvSpPr>
            <p:spPr>
              <a:xfrm flipH="1">
                <a:off x="7655512" y="4617267"/>
                <a:ext cx="85012" cy="85012"/>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8"/>
              <p:cNvSpPr/>
              <p:nvPr/>
            </p:nvSpPr>
            <p:spPr>
              <a:xfrm flipH="1">
                <a:off x="7740496" y="4617267"/>
                <a:ext cx="85020" cy="85012"/>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8"/>
              <p:cNvSpPr/>
              <p:nvPr/>
            </p:nvSpPr>
            <p:spPr>
              <a:xfrm flipH="1">
                <a:off x="7825485" y="4617267"/>
                <a:ext cx="95633" cy="85012"/>
              </a:xfrm>
              <a:custGeom>
                <a:rect b="b" l="l" r="r" t="t"/>
                <a:pathLst>
                  <a:path extrusionOk="0" h="10885" w="12245">
                    <a:moveTo>
                      <a:pt x="0" y="0"/>
                    </a:moveTo>
                    <a:lnTo>
                      <a:pt x="0"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8"/>
              <p:cNvSpPr/>
              <p:nvPr/>
            </p:nvSpPr>
            <p:spPr>
              <a:xfrm flipH="1">
                <a:off x="7921094" y="4617267"/>
                <a:ext cx="74382" cy="85012"/>
              </a:xfrm>
              <a:custGeom>
                <a:rect b="b" l="l" r="r" t="t"/>
                <a:pathLst>
                  <a:path extrusionOk="0" h="10885" w="9524">
                    <a:moveTo>
                      <a:pt x="0" y="0"/>
                    </a:moveTo>
                    <a:lnTo>
                      <a:pt x="0" y="10885"/>
                    </a:lnTo>
                    <a:lnTo>
                      <a:pt x="9523" y="1088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8"/>
              <p:cNvSpPr/>
              <p:nvPr/>
            </p:nvSpPr>
            <p:spPr>
              <a:xfrm flipH="1">
                <a:off x="7995449" y="4617267"/>
                <a:ext cx="85020" cy="85012"/>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8"/>
              <p:cNvSpPr/>
              <p:nvPr/>
            </p:nvSpPr>
            <p:spPr>
              <a:xfrm flipH="1">
                <a:off x="8080438" y="4617267"/>
                <a:ext cx="95649" cy="85012"/>
              </a:xfrm>
              <a:custGeom>
                <a:rect b="b" l="l" r="r" t="t"/>
                <a:pathLst>
                  <a:path extrusionOk="0" h="10885" w="12247">
                    <a:moveTo>
                      <a:pt x="1" y="0"/>
                    </a:moveTo>
                    <a:lnTo>
                      <a:pt x="1" y="10885"/>
                    </a:lnTo>
                    <a:lnTo>
                      <a:pt x="12247" y="1088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8"/>
              <p:cNvSpPr/>
              <p:nvPr/>
            </p:nvSpPr>
            <p:spPr>
              <a:xfrm flipH="1">
                <a:off x="8176054" y="4617267"/>
                <a:ext cx="74390" cy="85012"/>
              </a:xfrm>
              <a:custGeom>
                <a:rect b="b" l="l" r="r" t="t"/>
                <a:pathLst>
                  <a:path extrusionOk="0" h="10885" w="9525">
                    <a:moveTo>
                      <a:pt x="1" y="0"/>
                    </a:moveTo>
                    <a:lnTo>
                      <a:pt x="1" y="10885"/>
                    </a:lnTo>
                    <a:lnTo>
                      <a:pt x="9525" y="10885"/>
                    </a:lnTo>
                    <a:lnTo>
                      <a:pt x="952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8"/>
              <p:cNvSpPr/>
              <p:nvPr/>
            </p:nvSpPr>
            <p:spPr>
              <a:xfrm flipH="1">
                <a:off x="8250417" y="4617267"/>
                <a:ext cx="85012" cy="85012"/>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8"/>
              <p:cNvSpPr/>
              <p:nvPr/>
            </p:nvSpPr>
            <p:spPr>
              <a:xfrm flipH="1">
                <a:off x="8335399" y="4617267"/>
                <a:ext cx="95641" cy="85012"/>
              </a:xfrm>
              <a:custGeom>
                <a:rect b="b" l="l" r="r" t="t"/>
                <a:pathLst>
                  <a:path extrusionOk="0" h="10885" w="12246">
                    <a:moveTo>
                      <a:pt x="1" y="0"/>
                    </a:moveTo>
                    <a:lnTo>
                      <a:pt x="1"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8"/>
              <p:cNvSpPr/>
              <p:nvPr/>
            </p:nvSpPr>
            <p:spPr>
              <a:xfrm flipH="1">
                <a:off x="7655512" y="4532274"/>
                <a:ext cx="85012" cy="85020"/>
              </a:xfrm>
              <a:custGeom>
                <a:rect b="b" l="l" r="r" t="t"/>
                <a:pathLst>
                  <a:path extrusionOk="0" h="10886" w="10885">
                    <a:moveTo>
                      <a:pt x="0" y="1"/>
                    </a:moveTo>
                    <a:lnTo>
                      <a:pt x="0"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8"/>
              <p:cNvSpPr/>
              <p:nvPr/>
            </p:nvSpPr>
            <p:spPr>
              <a:xfrm flipH="1">
                <a:off x="7995449" y="4532274"/>
                <a:ext cx="85020" cy="8502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8"/>
              <p:cNvSpPr/>
              <p:nvPr/>
            </p:nvSpPr>
            <p:spPr>
              <a:xfrm flipH="1">
                <a:off x="8335399" y="4532274"/>
                <a:ext cx="95641" cy="85020"/>
              </a:xfrm>
              <a:custGeom>
                <a:rect b="b" l="l" r="r" t="t"/>
                <a:pathLst>
                  <a:path extrusionOk="0" h="10886" w="12246">
                    <a:moveTo>
                      <a:pt x="1" y="1"/>
                    </a:moveTo>
                    <a:lnTo>
                      <a:pt x="1"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8"/>
              <p:cNvSpPr/>
              <p:nvPr/>
            </p:nvSpPr>
            <p:spPr>
              <a:xfrm flipH="1">
                <a:off x="7655512" y="4447290"/>
                <a:ext cx="85012" cy="85012"/>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8"/>
              <p:cNvSpPr/>
              <p:nvPr/>
            </p:nvSpPr>
            <p:spPr>
              <a:xfrm flipH="1">
                <a:off x="7995449" y="4447290"/>
                <a:ext cx="85020" cy="85012"/>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8"/>
              <p:cNvSpPr/>
              <p:nvPr/>
            </p:nvSpPr>
            <p:spPr>
              <a:xfrm flipH="1">
                <a:off x="8335399" y="4447290"/>
                <a:ext cx="95641" cy="85012"/>
              </a:xfrm>
              <a:custGeom>
                <a:rect b="b" l="l" r="r" t="t"/>
                <a:pathLst>
                  <a:path extrusionOk="0" h="10885" w="12246">
                    <a:moveTo>
                      <a:pt x="1" y="0"/>
                    </a:moveTo>
                    <a:lnTo>
                      <a:pt x="1"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8"/>
              <p:cNvSpPr/>
              <p:nvPr/>
            </p:nvSpPr>
            <p:spPr>
              <a:xfrm flipH="1">
                <a:off x="7655512" y="4362305"/>
                <a:ext cx="85012" cy="85020"/>
              </a:xfrm>
              <a:custGeom>
                <a:rect b="b" l="l" r="r" t="t"/>
                <a:pathLst>
                  <a:path extrusionOk="0" h="10886" w="10885">
                    <a:moveTo>
                      <a:pt x="0" y="1"/>
                    </a:moveTo>
                    <a:lnTo>
                      <a:pt x="0"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8"/>
              <p:cNvSpPr/>
              <p:nvPr/>
            </p:nvSpPr>
            <p:spPr>
              <a:xfrm flipH="1">
                <a:off x="7995449" y="4362305"/>
                <a:ext cx="85020" cy="8502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8"/>
              <p:cNvSpPr/>
              <p:nvPr/>
            </p:nvSpPr>
            <p:spPr>
              <a:xfrm flipH="1">
                <a:off x="8335399" y="4362305"/>
                <a:ext cx="95641" cy="85020"/>
              </a:xfrm>
              <a:custGeom>
                <a:rect b="b" l="l" r="r" t="t"/>
                <a:pathLst>
                  <a:path extrusionOk="0" h="10886" w="12246">
                    <a:moveTo>
                      <a:pt x="1" y="1"/>
                    </a:moveTo>
                    <a:lnTo>
                      <a:pt x="1"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5" name="Google Shape;785;p8"/>
            <p:cNvSpPr/>
            <p:nvPr/>
          </p:nvSpPr>
          <p:spPr>
            <a:xfrm flipH="1">
              <a:off x="7315559" y="3767391"/>
              <a:ext cx="85020" cy="85020"/>
            </a:xfrm>
            <a:custGeom>
              <a:rect b="b" l="l" r="r" t="t"/>
              <a:pathLst>
                <a:path extrusionOk="0" h="10886" w="10886">
                  <a:moveTo>
                    <a:pt x="1" y="1"/>
                  </a:moveTo>
                  <a:lnTo>
                    <a:pt x="1" y="10885"/>
                  </a:lnTo>
                  <a:lnTo>
                    <a:pt x="10885" y="10885"/>
                  </a:lnTo>
                  <a:lnTo>
                    <a:pt x="1088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8"/>
            <p:cNvSpPr/>
            <p:nvPr/>
          </p:nvSpPr>
          <p:spPr>
            <a:xfrm flipH="1">
              <a:off x="7655512" y="3767391"/>
              <a:ext cx="85012" cy="85020"/>
            </a:xfrm>
            <a:custGeom>
              <a:rect b="b" l="l" r="r" t="t"/>
              <a:pathLst>
                <a:path extrusionOk="0" h="10886" w="10885">
                  <a:moveTo>
                    <a:pt x="0" y="1"/>
                  </a:moveTo>
                  <a:lnTo>
                    <a:pt x="0" y="10885"/>
                  </a:lnTo>
                  <a:lnTo>
                    <a:pt x="10885" y="10885"/>
                  </a:lnTo>
                  <a:lnTo>
                    <a:pt x="1088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8"/>
            <p:cNvSpPr/>
            <p:nvPr/>
          </p:nvSpPr>
          <p:spPr>
            <a:xfrm flipH="1">
              <a:off x="8080438" y="3671779"/>
              <a:ext cx="95649" cy="95641"/>
            </a:xfrm>
            <a:custGeom>
              <a:rect b="b" l="l" r="r" t="t"/>
              <a:pathLst>
                <a:path extrusionOk="0" h="12246" w="12247">
                  <a:moveTo>
                    <a:pt x="1" y="1"/>
                  </a:moveTo>
                  <a:lnTo>
                    <a:pt x="1" y="12246"/>
                  </a:lnTo>
                  <a:lnTo>
                    <a:pt x="12247" y="12246"/>
                  </a:lnTo>
                  <a:lnTo>
                    <a:pt x="12247"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8"/>
            <p:cNvSpPr/>
            <p:nvPr/>
          </p:nvSpPr>
          <p:spPr>
            <a:xfrm flipH="1">
              <a:off x="8685973" y="3597414"/>
              <a:ext cx="85012" cy="95641"/>
            </a:xfrm>
            <a:custGeom>
              <a:rect b="b" l="l" r="r" t="t"/>
              <a:pathLst>
                <a:path extrusionOk="0" h="12246" w="10885">
                  <a:moveTo>
                    <a:pt x="0" y="1"/>
                  </a:moveTo>
                  <a:lnTo>
                    <a:pt x="0" y="12245"/>
                  </a:lnTo>
                  <a:lnTo>
                    <a:pt x="10884" y="12245"/>
                  </a:lnTo>
                  <a:lnTo>
                    <a:pt x="10884"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8"/>
            <p:cNvSpPr/>
            <p:nvPr/>
          </p:nvSpPr>
          <p:spPr>
            <a:xfrm flipH="1">
              <a:off x="8685973" y="3767391"/>
              <a:ext cx="85012" cy="85020"/>
            </a:xfrm>
            <a:custGeom>
              <a:rect b="b" l="l" r="r" t="t"/>
              <a:pathLst>
                <a:path extrusionOk="0" h="10886" w="10885">
                  <a:moveTo>
                    <a:pt x="0" y="1"/>
                  </a:moveTo>
                  <a:lnTo>
                    <a:pt x="0" y="10885"/>
                  </a:lnTo>
                  <a:lnTo>
                    <a:pt x="10884" y="10885"/>
                  </a:lnTo>
                  <a:lnTo>
                    <a:pt x="10884"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8"/>
            <p:cNvSpPr/>
            <p:nvPr/>
          </p:nvSpPr>
          <p:spPr>
            <a:xfrm flipH="1">
              <a:off x="8176054" y="3501811"/>
              <a:ext cx="74390" cy="95633"/>
            </a:xfrm>
            <a:custGeom>
              <a:rect b="b" l="l" r="r" t="t"/>
              <a:pathLst>
                <a:path extrusionOk="0" h="12245" w="9525">
                  <a:moveTo>
                    <a:pt x="1" y="0"/>
                  </a:moveTo>
                  <a:lnTo>
                    <a:pt x="1" y="12245"/>
                  </a:lnTo>
                  <a:lnTo>
                    <a:pt x="9525" y="12245"/>
                  </a:lnTo>
                  <a:lnTo>
                    <a:pt x="952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8"/>
            <p:cNvSpPr/>
            <p:nvPr/>
          </p:nvSpPr>
          <p:spPr>
            <a:xfrm flipH="1">
              <a:off x="8250417" y="3501811"/>
              <a:ext cx="85012" cy="95633"/>
            </a:xfrm>
            <a:custGeom>
              <a:rect b="b" l="l" r="r" t="t"/>
              <a:pathLst>
                <a:path extrusionOk="0" h="12245" w="10885">
                  <a:moveTo>
                    <a:pt x="0" y="0"/>
                  </a:moveTo>
                  <a:lnTo>
                    <a:pt x="0" y="12245"/>
                  </a:lnTo>
                  <a:lnTo>
                    <a:pt x="10885" y="12245"/>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2" name="Google Shape;792;p8"/>
            <p:cNvGrpSpPr/>
            <p:nvPr/>
          </p:nvGrpSpPr>
          <p:grpSpPr>
            <a:xfrm>
              <a:off x="7230575" y="3501811"/>
              <a:ext cx="1540410" cy="860514"/>
              <a:chOff x="7230575" y="3501811"/>
              <a:chExt cx="1540410" cy="860514"/>
            </a:xfrm>
          </p:grpSpPr>
          <p:sp>
            <p:nvSpPr>
              <p:cNvPr id="793" name="Google Shape;793;p8"/>
              <p:cNvSpPr/>
              <p:nvPr/>
            </p:nvSpPr>
            <p:spPr>
              <a:xfrm flipH="1">
                <a:off x="7315559" y="4277321"/>
                <a:ext cx="85020" cy="85004"/>
              </a:xfrm>
              <a:custGeom>
                <a:rect b="b" l="l" r="r" t="t"/>
                <a:pathLst>
                  <a:path extrusionOk="0" h="10884" w="10886">
                    <a:moveTo>
                      <a:pt x="1" y="0"/>
                    </a:moveTo>
                    <a:lnTo>
                      <a:pt x="1"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8"/>
              <p:cNvSpPr/>
              <p:nvPr/>
            </p:nvSpPr>
            <p:spPr>
              <a:xfrm flipH="1">
                <a:off x="7400551" y="4277321"/>
                <a:ext cx="85012" cy="85004"/>
              </a:xfrm>
              <a:custGeom>
                <a:rect b="b" l="l" r="r" t="t"/>
                <a:pathLst>
                  <a:path extrusionOk="0" h="10884" w="10885">
                    <a:moveTo>
                      <a:pt x="0" y="0"/>
                    </a:moveTo>
                    <a:lnTo>
                      <a:pt x="0"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8"/>
              <p:cNvSpPr/>
              <p:nvPr/>
            </p:nvSpPr>
            <p:spPr>
              <a:xfrm flipH="1">
                <a:off x="7485535" y="4277321"/>
                <a:ext cx="85012" cy="85004"/>
              </a:xfrm>
              <a:custGeom>
                <a:rect b="b" l="l" r="r" t="t"/>
                <a:pathLst>
                  <a:path extrusionOk="0" h="10884" w="10885">
                    <a:moveTo>
                      <a:pt x="0" y="0"/>
                    </a:moveTo>
                    <a:lnTo>
                      <a:pt x="0" y="10884"/>
                    </a:lnTo>
                    <a:lnTo>
                      <a:pt x="10884" y="10884"/>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8"/>
              <p:cNvSpPr/>
              <p:nvPr/>
            </p:nvSpPr>
            <p:spPr>
              <a:xfrm flipH="1">
                <a:off x="7570520" y="4277321"/>
                <a:ext cx="85020" cy="85004"/>
              </a:xfrm>
              <a:custGeom>
                <a:rect b="b" l="l" r="r" t="t"/>
                <a:pathLst>
                  <a:path extrusionOk="0" h="10884" w="10886">
                    <a:moveTo>
                      <a:pt x="1" y="0"/>
                    </a:moveTo>
                    <a:lnTo>
                      <a:pt x="1"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8"/>
              <p:cNvSpPr/>
              <p:nvPr/>
            </p:nvSpPr>
            <p:spPr>
              <a:xfrm flipH="1">
                <a:off x="7655512" y="4277321"/>
                <a:ext cx="85012" cy="85004"/>
              </a:xfrm>
              <a:custGeom>
                <a:rect b="b" l="l" r="r" t="t"/>
                <a:pathLst>
                  <a:path extrusionOk="0" h="10884" w="10885">
                    <a:moveTo>
                      <a:pt x="0" y="0"/>
                    </a:moveTo>
                    <a:lnTo>
                      <a:pt x="0"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8"/>
              <p:cNvSpPr/>
              <p:nvPr/>
            </p:nvSpPr>
            <p:spPr>
              <a:xfrm flipH="1">
                <a:off x="7740496" y="4277321"/>
                <a:ext cx="85020" cy="85004"/>
              </a:xfrm>
              <a:custGeom>
                <a:rect b="b" l="l" r="r" t="t"/>
                <a:pathLst>
                  <a:path extrusionOk="0" h="10884" w="10886">
                    <a:moveTo>
                      <a:pt x="1" y="0"/>
                    </a:moveTo>
                    <a:lnTo>
                      <a:pt x="1"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8"/>
              <p:cNvSpPr/>
              <p:nvPr/>
            </p:nvSpPr>
            <p:spPr>
              <a:xfrm flipH="1">
                <a:off x="7825485" y="4277321"/>
                <a:ext cx="95633" cy="85004"/>
              </a:xfrm>
              <a:custGeom>
                <a:rect b="b" l="l" r="r" t="t"/>
                <a:pathLst>
                  <a:path extrusionOk="0" h="10884" w="12245">
                    <a:moveTo>
                      <a:pt x="0" y="0"/>
                    </a:moveTo>
                    <a:lnTo>
                      <a:pt x="0" y="10884"/>
                    </a:lnTo>
                    <a:lnTo>
                      <a:pt x="12245" y="1088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8"/>
              <p:cNvSpPr/>
              <p:nvPr/>
            </p:nvSpPr>
            <p:spPr>
              <a:xfrm flipH="1">
                <a:off x="7921094" y="4277321"/>
                <a:ext cx="74382" cy="85004"/>
              </a:xfrm>
              <a:custGeom>
                <a:rect b="b" l="l" r="r" t="t"/>
                <a:pathLst>
                  <a:path extrusionOk="0" h="10884" w="9524">
                    <a:moveTo>
                      <a:pt x="0" y="0"/>
                    </a:moveTo>
                    <a:lnTo>
                      <a:pt x="0" y="10884"/>
                    </a:lnTo>
                    <a:lnTo>
                      <a:pt x="9523" y="10884"/>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8"/>
              <p:cNvSpPr/>
              <p:nvPr/>
            </p:nvSpPr>
            <p:spPr>
              <a:xfrm flipH="1">
                <a:off x="7995449" y="4277321"/>
                <a:ext cx="85020" cy="85004"/>
              </a:xfrm>
              <a:custGeom>
                <a:rect b="b" l="l" r="r" t="t"/>
                <a:pathLst>
                  <a:path extrusionOk="0" h="10884" w="10886">
                    <a:moveTo>
                      <a:pt x="1" y="0"/>
                    </a:moveTo>
                    <a:lnTo>
                      <a:pt x="1"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8"/>
              <p:cNvSpPr/>
              <p:nvPr/>
            </p:nvSpPr>
            <p:spPr>
              <a:xfrm flipH="1">
                <a:off x="8080438" y="4277321"/>
                <a:ext cx="95649" cy="85004"/>
              </a:xfrm>
              <a:custGeom>
                <a:rect b="b" l="l" r="r" t="t"/>
                <a:pathLst>
                  <a:path extrusionOk="0" h="10884" w="12247">
                    <a:moveTo>
                      <a:pt x="1" y="0"/>
                    </a:moveTo>
                    <a:lnTo>
                      <a:pt x="1" y="10884"/>
                    </a:lnTo>
                    <a:lnTo>
                      <a:pt x="12247" y="10884"/>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8"/>
              <p:cNvSpPr/>
              <p:nvPr/>
            </p:nvSpPr>
            <p:spPr>
              <a:xfrm flipH="1">
                <a:off x="8176054" y="4277321"/>
                <a:ext cx="74390" cy="85004"/>
              </a:xfrm>
              <a:custGeom>
                <a:rect b="b" l="l" r="r" t="t"/>
                <a:pathLst>
                  <a:path extrusionOk="0" h="10884" w="9525">
                    <a:moveTo>
                      <a:pt x="1" y="0"/>
                    </a:moveTo>
                    <a:lnTo>
                      <a:pt x="1" y="10884"/>
                    </a:lnTo>
                    <a:lnTo>
                      <a:pt x="9525" y="1088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8"/>
              <p:cNvSpPr/>
              <p:nvPr/>
            </p:nvSpPr>
            <p:spPr>
              <a:xfrm flipH="1">
                <a:off x="8250417" y="4277321"/>
                <a:ext cx="85012" cy="85004"/>
              </a:xfrm>
              <a:custGeom>
                <a:rect b="b" l="l" r="r" t="t"/>
                <a:pathLst>
                  <a:path extrusionOk="0" h="10884" w="10885">
                    <a:moveTo>
                      <a:pt x="0" y="0"/>
                    </a:moveTo>
                    <a:lnTo>
                      <a:pt x="0"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8"/>
              <p:cNvSpPr/>
              <p:nvPr/>
            </p:nvSpPr>
            <p:spPr>
              <a:xfrm flipH="1">
                <a:off x="8335399" y="4277321"/>
                <a:ext cx="95641" cy="85004"/>
              </a:xfrm>
              <a:custGeom>
                <a:rect b="b" l="l" r="r" t="t"/>
                <a:pathLst>
                  <a:path extrusionOk="0" h="10884" w="12246">
                    <a:moveTo>
                      <a:pt x="1" y="0"/>
                    </a:moveTo>
                    <a:lnTo>
                      <a:pt x="1" y="10884"/>
                    </a:lnTo>
                    <a:lnTo>
                      <a:pt x="12245" y="1088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8"/>
              <p:cNvSpPr/>
              <p:nvPr/>
            </p:nvSpPr>
            <p:spPr>
              <a:xfrm flipH="1">
                <a:off x="8431015" y="4277321"/>
                <a:ext cx="74390" cy="85004"/>
              </a:xfrm>
              <a:custGeom>
                <a:rect b="b" l="l" r="r" t="t"/>
                <a:pathLst>
                  <a:path extrusionOk="0" h="10884" w="9525">
                    <a:moveTo>
                      <a:pt x="1" y="0"/>
                    </a:moveTo>
                    <a:lnTo>
                      <a:pt x="1" y="10884"/>
                    </a:lnTo>
                    <a:lnTo>
                      <a:pt x="9525" y="1088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8"/>
              <p:cNvSpPr/>
              <p:nvPr/>
            </p:nvSpPr>
            <p:spPr>
              <a:xfrm flipH="1">
                <a:off x="8505377" y="4277321"/>
                <a:ext cx="85012" cy="85004"/>
              </a:xfrm>
              <a:custGeom>
                <a:rect b="b" l="l" r="r" t="t"/>
                <a:pathLst>
                  <a:path extrusionOk="0" h="10884" w="10885">
                    <a:moveTo>
                      <a:pt x="0" y="0"/>
                    </a:moveTo>
                    <a:lnTo>
                      <a:pt x="0"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8"/>
              <p:cNvSpPr/>
              <p:nvPr/>
            </p:nvSpPr>
            <p:spPr>
              <a:xfrm flipH="1">
                <a:off x="8590359" y="4277321"/>
                <a:ext cx="95641" cy="85004"/>
              </a:xfrm>
              <a:custGeom>
                <a:rect b="b" l="l" r="r" t="t"/>
                <a:pathLst>
                  <a:path extrusionOk="0" h="10884" w="12246">
                    <a:moveTo>
                      <a:pt x="0" y="0"/>
                    </a:moveTo>
                    <a:lnTo>
                      <a:pt x="0" y="10884"/>
                    </a:lnTo>
                    <a:lnTo>
                      <a:pt x="12245" y="1088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8"/>
              <p:cNvSpPr/>
              <p:nvPr/>
            </p:nvSpPr>
            <p:spPr>
              <a:xfrm flipH="1">
                <a:off x="7315559" y="4181710"/>
                <a:ext cx="85020" cy="95641"/>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8"/>
              <p:cNvSpPr/>
              <p:nvPr/>
            </p:nvSpPr>
            <p:spPr>
              <a:xfrm flipH="1">
                <a:off x="7400551" y="4181710"/>
                <a:ext cx="85012" cy="95641"/>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8"/>
              <p:cNvSpPr/>
              <p:nvPr/>
            </p:nvSpPr>
            <p:spPr>
              <a:xfrm flipH="1">
                <a:off x="7485535" y="4181710"/>
                <a:ext cx="85012" cy="95641"/>
              </a:xfrm>
              <a:custGeom>
                <a:rect b="b" l="l" r="r" t="t"/>
                <a:pathLst>
                  <a:path extrusionOk="0" h="12246" w="10885">
                    <a:moveTo>
                      <a:pt x="0" y="1"/>
                    </a:moveTo>
                    <a:lnTo>
                      <a:pt x="0" y="12245"/>
                    </a:lnTo>
                    <a:lnTo>
                      <a:pt x="10884" y="1224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8"/>
              <p:cNvSpPr/>
              <p:nvPr/>
            </p:nvSpPr>
            <p:spPr>
              <a:xfrm flipH="1">
                <a:off x="7570520" y="4181710"/>
                <a:ext cx="85020" cy="95641"/>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8"/>
              <p:cNvSpPr/>
              <p:nvPr/>
            </p:nvSpPr>
            <p:spPr>
              <a:xfrm flipH="1">
                <a:off x="7655512" y="4181710"/>
                <a:ext cx="85012" cy="95641"/>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8"/>
              <p:cNvSpPr/>
              <p:nvPr/>
            </p:nvSpPr>
            <p:spPr>
              <a:xfrm flipH="1">
                <a:off x="7740496" y="4181710"/>
                <a:ext cx="85020" cy="95641"/>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8"/>
              <p:cNvSpPr/>
              <p:nvPr/>
            </p:nvSpPr>
            <p:spPr>
              <a:xfrm flipH="1">
                <a:off x="7825485" y="4181710"/>
                <a:ext cx="95633" cy="95641"/>
              </a:xfrm>
              <a:custGeom>
                <a:rect b="b" l="l" r="r" t="t"/>
                <a:pathLst>
                  <a:path extrusionOk="0" h="12246" w="12245">
                    <a:moveTo>
                      <a:pt x="0" y="1"/>
                    </a:moveTo>
                    <a:lnTo>
                      <a:pt x="0"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8"/>
              <p:cNvSpPr/>
              <p:nvPr/>
            </p:nvSpPr>
            <p:spPr>
              <a:xfrm flipH="1">
                <a:off x="7921094" y="4181710"/>
                <a:ext cx="74382" cy="95641"/>
              </a:xfrm>
              <a:custGeom>
                <a:rect b="b" l="l" r="r" t="t"/>
                <a:pathLst>
                  <a:path extrusionOk="0" h="12246" w="9524">
                    <a:moveTo>
                      <a:pt x="0" y="1"/>
                    </a:moveTo>
                    <a:lnTo>
                      <a:pt x="0" y="12245"/>
                    </a:lnTo>
                    <a:lnTo>
                      <a:pt x="9523" y="1224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8"/>
              <p:cNvSpPr/>
              <p:nvPr/>
            </p:nvSpPr>
            <p:spPr>
              <a:xfrm flipH="1">
                <a:off x="7995449" y="4181710"/>
                <a:ext cx="85020" cy="95641"/>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8"/>
              <p:cNvSpPr/>
              <p:nvPr/>
            </p:nvSpPr>
            <p:spPr>
              <a:xfrm flipH="1">
                <a:off x="8080438" y="4181710"/>
                <a:ext cx="95649" cy="95641"/>
              </a:xfrm>
              <a:custGeom>
                <a:rect b="b" l="l" r="r" t="t"/>
                <a:pathLst>
                  <a:path extrusionOk="0" h="12246" w="12247">
                    <a:moveTo>
                      <a:pt x="1" y="1"/>
                    </a:moveTo>
                    <a:lnTo>
                      <a:pt x="1" y="12245"/>
                    </a:lnTo>
                    <a:lnTo>
                      <a:pt x="12247" y="1224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8"/>
              <p:cNvSpPr/>
              <p:nvPr/>
            </p:nvSpPr>
            <p:spPr>
              <a:xfrm flipH="1">
                <a:off x="8176054" y="4181710"/>
                <a:ext cx="74390" cy="95641"/>
              </a:xfrm>
              <a:custGeom>
                <a:rect b="b" l="l" r="r" t="t"/>
                <a:pathLst>
                  <a:path extrusionOk="0" h="12246" w="9525">
                    <a:moveTo>
                      <a:pt x="1" y="1"/>
                    </a:moveTo>
                    <a:lnTo>
                      <a:pt x="1" y="12245"/>
                    </a:lnTo>
                    <a:lnTo>
                      <a:pt x="9525" y="1224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8"/>
              <p:cNvSpPr/>
              <p:nvPr/>
            </p:nvSpPr>
            <p:spPr>
              <a:xfrm flipH="1">
                <a:off x="8250417" y="4181710"/>
                <a:ext cx="85012" cy="95641"/>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8"/>
              <p:cNvSpPr/>
              <p:nvPr/>
            </p:nvSpPr>
            <p:spPr>
              <a:xfrm flipH="1">
                <a:off x="8335399" y="4181710"/>
                <a:ext cx="95641" cy="95641"/>
              </a:xfrm>
              <a:custGeom>
                <a:rect b="b" l="l" r="r" t="t"/>
                <a:pathLst>
                  <a:path extrusionOk="0" h="12246" w="12246">
                    <a:moveTo>
                      <a:pt x="1" y="1"/>
                    </a:moveTo>
                    <a:lnTo>
                      <a:pt x="1"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8"/>
              <p:cNvSpPr/>
              <p:nvPr/>
            </p:nvSpPr>
            <p:spPr>
              <a:xfrm flipH="1">
                <a:off x="8431015" y="4181710"/>
                <a:ext cx="74390" cy="95641"/>
              </a:xfrm>
              <a:custGeom>
                <a:rect b="b" l="l" r="r" t="t"/>
                <a:pathLst>
                  <a:path extrusionOk="0" h="12246" w="9525">
                    <a:moveTo>
                      <a:pt x="1" y="1"/>
                    </a:moveTo>
                    <a:lnTo>
                      <a:pt x="1" y="12245"/>
                    </a:lnTo>
                    <a:lnTo>
                      <a:pt x="9525" y="1224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8"/>
              <p:cNvSpPr/>
              <p:nvPr/>
            </p:nvSpPr>
            <p:spPr>
              <a:xfrm flipH="1">
                <a:off x="8505377" y="4181710"/>
                <a:ext cx="85012" cy="95641"/>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8"/>
              <p:cNvSpPr/>
              <p:nvPr/>
            </p:nvSpPr>
            <p:spPr>
              <a:xfrm flipH="1">
                <a:off x="8590359" y="4181710"/>
                <a:ext cx="95641" cy="95641"/>
              </a:xfrm>
              <a:custGeom>
                <a:rect b="b" l="l" r="r" t="t"/>
                <a:pathLst>
                  <a:path extrusionOk="0" h="12246" w="12246">
                    <a:moveTo>
                      <a:pt x="0" y="1"/>
                    </a:moveTo>
                    <a:lnTo>
                      <a:pt x="0"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8"/>
              <p:cNvSpPr/>
              <p:nvPr/>
            </p:nvSpPr>
            <p:spPr>
              <a:xfrm flipH="1">
                <a:off x="7315559" y="4107344"/>
                <a:ext cx="85020" cy="74390"/>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8"/>
              <p:cNvSpPr/>
              <p:nvPr/>
            </p:nvSpPr>
            <p:spPr>
              <a:xfrm flipH="1">
                <a:off x="7400551" y="4107344"/>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8"/>
              <p:cNvSpPr/>
              <p:nvPr/>
            </p:nvSpPr>
            <p:spPr>
              <a:xfrm flipH="1">
                <a:off x="7485535" y="4107344"/>
                <a:ext cx="85012" cy="74390"/>
              </a:xfrm>
              <a:custGeom>
                <a:rect b="b" l="l" r="r" t="t"/>
                <a:pathLst>
                  <a:path extrusionOk="0" h="9525" w="10885">
                    <a:moveTo>
                      <a:pt x="0" y="0"/>
                    </a:moveTo>
                    <a:lnTo>
                      <a:pt x="0" y="9525"/>
                    </a:lnTo>
                    <a:lnTo>
                      <a:pt x="10884" y="952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8"/>
              <p:cNvSpPr/>
              <p:nvPr/>
            </p:nvSpPr>
            <p:spPr>
              <a:xfrm flipH="1">
                <a:off x="7570520" y="4107344"/>
                <a:ext cx="85020" cy="74390"/>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8"/>
              <p:cNvSpPr/>
              <p:nvPr/>
            </p:nvSpPr>
            <p:spPr>
              <a:xfrm flipH="1">
                <a:off x="7655512" y="4107344"/>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8"/>
              <p:cNvSpPr/>
              <p:nvPr/>
            </p:nvSpPr>
            <p:spPr>
              <a:xfrm flipH="1">
                <a:off x="7740496" y="4107344"/>
                <a:ext cx="85020" cy="74390"/>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8"/>
              <p:cNvSpPr/>
              <p:nvPr/>
            </p:nvSpPr>
            <p:spPr>
              <a:xfrm flipH="1">
                <a:off x="7825485" y="4107344"/>
                <a:ext cx="95633" cy="74390"/>
              </a:xfrm>
              <a:custGeom>
                <a:rect b="b" l="l" r="r" t="t"/>
                <a:pathLst>
                  <a:path extrusionOk="0" h="9525" w="12245">
                    <a:moveTo>
                      <a:pt x="0" y="0"/>
                    </a:moveTo>
                    <a:lnTo>
                      <a:pt x="0"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8"/>
              <p:cNvSpPr/>
              <p:nvPr/>
            </p:nvSpPr>
            <p:spPr>
              <a:xfrm flipH="1">
                <a:off x="7921094" y="4107344"/>
                <a:ext cx="74382" cy="74390"/>
              </a:xfrm>
              <a:custGeom>
                <a:rect b="b" l="l" r="r" t="t"/>
                <a:pathLst>
                  <a:path extrusionOk="0" h="9525" w="9524">
                    <a:moveTo>
                      <a:pt x="0" y="0"/>
                    </a:moveTo>
                    <a:lnTo>
                      <a:pt x="0" y="9525"/>
                    </a:lnTo>
                    <a:lnTo>
                      <a:pt x="9523" y="9525"/>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8"/>
              <p:cNvSpPr/>
              <p:nvPr/>
            </p:nvSpPr>
            <p:spPr>
              <a:xfrm flipH="1">
                <a:off x="7995449" y="4107344"/>
                <a:ext cx="85020" cy="74390"/>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8"/>
              <p:cNvSpPr/>
              <p:nvPr/>
            </p:nvSpPr>
            <p:spPr>
              <a:xfrm flipH="1">
                <a:off x="8080438" y="4107344"/>
                <a:ext cx="95649" cy="74390"/>
              </a:xfrm>
              <a:custGeom>
                <a:rect b="b" l="l" r="r" t="t"/>
                <a:pathLst>
                  <a:path extrusionOk="0" h="9525" w="12247">
                    <a:moveTo>
                      <a:pt x="1" y="0"/>
                    </a:moveTo>
                    <a:lnTo>
                      <a:pt x="1" y="9525"/>
                    </a:lnTo>
                    <a:lnTo>
                      <a:pt x="12247" y="952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8"/>
              <p:cNvSpPr/>
              <p:nvPr/>
            </p:nvSpPr>
            <p:spPr>
              <a:xfrm flipH="1">
                <a:off x="8176054" y="4107344"/>
                <a:ext cx="74390" cy="74390"/>
              </a:xfrm>
              <a:custGeom>
                <a:rect b="b" l="l" r="r" t="t"/>
                <a:pathLst>
                  <a:path extrusionOk="0" h="9525" w="9525">
                    <a:moveTo>
                      <a:pt x="1" y="0"/>
                    </a:moveTo>
                    <a:lnTo>
                      <a:pt x="1" y="9525"/>
                    </a:lnTo>
                    <a:lnTo>
                      <a:pt x="9525" y="952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8"/>
              <p:cNvSpPr/>
              <p:nvPr/>
            </p:nvSpPr>
            <p:spPr>
              <a:xfrm flipH="1">
                <a:off x="8250417" y="4107344"/>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8"/>
              <p:cNvSpPr/>
              <p:nvPr/>
            </p:nvSpPr>
            <p:spPr>
              <a:xfrm flipH="1">
                <a:off x="8335399" y="4107344"/>
                <a:ext cx="95641" cy="74390"/>
              </a:xfrm>
              <a:custGeom>
                <a:rect b="b" l="l" r="r" t="t"/>
                <a:pathLst>
                  <a:path extrusionOk="0" h="9525" w="12246">
                    <a:moveTo>
                      <a:pt x="1" y="0"/>
                    </a:moveTo>
                    <a:lnTo>
                      <a:pt x="1"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8"/>
              <p:cNvSpPr/>
              <p:nvPr/>
            </p:nvSpPr>
            <p:spPr>
              <a:xfrm flipH="1">
                <a:off x="8431015" y="4107344"/>
                <a:ext cx="74390" cy="74390"/>
              </a:xfrm>
              <a:custGeom>
                <a:rect b="b" l="l" r="r" t="t"/>
                <a:pathLst>
                  <a:path extrusionOk="0" h="9525" w="9525">
                    <a:moveTo>
                      <a:pt x="1" y="0"/>
                    </a:moveTo>
                    <a:lnTo>
                      <a:pt x="1" y="9525"/>
                    </a:lnTo>
                    <a:lnTo>
                      <a:pt x="9525" y="952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8"/>
              <p:cNvSpPr/>
              <p:nvPr/>
            </p:nvSpPr>
            <p:spPr>
              <a:xfrm flipH="1">
                <a:off x="8505377" y="4107344"/>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8"/>
              <p:cNvSpPr/>
              <p:nvPr/>
            </p:nvSpPr>
            <p:spPr>
              <a:xfrm flipH="1">
                <a:off x="8590359" y="4107344"/>
                <a:ext cx="95641" cy="74390"/>
              </a:xfrm>
              <a:custGeom>
                <a:rect b="b" l="l" r="r" t="t"/>
                <a:pathLst>
                  <a:path extrusionOk="0" h="9525" w="12246">
                    <a:moveTo>
                      <a:pt x="0" y="0"/>
                    </a:moveTo>
                    <a:lnTo>
                      <a:pt x="0"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8"/>
              <p:cNvSpPr/>
              <p:nvPr/>
            </p:nvSpPr>
            <p:spPr>
              <a:xfrm flipH="1">
                <a:off x="7315559" y="4022352"/>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8"/>
              <p:cNvSpPr/>
              <p:nvPr/>
            </p:nvSpPr>
            <p:spPr>
              <a:xfrm flipH="1">
                <a:off x="7400551" y="4022352"/>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8"/>
              <p:cNvSpPr/>
              <p:nvPr/>
            </p:nvSpPr>
            <p:spPr>
              <a:xfrm flipH="1">
                <a:off x="7485535" y="4022352"/>
                <a:ext cx="85012" cy="8502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8"/>
              <p:cNvSpPr/>
              <p:nvPr/>
            </p:nvSpPr>
            <p:spPr>
              <a:xfrm flipH="1">
                <a:off x="7570520" y="4022352"/>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8"/>
              <p:cNvSpPr/>
              <p:nvPr/>
            </p:nvSpPr>
            <p:spPr>
              <a:xfrm flipH="1">
                <a:off x="7655512" y="4022352"/>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8"/>
              <p:cNvSpPr/>
              <p:nvPr/>
            </p:nvSpPr>
            <p:spPr>
              <a:xfrm flipH="1">
                <a:off x="7740496" y="4022352"/>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8"/>
              <p:cNvSpPr/>
              <p:nvPr/>
            </p:nvSpPr>
            <p:spPr>
              <a:xfrm flipH="1">
                <a:off x="7825485" y="4022352"/>
                <a:ext cx="95633" cy="85020"/>
              </a:xfrm>
              <a:custGeom>
                <a:rect b="b" l="l" r="r" t="t"/>
                <a:pathLst>
                  <a:path extrusionOk="0" h="10886" w="12245">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8"/>
              <p:cNvSpPr/>
              <p:nvPr/>
            </p:nvSpPr>
            <p:spPr>
              <a:xfrm flipH="1">
                <a:off x="7921094" y="4022352"/>
                <a:ext cx="74382" cy="85020"/>
              </a:xfrm>
              <a:custGeom>
                <a:rect b="b" l="l" r="r" t="t"/>
                <a:pathLst>
                  <a:path extrusionOk="0" h="10886" w="9524">
                    <a:moveTo>
                      <a:pt x="0" y="1"/>
                    </a:moveTo>
                    <a:lnTo>
                      <a:pt x="0" y="10885"/>
                    </a:lnTo>
                    <a:lnTo>
                      <a:pt x="9523" y="1088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8"/>
              <p:cNvSpPr/>
              <p:nvPr/>
            </p:nvSpPr>
            <p:spPr>
              <a:xfrm flipH="1">
                <a:off x="7995449" y="4022352"/>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8"/>
              <p:cNvSpPr/>
              <p:nvPr/>
            </p:nvSpPr>
            <p:spPr>
              <a:xfrm flipH="1">
                <a:off x="8080438" y="4022352"/>
                <a:ext cx="95649" cy="85020"/>
              </a:xfrm>
              <a:custGeom>
                <a:rect b="b" l="l" r="r" t="t"/>
                <a:pathLst>
                  <a:path extrusionOk="0" h="10886" w="12247">
                    <a:moveTo>
                      <a:pt x="1" y="1"/>
                    </a:moveTo>
                    <a:lnTo>
                      <a:pt x="1" y="10885"/>
                    </a:lnTo>
                    <a:lnTo>
                      <a:pt x="12247" y="1088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8"/>
              <p:cNvSpPr/>
              <p:nvPr/>
            </p:nvSpPr>
            <p:spPr>
              <a:xfrm flipH="1">
                <a:off x="8176054" y="4022352"/>
                <a:ext cx="74390" cy="8502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8"/>
              <p:cNvSpPr/>
              <p:nvPr/>
            </p:nvSpPr>
            <p:spPr>
              <a:xfrm flipH="1">
                <a:off x="8250417" y="4022352"/>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8"/>
              <p:cNvSpPr/>
              <p:nvPr/>
            </p:nvSpPr>
            <p:spPr>
              <a:xfrm flipH="1">
                <a:off x="8335399" y="4022352"/>
                <a:ext cx="95641" cy="85020"/>
              </a:xfrm>
              <a:custGeom>
                <a:rect b="b" l="l" r="r" t="t"/>
                <a:pathLst>
                  <a:path extrusionOk="0" h="10886" w="12246">
                    <a:moveTo>
                      <a:pt x="1" y="1"/>
                    </a:moveTo>
                    <a:lnTo>
                      <a:pt x="1"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8"/>
              <p:cNvSpPr/>
              <p:nvPr/>
            </p:nvSpPr>
            <p:spPr>
              <a:xfrm flipH="1">
                <a:off x="8431015" y="4022352"/>
                <a:ext cx="74390" cy="8502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8"/>
              <p:cNvSpPr/>
              <p:nvPr/>
            </p:nvSpPr>
            <p:spPr>
              <a:xfrm flipH="1">
                <a:off x="8505377" y="4022352"/>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8"/>
              <p:cNvSpPr/>
              <p:nvPr/>
            </p:nvSpPr>
            <p:spPr>
              <a:xfrm flipH="1">
                <a:off x="8590359" y="4022352"/>
                <a:ext cx="95641" cy="85020"/>
              </a:xfrm>
              <a:custGeom>
                <a:rect b="b" l="l" r="r" t="t"/>
                <a:pathLst>
                  <a:path extrusionOk="0" h="10886" w="12246">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8"/>
              <p:cNvSpPr/>
              <p:nvPr/>
            </p:nvSpPr>
            <p:spPr>
              <a:xfrm flipH="1">
                <a:off x="7315559" y="3926748"/>
                <a:ext cx="85020" cy="95633"/>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8"/>
              <p:cNvSpPr/>
              <p:nvPr/>
            </p:nvSpPr>
            <p:spPr>
              <a:xfrm flipH="1">
                <a:off x="7400551" y="3926748"/>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8"/>
              <p:cNvSpPr/>
              <p:nvPr/>
            </p:nvSpPr>
            <p:spPr>
              <a:xfrm flipH="1">
                <a:off x="7485535" y="3926748"/>
                <a:ext cx="85012" cy="95633"/>
              </a:xfrm>
              <a:custGeom>
                <a:rect b="b" l="l" r="r" t="t"/>
                <a:pathLst>
                  <a:path extrusionOk="0" h="12245" w="10885">
                    <a:moveTo>
                      <a:pt x="0" y="0"/>
                    </a:moveTo>
                    <a:lnTo>
                      <a:pt x="0" y="12245"/>
                    </a:lnTo>
                    <a:lnTo>
                      <a:pt x="10884" y="1224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8"/>
              <p:cNvSpPr/>
              <p:nvPr/>
            </p:nvSpPr>
            <p:spPr>
              <a:xfrm flipH="1">
                <a:off x="7570520" y="3926748"/>
                <a:ext cx="85020" cy="95633"/>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8"/>
              <p:cNvSpPr/>
              <p:nvPr/>
            </p:nvSpPr>
            <p:spPr>
              <a:xfrm flipH="1">
                <a:off x="7655512" y="3926748"/>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8"/>
              <p:cNvSpPr/>
              <p:nvPr/>
            </p:nvSpPr>
            <p:spPr>
              <a:xfrm flipH="1">
                <a:off x="7740496" y="3926748"/>
                <a:ext cx="85020" cy="95633"/>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8"/>
              <p:cNvSpPr/>
              <p:nvPr/>
            </p:nvSpPr>
            <p:spPr>
              <a:xfrm flipH="1">
                <a:off x="7825485" y="3926748"/>
                <a:ext cx="95633" cy="95633"/>
              </a:xfrm>
              <a:custGeom>
                <a:rect b="b" l="l" r="r" t="t"/>
                <a:pathLst>
                  <a:path extrusionOk="0" h="12245" w="12245">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8"/>
              <p:cNvSpPr/>
              <p:nvPr/>
            </p:nvSpPr>
            <p:spPr>
              <a:xfrm flipH="1">
                <a:off x="7921094" y="3926748"/>
                <a:ext cx="74382" cy="95633"/>
              </a:xfrm>
              <a:custGeom>
                <a:rect b="b" l="l" r="r" t="t"/>
                <a:pathLst>
                  <a:path extrusionOk="0" h="12245" w="9524">
                    <a:moveTo>
                      <a:pt x="0" y="0"/>
                    </a:moveTo>
                    <a:lnTo>
                      <a:pt x="0" y="12245"/>
                    </a:lnTo>
                    <a:lnTo>
                      <a:pt x="9523" y="12245"/>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8"/>
              <p:cNvSpPr/>
              <p:nvPr/>
            </p:nvSpPr>
            <p:spPr>
              <a:xfrm flipH="1">
                <a:off x="7995449" y="3926748"/>
                <a:ext cx="85020" cy="95633"/>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8"/>
              <p:cNvSpPr/>
              <p:nvPr/>
            </p:nvSpPr>
            <p:spPr>
              <a:xfrm flipH="1">
                <a:off x="8080438" y="3926748"/>
                <a:ext cx="95649" cy="95633"/>
              </a:xfrm>
              <a:custGeom>
                <a:rect b="b" l="l" r="r" t="t"/>
                <a:pathLst>
                  <a:path extrusionOk="0" h="12245" w="12247">
                    <a:moveTo>
                      <a:pt x="1" y="0"/>
                    </a:moveTo>
                    <a:lnTo>
                      <a:pt x="1" y="12245"/>
                    </a:lnTo>
                    <a:lnTo>
                      <a:pt x="12247" y="1224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8"/>
              <p:cNvSpPr/>
              <p:nvPr/>
            </p:nvSpPr>
            <p:spPr>
              <a:xfrm flipH="1">
                <a:off x="8176054" y="3926748"/>
                <a:ext cx="74390" cy="95633"/>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8"/>
              <p:cNvSpPr/>
              <p:nvPr/>
            </p:nvSpPr>
            <p:spPr>
              <a:xfrm flipH="1">
                <a:off x="8250417" y="3926748"/>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8"/>
              <p:cNvSpPr/>
              <p:nvPr/>
            </p:nvSpPr>
            <p:spPr>
              <a:xfrm flipH="1">
                <a:off x="8335399" y="3926748"/>
                <a:ext cx="95641" cy="95633"/>
              </a:xfrm>
              <a:custGeom>
                <a:rect b="b" l="l" r="r" t="t"/>
                <a:pathLst>
                  <a:path extrusionOk="0" h="12245" w="12246">
                    <a:moveTo>
                      <a:pt x="1" y="0"/>
                    </a:moveTo>
                    <a:lnTo>
                      <a:pt x="1"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8"/>
              <p:cNvSpPr/>
              <p:nvPr/>
            </p:nvSpPr>
            <p:spPr>
              <a:xfrm flipH="1">
                <a:off x="8431015" y="3926748"/>
                <a:ext cx="74390" cy="95633"/>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8"/>
              <p:cNvSpPr/>
              <p:nvPr/>
            </p:nvSpPr>
            <p:spPr>
              <a:xfrm flipH="1">
                <a:off x="8505377" y="3926748"/>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8"/>
              <p:cNvSpPr/>
              <p:nvPr/>
            </p:nvSpPr>
            <p:spPr>
              <a:xfrm flipH="1">
                <a:off x="8590359" y="3926748"/>
                <a:ext cx="95641" cy="95633"/>
              </a:xfrm>
              <a:custGeom>
                <a:rect b="b" l="l" r="r" t="t"/>
                <a:pathLst>
                  <a:path extrusionOk="0" h="12245" w="12246">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8"/>
              <p:cNvSpPr/>
              <p:nvPr/>
            </p:nvSpPr>
            <p:spPr>
              <a:xfrm flipH="1">
                <a:off x="7315559" y="3852383"/>
                <a:ext cx="85020" cy="74390"/>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8"/>
              <p:cNvSpPr/>
              <p:nvPr/>
            </p:nvSpPr>
            <p:spPr>
              <a:xfrm flipH="1">
                <a:off x="7400551" y="3852383"/>
                <a:ext cx="85012" cy="74390"/>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8"/>
              <p:cNvSpPr/>
              <p:nvPr/>
            </p:nvSpPr>
            <p:spPr>
              <a:xfrm flipH="1">
                <a:off x="7485535" y="3852383"/>
                <a:ext cx="85012" cy="74390"/>
              </a:xfrm>
              <a:custGeom>
                <a:rect b="b" l="l" r="r" t="t"/>
                <a:pathLst>
                  <a:path extrusionOk="0" h="9525" w="10885">
                    <a:moveTo>
                      <a:pt x="0" y="0"/>
                    </a:moveTo>
                    <a:lnTo>
                      <a:pt x="0" y="9524"/>
                    </a:lnTo>
                    <a:lnTo>
                      <a:pt x="10884" y="9524"/>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8"/>
              <p:cNvSpPr/>
              <p:nvPr/>
            </p:nvSpPr>
            <p:spPr>
              <a:xfrm flipH="1">
                <a:off x="7570520" y="3852383"/>
                <a:ext cx="85020" cy="74390"/>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8"/>
              <p:cNvSpPr/>
              <p:nvPr/>
            </p:nvSpPr>
            <p:spPr>
              <a:xfrm flipH="1">
                <a:off x="7655512" y="3852383"/>
                <a:ext cx="85012" cy="74390"/>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8"/>
              <p:cNvSpPr/>
              <p:nvPr/>
            </p:nvSpPr>
            <p:spPr>
              <a:xfrm flipH="1">
                <a:off x="7740496" y="3852383"/>
                <a:ext cx="85020" cy="74390"/>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8"/>
              <p:cNvSpPr/>
              <p:nvPr/>
            </p:nvSpPr>
            <p:spPr>
              <a:xfrm flipH="1">
                <a:off x="7825485" y="3852383"/>
                <a:ext cx="95633" cy="74390"/>
              </a:xfrm>
              <a:custGeom>
                <a:rect b="b" l="l" r="r" t="t"/>
                <a:pathLst>
                  <a:path extrusionOk="0" h="9525" w="12245">
                    <a:moveTo>
                      <a:pt x="0" y="0"/>
                    </a:moveTo>
                    <a:lnTo>
                      <a:pt x="0"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8"/>
              <p:cNvSpPr/>
              <p:nvPr/>
            </p:nvSpPr>
            <p:spPr>
              <a:xfrm flipH="1">
                <a:off x="7921094" y="3852383"/>
                <a:ext cx="74382" cy="74390"/>
              </a:xfrm>
              <a:custGeom>
                <a:rect b="b" l="l" r="r" t="t"/>
                <a:pathLst>
                  <a:path extrusionOk="0" h="9525" w="9524">
                    <a:moveTo>
                      <a:pt x="0" y="0"/>
                    </a:moveTo>
                    <a:lnTo>
                      <a:pt x="0" y="9524"/>
                    </a:lnTo>
                    <a:lnTo>
                      <a:pt x="9523" y="9524"/>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8"/>
              <p:cNvSpPr/>
              <p:nvPr/>
            </p:nvSpPr>
            <p:spPr>
              <a:xfrm flipH="1">
                <a:off x="7995449" y="3852383"/>
                <a:ext cx="85020" cy="74390"/>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8"/>
              <p:cNvSpPr/>
              <p:nvPr/>
            </p:nvSpPr>
            <p:spPr>
              <a:xfrm flipH="1">
                <a:off x="8080438" y="3852383"/>
                <a:ext cx="95649" cy="74390"/>
              </a:xfrm>
              <a:custGeom>
                <a:rect b="b" l="l" r="r" t="t"/>
                <a:pathLst>
                  <a:path extrusionOk="0" h="9525" w="12247">
                    <a:moveTo>
                      <a:pt x="1" y="0"/>
                    </a:moveTo>
                    <a:lnTo>
                      <a:pt x="1" y="9524"/>
                    </a:lnTo>
                    <a:lnTo>
                      <a:pt x="12247" y="9524"/>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8"/>
              <p:cNvSpPr/>
              <p:nvPr/>
            </p:nvSpPr>
            <p:spPr>
              <a:xfrm flipH="1">
                <a:off x="8176054" y="3852383"/>
                <a:ext cx="74390" cy="74390"/>
              </a:xfrm>
              <a:custGeom>
                <a:rect b="b" l="l" r="r" t="t"/>
                <a:pathLst>
                  <a:path extrusionOk="0" h="9525" w="9525">
                    <a:moveTo>
                      <a:pt x="1" y="0"/>
                    </a:moveTo>
                    <a:lnTo>
                      <a:pt x="1" y="9524"/>
                    </a:lnTo>
                    <a:lnTo>
                      <a:pt x="9525" y="952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8"/>
              <p:cNvSpPr/>
              <p:nvPr/>
            </p:nvSpPr>
            <p:spPr>
              <a:xfrm flipH="1">
                <a:off x="8250417" y="3852383"/>
                <a:ext cx="85012" cy="74390"/>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8"/>
              <p:cNvSpPr/>
              <p:nvPr/>
            </p:nvSpPr>
            <p:spPr>
              <a:xfrm flipH="1">
                <a:off x="8335399" y="3852383"/>
                <a:ext cx="95641" cy="74390"/>
              </a:xfrm>
              <a:custGeom>
                <a:rect b="b" l="l" r="r" t="t"/>
                <a:pathLst>
                  <a:path extrusionOk="0" h="9525" w="12246">
                    <a:moveTo>
                      <a:pt x="1" y="0"/>
                    </a:moveTo>
                    <a:lnTo>
                      <a:pt x="1"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8"/>
              <p:cNvSpPr/>
              <p:nvPr/>
            </p:nvSpPr>
            <p:spPr>
              <a:xfrm flipH="1">
                <a:off x="8431015" y="3852383"/>
                <a:ext cx="74390" cy="74390"/>
              </a:xfrm>
              <a:custGeom>
                <a:rect b="b" l="l" r="r" t="t"/>
                <a:pathLst>
                  <a:path extrusionOk="0" h="9525" w="9525">
                    <a:moveTo>
                      <a:pt x="1" y="0"/>
                    </a:moveTo>
                    <a:lnTo>
                      <a:pt x="1" y="9524"/>
                    </a:lnTo>
                    <a:lnTo>
                      <a:pt x="9525" y="952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8"/>
              <p:cNvSpPr/>
              <p:nvPr/>
            </p:nvSpPr>
            <p:spPr>
              <a:xfrm flipH="1">
                <a:off x="8505377" y="3852383"/>
                <a:ext cx="85012" cy="74390"/>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8"/>
              <p:cNvSpPr/>
              <p:nvPr/>
            </p:nvSpPr>
            <p:spPr>
              <a:xfrm flipH="1">
                <a:off x="8590359" y="3852383"/>
                <a:ext cx="95641" cy="74390"/>
              </a:xfrm>
              <a:custGeom>
                <a:rect b="b" l="l" r="r" t="t"/>
                <a:pathLst>
                  <a:path extrusionOk="0" h="9525" w="12246">
                    <a:moveTo>
                      <a:pt x="0" y="0"/>
                    </a:moveTo>
                    <a:lnTo>
                      <a:pt x="0"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8"/>
              <p:cNvSpPr/>
              <p:nvPr/>
            </p:nvSpPr>
            <p:spPr>
              <a:xfrm flipH="1">
                <a:off x="7230575" y="4192329"/>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8"/>
              <p:cNvSpPr/>
              <p:nvPr/>
            </p:nvSpPr>
            <p:spPr>
              <a:xfrm flipH="1">
                <a:off x="7230575" y="4117963"/>
                <a:ext cx="85012" cy="74390"/>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8"/>
              <p:cNvSpPr/>
              <p:nvPr/>
            </p:nvSpPr>
            <p:spPr>
              <a:xfrm flipH="1">
                <a:off x="7230575" y="4022352"/>
                <a:ext cx="85012" cy="95641"/>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8"/>
              <p:cNvSpPr/>
              <p:nvPr/>
            </p:nvSpPr>
            <p:spPr>
              <a:xfrm flipH="1">
                <a:off x="7230575" y="3937368"/>
                <a:ext cx="85012" cy="85012"/>
              </a:xfrm>
              <a:custGeom>
                <a:rect b="b" l="l" r="r" t="t"/>
                <a:pathLst>
                  <a:path extrusionOk="0" h="10885"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8"/>
              <p:cNvSpPr/>
              <p:nvPr/>
            </p:nvSpPr>
            <p:spPr>
              <a:xfrm flipH="1">
                <a:off x="7230575" y="3863002"/>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8"/>
              <p:cNvSpPr/>
              <p:nvPr/>
            </p:nvSpPr>
            <p:spPr>
              <a:xfrm flipH="1">
                <a:off x="7400551" y="3767391"/>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8"/>
              <p:cNvSpPr/>
              <p:nvPr/>
            </p:nvSpPr>
            <p:spPr>
              <a:xfrm flipH="1">
                <a:off x="7485535" y="3767391"/>
                <a:ext cx="85012" cy="8502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8"/>
              <p:cNvSpPr/>
              <p:nvPr/>
            </p:nvSpPr>
            <p:spPr>
              <a:xfrm flipH="1">
                <a:off x="7570520" y="3767391"/>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8"/>
              <p:cNvSpPr/>
              <p:nvPr/>
            </p:nvSpPr>
            <p:spPr>
              <a:xfrm flipH="1">
                <a:off x="7740496" y="3767391"/>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8"/>
              <p:cNvSpPr/>
              <p:nvPr/>
            </p:nvSpPr>
            <p:spPr>
              <a:xfrm flipH="1">
                <a:off x="7825485" y="3767391"/>
                <a:ext cx="95633" cy="85020"/>
              </a:xfrm>
              <a:custGeom>
                <a:rect b="b" l="l" r="r" t="t"/>
                <a:pathLst>
                  <a:path extrusionOk="0" h="10886" w="12245">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8"/>
              <p:cNvSpPr/>
              <p:nvPr/>
            </p:nvSpPr>
            <p:spPr>
              <a:xfrm flipH="1">
                <a:off x="7921094" y="3767391"/>
                <a:ext cx="74382" cy="85020"/>
              </a:xfrm>
              <a:custGeom>
                <a:rect b="b" l="l" r="r" t="t"/>
                <a:pathLst>
                  <a:path extrusionOk="0" h="10886" w="9524">
                    <a:moveTo>
                      <a:pt x="0" y="1"/>
                    </a:moveTo>
                    <a:lnTo>
                      <a:pt x="0" y="10885"/>
                    </a:lnTo>
                    <a:lnTo>
                      <a:pt x="9523" y="1088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8"/>
              <p:cNvSpPr/>
              <p:nvPr/>
            </p:nvSpPr>
            <p:spPr>
              <a:xfrm flipH="1">
                <a:off x="7995449" y="3767391"/>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8"/>
              <p:cNvSpPr/>
              <p:nvPr/>
            </p:nvSpPr>
            <p:spPr>
              <a:xfrm flipH="1">
                <a:off x="8080438" y="3767391"/>
                <a:ext cx="95649" cy="85020"/>
              </a:xfrm>
              <a:custGeom>
                <a:rect b="b" l="l" r="r" t="t"/>
                <a:pathLst>
                  <a:path extrusionOk="0" h="10886" w="12247">
                    <a:moveTo>
                      <a:pt x="1" y="1"/>
                    </a:moveTo>
                    <a:lnTo>
                      <a:pt x="1" y="10885"/>
                    </a:lnTo>
                    <a:lnTo>
                      <a:pt x="12247" y="1088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8"/>
              <p:cNvSpPr/>
              <p:nvPr/>
            </p:nvSpPr>
            <p:spPr>
              <a:xfrm flipH="1">
                <a:off x="8176054" y="3767391"/>
                <a:ext cx="74390" cy="8502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8"/>
              <p:cNvSpPr/>
              <p:nvPr/>
            </p:nvSpPr>
            <p:spPr>
              <a:xfrm flipH="1">
                <a:off x="8250417" y="3767391"/>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8"/>
              <p:cNvSpPr/>
              <p:nvPr/>
            </p:nvSpPr>
            <p:spPr>
              <a:xfrm flipH="1">
                <a:off x="8335399" y="3767391"/>
                <a:ext cx="95641" cy="85020"/>
              </a:xfrm>
              <a:custGeom>
                <a:rect b="b" l="l" r="r" t="t"/>
                <a:pathLst>
                  <a:path extrusionOk="0" h="10886" w="12246">
                    <a:moveTo>
                      <a:pt x="1" y="1"/>
                    </a:moveTo>
                    <a:lnTo>
                      <a:pt x="1"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8"/>
              <p:cNvSpPr/>
              <p:nvPr/>
            </p:nvSpPr>
            <p:spPr>
              <a:xfrm flipH="1">
                <a:off x="8431015" y="3767391"/>
                <a:ext cx="74390" cy="8502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8"/>
              <p:cNvSpPr/>
              <p:nvPr/>
            </p:nvSpPr>
            <p:spPr>
              <a:xfrm flipH="1">
                <a:off x="8505377" y="3767391"/>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8"/>
              <p:cNvSpPr/>
              <p:nvPr/>
            </p:nvSpPr>
            <p:spPr>
              <a:xfrm flipH="1">
                <a:off x="8590359" y="3767391"/>
                <a:ext cx="95641" cy="85020"/>
              </a:xfrm>
              <a:custGeom>
                <a:rect b="b" l="l" r="r" t="t"/>
                <a:pathLst>
                  <a:path extrusionOk="0" h="10886" w="12246">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8"/>
              <p:cNvSpPr/>
              <p:nvPr/>
            </p:nvSpPr>
            <p:spPr>
              <a:xfrm flipH="1">
                <a:off x="8176054" y="3671779"/>
                <a:ext cx="74390" cy="95641"/>
              </a:xfrm>
              <a:custGeom>
                <a:rect b="b" l="l" r="r" t="t"/>
                <a:pathLst>
                  <a:path extrusionOk="0" h="12246" w="9525">
                    <a:moveTo>
                      <a:pt x="1" y="1"/>
                    </a:moveTo>
                    <a:lnTo>
                      <a:pt x="1" y="12246"/>
                    </a:lnTo>
                    <a:lnTo>
                      <a:pt x="9525" y="12246"/>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8"/>
              <p:cNvSpPr/>
              <p:nvPr/>
            </p:nvSpPr>
            <p:spPr>
              <a:xfrm flipH="1">
                <a:off x="8250417" y="3671779"/>
                <a:ext cx="85012" cy="95641"/>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8"/>
              <p:cNvSpPr/>
              <p:nvPr/>
            </p:nvSpPr>
            <p:spPr>
              <a:xfrm flipH="1">
                <a:off x="8335399" y="3671779"/>
                <a:ext cx="95641" cy="95641"/>
              </a:xfrm>
              <a:custGeom>
                <a:rect b="b" l="l" r="r" t="t"/>
                <a:pathLst>
                  <a:path extrusionOk="0" h="12246" w="12246">
                    <a:moveTo>
                      <a:pt x="1" y="1"/>
                    </a:moveTo>
                    <a:lnTo>
                      <a:pt x="1" y="12246"/>
                    </a:lnTo>
                    <a:lnTo>
                      <a:pt x="12245" y="12246"/>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8"/>
              <p:cNvSpPr/>
              <p:nvPr/>
            </p:nvSpPr>
            <p:spPr>
              <a:xfrm flipH="1">
                <a:off x="8431015" y="3671779"/>
                <a:ext cx="74390" cy="95641"/>
              </a:xfrm>
              <a:custGeom>
                <a:rect b="b" l="l" r="r" t="t"/>
                <a:pathLst>
                  <a:path extrusionOk="0" h="12246" w="9525">
                    <a:moveTo>
                      <a:pt x="1" y="1"/>
                    </a:moveTo>
                    <a:lnTo>
                      <a:pt x="1" y="12246"/>
                    </a:lnTo>
                    <a:lnTo>
                      <a:pt x="9525" y="12246"/>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8"/>
              <p:cNvSpPr/>
              <p:nvPr/>
            </p:nvSpPr>
            <p:spPr>
              <a:xfrm flipH="1">
                <a:off x="8505377" y="3671779"/>
                <a:ext cx="85012" cy="95641"/>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8"/>
              <p:cNvSpPr/>
              <p:nvPr/>
            </p:nvSpPr>
            <p:spPr>
              <a:xfrm flipH="1">
                <a:off x="8590359" y="3671779"/>
                <a:ext cx="95641" cy="95641"/>
              </a:xfrm>
              <a:custGeom>
                <a:rect b="b" l="l" r="r" t="t"/>
                <a:pathLst>
                  <a:path extrusionOk="0" h="12246" w="12246">
                    <a:moveTo>
                      <a:pt x="0" y="1"/>
                    </a:moveTo>
                    <a:lnTo>
                      <a:pt x="0" y="12246"/>
                    </a:lnTo>
                    <a:lnTo>
                      <a:pt x="12245" y="12246"/>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8"/>
              <p:cNvSpPr/>
              <p:nvPr/>
            </p:nvSpPr>
            <p:spPr>
              <a:xfrm flipH="1">
                <a:off x="8080438" y="3597414"/>
                <a:ext cx="95649" cy="74390"/>
              </a:xfrm>
              <a:custGeom>
                <a:rect b="b" l="l" r="r" t="t"/>
                <a:pathLst>
                  <a:path extrusionOk="0" h="9525" w="12247">
                    <a:moveTo>
                      <a:pt x="1" y="1"/>
                    </a:moveTo>
                    <a:lnTo>
                      <a:pt x="1" y="9525"/>
                    </a:lnTo>
                    <a:lnTo>
                      <a:pt x="12247" y="952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8"/>
              <p:cNvSpPr/>
              <p:nvPr/>
            </p:nvSpPr>
            <p:spPr>
              <a:xfrm flipH="1">
                <a:off x="8176054" y="3597414"/>
                <a:ext cx="74390" cy="74390"/>
              </a:xfrm>
              <a:custGeom>
                <a:rect b="b" l="l" r="r" t="t"/>
                <a:pathLst>
                  <a:path extrusionOk="0" h="9525" w="9525">
                    <a:moveTo>
                      <a:pt x="1" y="1"/>
                    </a:moveTo>
                    <a:lnTo>
                      <a:pt x="1" y="9525"/>
                    </a:lnTo>
                    <a:lnTo>
                      <a:pt x="9525" y="952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8"/>
              <p:cNvSpPr/>
              <p:nvPr/>
            </p:nvSpPr>
            <p:spPr>
              <a:xfrm flipH="1">
                <a:off x="8250417" y="3597414"/>
                <a:ext cx="85012" cy="74390"/>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8"/>
              <p:cNvSpPr/>
              <p:nvPr/>
            </p:nvSpPr>
            <p:spPr>
              <a:xfrm flipH="1">
                <a:off x="8335399" y="3597414"/>
                <a:ext cx="95641" cy="74390"/>
              </a:xfrm>
              <a:custGeom>
                <a:rect b="b" l="l" r="r" t="t"/>
                <a:pathLst>
                  <a:path extrusionOk="0" h="9525" w="12246">
                    <a:moveTo>
                      <a:pt x="1" y="1"/>
                    </a:moveTo>
                    <a:lnTo>
                      <a:pt x="1" y="9525"/>
                    </a:lnTo>
                    <a:lnTo>
                      <a:pt x="12245" y="952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8"/>
              <p:cNvSpPr/>
              <p:nvPr/>
            </p:nvSpPr>
            <p:spPr>
              <a:xfrm flipH="1">
                <a:off x="8431015" y="3597414"/>
                <a:ext cx="74390" cy="74390"/>
              </a:xfrm>
              <a:custGeom>
                <a:rect b="b" l="l" r="r" t="t"/>
                <a:pathLst>
                  <a:path extrusionOk="0" h="9525" w="9525">
                    <a:moveTo>
                      <a:pt x="1" y="1"/>
                    </a:moveTo>
                    <a:lnTo>
                      <a:pt x="1" y="9525"/>
                    </a:lnTo>
                    <a:lnTo>
                      <a:pt x="9525" y="952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8"/>
              <p:cNvSpPr/>
              <p:nvPr/>
            </p:nvSpPr>
            <p:spPr>
              <a:xfrm flipH="1">
                <a:off x="8505377" y="3597414"/>
                <a:ext cx="85012" cy="74390"/>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8"/>
              <p:cNvSpPr/>
              <p:nvPr/>
            </p:nvSpPr>
            <p:spPr>
              <a:xfrm flipH="1">
                <a:off x="8590359" y="3597414"/>
                <a:ext cx="95641" cy="74390"/>
              </a:xfrm>
              <a:custGeom>
                <a:rect b="b" l="l" r="r" t="t"/>
                <a:pathLst>
                  <a:path extrusionOk="0" h="9525" w="12246">
                    <a:moveTo>
                      <a:pt x="0" y="1"/>
                    </a:moveTo>
                    <a:lnTo>
                      <a:pt x="0" y="9525"/>
                    </a:lnTo>
                    <a:lnTo>
                      <a:pt x="12245" y="952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8"/>
              <p:cNvSpPr/>
              <p:nvPr/>
            </p:nvSpPr>
            <p:spPr>
              <a:xfrm flipH="1">
                <a:off x="8685973" y="3693026"/>
                <a:ext cx="85012" cy="74390"/>
              </a:xfrm>
              <a:custGeom>
                <a:rect b="b" l="l" r="r" t="t"/>
                <a:pathLst>
                  <a:path extrusionOk="0" h="9525" w="10885">
                    <a:moveTo>
                      <a:pt x="0" y="0"/>
                    </a:moveTo>
                    <a:lnTo>
                      <a:pt x="0" y="9525"/>
                    </a:lnTo>
                    <a:lnTo>
                      <a:pt x="10884" y="952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8"/>
              <p:cNvSpPr/>
              <p:nvPr/>
            </p:nvSpPr>
            <p:spPr>
              <a:xfrm flipH="1">
                <a:off x="8685973" y="3852383"/>
                <a:ext cx="85012" cy="85012"/>
              </a:xfrm>
              <a:custGeom>
                <a:rect b="b" l="l" r="r" t="t"/>
                <a:pathLst>
                  <a:path extrusionOk="0" h="10885" w="10885">
                    <a:moveTo>
                      <a:pt x="0" y="0"/>
                    </a:moveTo>
                    <a:lnTo>
                      <a:pt x="0" y="10885"/>
                    </a:lnTo>
                    <a:lnTo>
                      <a:pt x="10884" y="1088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8"/>
              <p:cNvSpPr/>
              <p:nvPr/>
            </p:nvSpPr>
            <p:spPr>
              <a:xfrm flipH="1">
                <a:off x="8685973" y="3937368"/>
                <a:ext cx="85012" cy="85012"/>
              </a:xfrm>
              <a:custGeom>
                <a:rect b="b" l="l" r="r" t="t"/>
                <a:pathLst>
                  <a:path extrusionOk="0" h="10885"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8"/>
              <p:cNvSpPr/>
              <p:nvPr/>
            </p:nvSpPr>
            <p:spPr>
              <a:xfrm flipH="1">
                <a:off x="8685973" y="4022352"/>
                <a:ext cx="85012" cy="8502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8"/>
              <p:cNvSpPr/>
              <p:nvPr/>
            </p:nvSpPr>
            <p:spPr>
              <a:xfrm flipH="1">
                <a:off x="8685973" y="4107344"/>
                <a:ext cx="85012" cy="85012"/>
              </a:xfrm>
              <a:custGeom>
                <a:rect b="b" l="l" r="r" t="t"/>
                <a:pathLst>
                  <a:path extrusionOk="0" h="10885" w="10885">
                    <a:moveTo>
                      <a:pt x="0" y="0"/>
                    </a:moveTo>
                    <a:lnTo>
                      <a:pt x="0" y="10885"/>
                    </a:lnTo>
                    <a:lnTo>
                      <a:pt x="10884" y="1088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8"/>
              <p:cNvSpPr/>
              <p:nvPr/>
            </p:nvSpPr>
            <p:spPr>
              <a:xfrm flipH="1">
                <a:off x="8685973" y="4192329"/>
                <a:ext cx="85012" cy="8502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8"/>
              <p:cNvSpPr/>
              <p:nvPr/>
            </p:nvSpPr>
            <p:spPr>
              <a:xfrm flipH="1">
                <a:off x="8080438" y="3501811"/>
                <a:ext cx="95649" cy="95633"/>
              </a:xfrm>
              <a:custGeom>
                <a:rect b="b" l="l" r="r" t="t"/>
                <a:pathLst>
                  <a:path extrusionOk="0" h="12245" w="12247">
                    <a:moveTo>
                      <a:pt x="1" y="0"/>
                    </a:moveTo>
                    <a:lnTo>
                      <a:pt x="1" y="12245"/>
                    </a:lnTo>
                    <a:lnTo>
                      <a:pt x="12247" y="1224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8"/>
              <p:cNvSpPr/>
              <p:nvPr/>
            </p:nvSpPr>
            <p:spPr>
              <a:xfrm flipH="1">
                <a:off x="8335399" y="3501811"/>
                <a:ext cx="95641" cy="95633"/>
              </a:xfrm>
              <a:custGeom>
                <a:rect b="b" l="l" r="r" t="t"/>
                <a:pathLst>
                  <a:path extrusionOk="0" h="12245" w="12246">
                    <a:moveTo>
                      <a:pt x="1" y="0"/>
                    </a:moveTo>
                    <a:lnTo>
                      <a:pt x="1"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8"/>
              <p:cNvSpPr/>
              <p:nvPr/>
            </p:nvSpPr>
            <p:spPr>
              <a:xfrm flipH="1">
                <a:off x="8431015" y="3501811"/>
                <a:ext cx="74390" cy="95633"/>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8"/>
              <p:cNvSpPr/>
              <p:nvPr/>
            </p:nvSpPr>
            <p:spPr>
              <a:xfrm flipH="1">
                <a:off x="8505377" y="3501811"/>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8"/>
              <p:cNvSpPr/>
              <p:nvPr/>
            </p:nvSpPr>
            <p:spPr>
              <a:xfrm flipH="1">
                <a:off x="8590359" y="3501811"/>
                <a:ext cx="95641" cy="95633"/>
              </a:xfrm>
              <a:custGeom>
                <a:rect b="b" l="l" r="r" t="t"/>
                <a:pathLst>
                  <a:path extrusionOk="0" h="12245" w="12246">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32" name="Google Shape;932;p8"/>
          <p:cNvGrpSpPr/>
          <p:nvPr/>
        </p:nvGrpSpPr>
        <p:grpSpPr>
          <a:xfrm flipH="1">
            <a:off x="4772527" y="4289713"/>
            <a:ext cx="576768" cy="609899"/>
            <a:chOff x="6163859" y="4325295"/>
            <a:chExt cx="1007280" cy="1069810"/>
          </a:xfrm>
        </p:grpSpPr>
        <p:sp>
          <p:nvSpPr>
            <p:cNvPr id="933" name="Google Shape;933;p8"/>
            <p:cNvSpPr/>
            <p:nvPr/>
          </p:nvSpPr>
          <p:spPr>
            <a:xfrm>
              <a:off x="6719586" y="5332558"/>
              <a:ext cx="62541" cy="62546"/>
            </a:xfrm>
            <a:custGeom>
              <a:rect b="b" l="l" r="r" t="t"/>
              <a:pathLst>
                <a:path extrusionOk="0" h="12246" w="12245">
                  <a:moveTo>
                    <a:pt x="0" y="0"/>
                  </a:moveTo>
                  <a:lnTo>
                    <a:pt x="0" y="12245"/>
                  </a:lnTo>
                  <a:lnTo>
                    <a:pt x="12245" y="1224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8"/>
            <p:cNvSpPr/>
            <p:nvPr/>
          </p:nvSpPr>
          <p:spPr>
            <a:xfrm>
              <a:off x="6670963" y="5332558"/>
              <a:ext cx="48644" cy="62546"/>
            </a:xfrm>
            <a:custGeom>
              <a:rect b="b" l="l" r="r" t="t"/>
              <a:pathLst>
                <a:path extrusionOk="0" h="12246" w="9524">
                  <a:moveTo>
                    <a:pt x="0" y="0"/>
                  </a:moveTo>
                  <a:lnTo>
                    <a:pt x="0" y="12245"/>
                  </a:lnTo>
                  <a:lnTo>
                    <a:pt x="9523" y="1224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8"/>
            <p:cNvSpPr/>
            <p:nvPr/>
          </p:nvSpPr>
          <p:spPr>
            <a:xfrm>
              <a:off x="6615387" y="5332558"/>
              <a:ext cx="55600" cy="62546"/>
            </a:xfrm>
            <a:custGeom>
              <a:rect b="b" l="l" r="r" t="t"/>
              <a:pathLst>
                <a:path extrusionOk="0" h="12246" w="10886">
                  <a:moveTo>
                    <a:pt x="1" y="0"/>
                  </a:moveTo>
                  <a:lnTo>
                    <a:pt x="1" y="12245"/>
                  </a:lnTo>
                  <a:lnTo>
                    <a:pt x="10885" y="1224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8"/>
            <p:cNvSpPr/>
            <p:nvPr/>
          </p:nvSpPr>
          <p:spPr>
            <a:xfrm>
              <a:off x="6552862" y="5332558"/>
              <a:ext cx="62552" cy="62546"/>
            </a:xfrm>
            <a:custGeom>
              <a:rect b="b" l="l" r="r" t="t"/>
              <a:pathLst>
                <a:path extrusionOk="0" h="12246" w="12247">
                  <a:moveTo>
                    <a:pt x="1" y="0"/>
                  </a:moveTo>
                  <a:lnTo>
                    <a:pt x="1" y="12245"/>
                  </a:lnTo>
                  <a:lnTo>
                    <a:pt x="12247" y="1224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8"/>
            <p:cNvSpPr/>
            <p:nvPr/>
          </p:nvSpPr>
          <p:spPr>
            <a:xfrm>
              <a:off x="6719586" y="5276982"/>
              <a:ext cx="62541" cy="55600"/>
            </a:xfrm>
            <a:custGeom>
              <a:rect b="b" l="l" r="r" t="t"/>
              <a:pathLst>
                <a:path extrusionOk="0" h="10886"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8"/>
            <p:cNvSpPr/>
            <p:nvPr/>
          </p:nvSpPr>
          <p:spPr>
            <a:xfrm>
              <a:off x="6670963" y="5276982"/>
              <a:ext cx="48644" cy="55600"/>
            </a:xfrm>
            <a:custGeom>
              <a:rect b="b" l="l" r="r" t="t"/>
              <a:pathLst>
                <a:path extrusionOk="0" h="10886"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8"/>
            <p:cNvSpPr/>
            <p:nvPr/>
          </p:nvSpPr>
          <p:spPr>
            <a:xfrm>
              <a:off x="6615387" y="5276982"/>
              <a:ext cx="55600" cy="5560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8"/>
            <p:cNvSpPr/>
            <p:nvPr/>
          </p:nvSpPr>
          <p:spPr>
            <a:xfrm>
              <a:off x="6552862" y="5276982"/>
              <a:ext cx="62552" cy="55600"/>
            </a:xfrm>
            <a:custGeom>
              <a:rect b="b" l="l" r="r" t="t"/>
              <a:pathLst>
                <a:path extrusionOk="0" h="10886"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8"/>
            <p:cNvSpPr/>
            <p:nvPr/>
          </p:nvSpPr>
          <p:spPr>
            <a:xfrm>
              <a:off x="6719586" y="5221411"/>
              <a:ext cx="62541" cy="55595"/>
            </a:xfrm>
            <a:custGeom>
              <a:rect b="b" l="l" r="r" t="t"/>
              <a:pathLst>
                <a:path extrusionOk="0" h="10885" w="12245">
                  <a:moveTo>
                    <a:pt x="0" y="0"/>
                  </a:moveTo>
                  <a:lnTo>
                    <a:pt x="0"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8"/>
            <p:cNvSpPr/>
            <p:nvPr/>
          </p:nvSpPr>
          <p:spPr>
            <a:xfrm>
              <a:off x="6670963" y="5221411"/>
              <a:ext cx="48644" cy="55595"/>
            </a:xfrm>
            <a:custGeom>
              <a:rect b="b" l="l" r="r" t="t"/>
              <a:pathLst>
                <a:path extrusionOk="0" h="10885" w="9524">
                  <a:moveTo>
                    <a:pt x="0" y="0"/>
                  </a:moveTo>
                  <a:lnTo>
                    <a:pt x="0" y="10885"/>
                  </a:lnTo>
                  <a:lnTo>
                    <a:pt x="9523" y="1088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8"/>
            <p:cNvSpPr/>
            <p:nvPr/>
          </p:nvSpPr>
          <p:spPr>
            <a:xfrm>
              <a:off x="6615387" y="5221411"/>
              <a:ext cx="55600" cy="55595"/>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8"/>
            <p:cNvSpPr/>
            <p:nvPr/>
          </p:nvSpPr>
          <p:spPr>
            <a:xfrm>
              <a:off x="6552862" y="5221411"/>
              <a:ext cx="62552" cy="55595"/>
            </a:xfrm>
            <a:custGeom>
              <a:rect b="b" l="l" r="r" t="t"/>
              <a:pathLst>
                <a:path extrusionOk="0" h="10885" w="12247">
                  <a:moveTo>
                    <a:pt x="1" y="0"/>
                  </a:moveTo>
                  <a:lnTo>
                    <a:pt x="1" y="10885"/>
                  </a:lnTo>
                  <a:lnTo>
                    <a:pt x="12247" y="1088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8"/>
            <p:cNvSpPr/>
            <p:nvPr/>
          </p:nvSpPr>
          <p:spPr>
            <a:xfrm>
              <a:off x="6719586" y="5165834"/>
              <a:ext cx="62541" cy="55600"/>
            </a:xfrm>
            <a:custGeom>
              <a:rect b="b" l="l" r="r" t="t"/>
              <a:pathLst>
                <a:path extrusionOk="0" h="10886"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8"/>
            <p:cNvSpPr/>
            <p:nvPr/>
          </p:nvSpPr>
          <p:spPr>
            <a:xfrm>
              <a:off x="6670963" y="5165834"/>
              <a:ext cx="48644" cy="55600"/>
            </a:xfrm>
            <a:custGeom>
              <a:rect b="b" l="l" r="r" t="t"/>
              <a:pathLst>
                <a:path extrusionOk="0" h="10886"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8"/>
            <p:cNvSpPr/>
            <p:nvPr/>
          </p:nvSpPr>
          <p:spPr>
            <a:xfrm>
              <a:off x="6615387" y="5165834"/>
              <a:ext cx="55600" cy="5560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8"/>
            <p:cNvSpPr/>
            <p:nvPr/>
          </p:nvSpPr>
          <p:spPr>
            <a:xfrm>
              <a:off x="6552862" y="5165834"/>
              <a:ext cx="62552" cy="55600"/>
            </a:xfrm>
            <a:custGeom>
              <a:rect b="b" l="l" r="r" t="t"/>
              <a:pathLst>
                <a:path extrusionOk="0" h="10886"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8"/>
            <p:cNvSpPr/>
            <p:nvPr/>
          </p:nvSpPr>
          <p:spPr>
            <a:xfrm>
              <a:off x="6719586" y="5110263"/>
              <a:ext cx="62541" cy="55595"/>
            </a:xfrm>
            <a:custGeom>
              <a:rect b="b" l="l" r="r" t="t"/>
              <a:pathLst>
                <a:path extrusionOk="0" h="10885"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8"/>
            <p:cNvSpPr/>
            <p:nvPr/>
          </p:nvSpPr>
          <p:spPr>
            <a:xfrm>
              <a:off x="6670963" y="5110263"/>
              <a:ext cx="48644" cy="55595"/>
            </a:xfrm>
            <a:custGeom>
              <a:rect b="b" l="l" r="r" t="t"/>
              <a:pathLst>
                <a:path extrusionOk="0" h="10885"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8"/>
            <p:cNvSpPr/>
            <p:nvPr/>
          </p:nvSpPr>
          <p:spPr>
            <a:xfrm>
              <a:off x="6615387" y="5110263"/>
              <a:ext cx="55600" cy="55595"/>
            </a:xfrm>
            <a:custGeom>
              <a:rect b="b" l="l" r="r" t="t"/>
              <a:pathLst>
                <a:path extrusionOk="0" h="10885"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8"/>
            <p:cNvSpPr/>
            <p:nvPr/>
          </p:nvSpPr>
          <p:spPr>
            <a:xfrm>
              <a:off x="6552862" y="5110263"/>
              <a:ext cx="62552" cy="55595"/>
            </a:xfrm>
            <a:custGeom>
              <a:rect b="b" l="l" r="r" t="t"/>
              <a:pathLst>
                <a:path extrusionOk="0" h="10885"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8"/>
            <p:cNvSpPr/>
            <p:nvPr/>
          </p:nvSpPr>
          <p:spPr>
            <a:xfrm>
              <a:off x="6837677" y="5054691"/>
              <a:ext cx="55595" cy="55595"/>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8"/>
            <p:cNvSpPr/>
            <p:nvPr/>
          </p:nvSpPr>
          <p:spPr>
            <a:xfrm>
              <a:off x="6782101" y="5054691"/>
              <a:ext cx="55600" cy="55595"/>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8"/>
            <p:cNvSpPr/>
            <p:nvPr/>
          </p:nvSpPr>
          <p:spPr>
            <a:xfrm>
              <a:off x="6719586" y="5054691"/>
              <a:ext cx="62541" cy="55595"/>
            </a:xfrm>
            <a:custGeom>
              <a:rect b="b" l="l" r="r" t="t"/>
              <a:pathLst>
                <a:path extrusionOk="0" h="10885" w="12245">
                  <a:moveTo>
                    <a:pt x="0" y="0"/>
                  </a:moveTo>
                  <a:lnTo>
                    <a:pt x="0"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8"/>
            <p:cNvSpPr/>
            <p:nvPr/>
          </p:nvSpPr>
          <p:spPr>
            <a:xfrm>
              <a:off x="6670963" y="5054691"/>
              <a:ext cx="48644" cy="55595"/>
            </a:xfrm>
            <a:custGeom>
              <a:rect b="b" l="l" r="r" t="t"/>
              <a:pathLst>
                <a:path extrusionOk="0" h="10885" w="9524">
                  <a:moveTo>
                    <a:pt x="0" y="0"/>
                  </a:moveTo>
                  <a:lnTo>
                    <a:pt x="0" y="10885"/>
                  </a:lnTo>
                  <a:lnTo>
                    <a:pt x="9523" y="1088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8"/>
            <p:cNvSpPr/>
            <p:nvPr/>
          </p:nvSpPr>
          <p:spPr>
            <a:xfrm>
              <a:off x="6615387" y="5054691"/>
              <a:ext cx="55600" cy="55595"/>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8"/>
            <p:cNvSpPr/>
            <p:nvPr/>
          </p:nvSpPr>
          <p:spPr>
            <a:xfrm>
              <a:off x="6552862" y="5054691"/>
              <a:ext cx="62552" cy="55595"/>
            </a:xfrm>
            <a:custGeom>
              <a:rect b="b" l="l" r="r" t="t"/>
              <a:pathLst>
                <a:path extrusionOk="0" h="10885" w="12247">
                  <a:moveTo>
                    <a:pt x="1" y="0"/>
                  </a:moveTo>
                  <a:lnTo>
                    <a:pt x="1" y="10885"/>
                  </a:lnTo>
                  <a:lnTo>
                    <a:pt x="12247" y="1088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8"/>
            <p:cNvSpPr/>
            <p:nvPr/>
          </p:nvSpPr>
          <p:spPr>
            <a:xfrm>
              <a:off x="6504240" y="5054691"/>
              <a:ext cx="48649" cy="55595"/>
            </a:xfrm>
            <a:custGeom>
              <a:rect b="b" l="l" r="r" t="t"/>
              <a:pathLst>
                <a:path extrusionOk="0" h="10885" w="9525">
                  <a:moveTo>
                    <a:pt x="1" y="0"/>
                  </a:moveTo>
                  <a:lnTo>
                    <a:pt x="1" y="10885"/>
                  </a:lnTo>
                  <a:lnTo>
                    <a:pt x="9525" y="10885"/>
                  </a:lnTo>
                  <a:lnTo>
                    <a:pt x="952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8"/>
            <p:cNvSpPr/>
            <p:nvPr/>
          </p:nvSpPr>
          <p:spPr>
            <a:xfrm>
              <a:off x="6448669" y="5054691"/>
              <a:ext cx="55595" cy="55595"/>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8"/>
            <p:cNvSpPr/>
            <p:nvPr/>
          </p:nvSpPr>
          <p:spPr>
            <a:xfrm>
              <a:off x="6386148" y="5054691"/>
              <a:ext cx="62546" cy="55595"/>
            </a:xfrm>
            <a:custGeom>
              <a:rect b="b" l="l" r="r" t="t"/>
              <a:pathLst>
                <a:path extrusionOk="0" h="10885" w="12246">
                  <a:moveTo>
                    <a:pt x="1" y="0"/>
                  </a:moveTo>
                  <a:lnTo>
                    <a:pt x="1"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8"/>
            <p:cNvSpPr/>
            <p:nvPr/>
          </p:nvSpPr>
          <p:spPr>
            <a:xfrm>
              <a:off x="6837677" y="4999115"/>
              <a:ext cx="55595" cy="55600"/>
            </a:xfrm>
            <a:custGeom>
              <a:rect b="b" l="l" r="r" t="t"/>
              <a:pathLst>
                <a:path extrusionOk="0" h="10886" w="10885">
                  <a:moveTo>
                    <a:pt x="0" y="1"/>
                  </a:moveTo>
                  <a:lnTo>
                    <a:pt x="0"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8"/>
            <p:cNvSpPr/>
            <p:nvPr/>
          </p:nvSpPr>
          <p:spPr>
            <a:xfrm>
              <a:off x="6615387" y="4999115"/>
              <a:ext cx="55600" cy="5560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8"/>
            <p:cNvSpPr/>
            <p:nvPr/>
          </p:nvSpPr>
          <p:spPr>
            <a:xfrm>
              <a:off x="6386148" y="4999115"/>
              <a:ext cx="62546" cy="55600"/>
            </a:xfrm>
            <a:custGeom>
              <a:rect b="b" l="l" r="r" t="t"/>
              <a:pathLst>
                <a:path extrusionOk="0" h="10886" w="12246">
                  <a:moveTo>
                    <a:pt x="1" y="1"/>
                  </a:moveTo>
                  <a:lnTo>
                    <a:pt x="1"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8"/>
            <p:cNvSpPr/>
            <p:nvPr/>
          </p:nvSpPr>
          <p:spPr>
            <a:xfrm>
              <a:off x="6837677" y="4943544"/>
              <a:ext cx="55595" cy="55595"/>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8"/>
            <p:cNvSpPr/>
            <p:nvPr/>
          </p:nvSpPr>
          <p:spPr>
            <a:xfrm>
              <a:off x="6615387" y="4943544"/>
              <a:ext cx="55600" cy="55595"/>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8"/>
            <p:cNvSpPr/>
            <p:nvPr/>
          </p:nvSpPr>
          <p:spPr>
            <a:xfrm>
              <a:off x="6386148" y="4943544"/>
              <a:ext cx="62546" cy="55595"/>
            </a:xfrm>
            <a:custGeom>
              <a:rect b="b" l="l" r="r" t="t"/>
              <a:pathLst>
                <a:path extrusionOk="0" h="10885" w="12246">
                  <a:moveTo>
                    <a:pt x="1" y="0"/>
                  </a:moveTo>
                  <a:lnTo>
                    <a:pt x="1"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8"/>
            <p:cNvSpPr/>
            <p:nvPr/>
          </p:nvSpPr>
          <p:spPr>
            <a:xfrm>
              <a:off x="6837677" y="4887972"/>
              <a:ext cx="55595" cy="55600"/>
            </a:xfrm>
            <a:custGeom>
              <a:rect b="b" l="l" r="r" t="t"/>
              <a:pathLst>
                <a:path extrusionOk="0" h="10886" w="10885">
                  <a:moveTo>
                    <a:pt x="0" y="1"/>
                  </a:moveTo>
                  <a:lnTo>
                    <a:pt x="0"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8"/>
            <p:cNvSpPr/>
            <p:nvPr/>
          </p:nvSpPr>
          <p:spPr>
            <a:xfrm>
              <a:off x="6615387" y="4887972"/>
              <a:ext cx="55600" cy="5560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8"/>
            <p:cNvSpPr/>
            <p:nvPr/>
          </p:nvSpPr>
          <p:spPr>
            <a:xfrm>
              <a:off x="6386148" y="4887972"/>
              <a:ext cx="62546" cy="55600"/>
            </a:xfrm>
            <a:custGeom>
              <a:rect b="b" l="l" r="r" t="t"/>
              <a:pathLst>
                <a:path extrusionOk="0" h="10886" w="12246">
                  <a:moveTo>
                    <a:pt x="1" y="1"/>
                  </a:moveTo>
                  <a:lnTo>
                    <a:pt x="1"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8"/>
            <p:cNvSpPr/>
            <p:nvPr/>
          </p:nvSpPr>
          <p:spPr>
            <a:xfrm>
              <a:off x="7059967" y="4832401"/>
              <a:ext cx="55600" cy="55590"/>
            </a:xfrm>
            <a:custGeom>
              <a:rect b="b" l="l" r="r" t="t"/>
              <a:pathLst>
                <a:path extrusionOk="0" h="10884" w="10886">
                  <a:moveTo>
                    <a:pt x="1" y="0"/>
                  </a:moveTo>
                  <a:lnTo>
                    <a:pt x="1"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8"/>
            <p:cNvSpPr/>
            <p:nvPr/>
          </p:nvSpPr>
          <p:spPr>
            <a:xfrm>
              <a:off x="7004396" y="4832401"/>
              <a:ext cx="55595" cy="55590"/>
            </a:xfrm>
            <a:custGeom>
              <a:rect b="b" l="l" r="r" t="t"/>
              <a:pathLst>
                <a:path extrusionOk="0" h="10884" w="10885">
                  <a:moveTo>
                    <a:pt x="0" y="0"/>
                  </a:moveTo>
                  <a:lnTo>
                    <a:pt x="0"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8"/>
            <p:cNvSpPr/>
            <p:nvPr/>
          </p:nvSpPr>
          <p:spPr>
            <a:xfrm>
              <a:off x="6948824" y="4832401"/>
              <a:ext cx="55595" cy="55590"/>
            </a:xfrm>
            <a:custGeom>
              <a:rect b="b" l="l" r="r" t="t"/>
              <a:pathLst>
                <a:path extrusionOk="0" h="10884" w="10885">
                  <a:moveTo>
                    <a:pt x="0" y="0"/>
                  </a:moveTo>
                  <a:lnTo>
                    <a:pt x="0" y="10884"/>
                  </a:lnTo>
                  <a:lnTo>
                    <a:pt x="10884" y="10884"/>
                  </a:lnTo>
                  <a:lnTo>
                    <a:pt x="1088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8"/>
            <p:cNvSpPr/>
            <p:nvPr/>
          </p:nvSpPr>
          <p:spPr>
            <a:xfrm>
              <a:off x="6893248" y="4832401"/>
              <a:ext cx="55600" cy="55590"/>
            </a:xfrm>
            <a:custGeom>
              <a:rect b="b" l="l" r="r" t="t"/>
              <a:pathLst>
                <a:path extrusionOk="0" h="10884" w="10886">
                  <a:moveTo>
                    <a:pt x="1" y="0"/>
                  </a:moveTo>
                  <a:lnTo>
                    <a:pt x="1"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8"/>
            <p:cNvSpPr/>
            <p:nvPr/>
          </p:nvSpPr>
          <p:spPr>
            <a:xfrm>
              <a:off x="6837677" y="4832401"/>
              <a:ext cx="55595" cy="55590"/>
            </a:xfrm>
            <a:custGeom>
              <a:rect b="b" l="l" r="r" t="t"/>
              <a:pathLst>
                <a:path extrusionOk="0" h="10884" w="10885">
                  <a:moveTo>
                    <a:pt x="0" y="0"/>
                  </a:moveTo>
                  <a:lnTo>
                    <a:pt x="0"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8"/>
            <p:cNvSpPr/>
            <p:nvPr/>
          </p:nvSpPr>
          <p:spPr>
            <a:xfrm>
              <a:off x="6782101" y="4832401"/>
              <a:ext cx="55600" cy="55590"/>
            </a:xfrm>
            <a:custGeom>
              <a:rect b="b" l="l" r="r" t="t"/>
              <a:pathLst>
                <a:path extrusionOk="0" h="10884" w="10886">
                  <a:moveTo>
                    <a:pt x="1" y="0"/>
                  </a:moveTo>
                  <a:lnTo>
                    <a:pt x="1"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8"/>
            <p:cNvSpPr/>
            <p:nvPr/>
          </p:nvSpPr>
          <p:spPr>
            <a:xfrm>
              <a:off x="6719586" y="4832401"/>
              <a:ext cx="62541" cy="55590"/>
            </a:xfrm>
            <a:custGeom>
              <a:rect b="b" l="l" r="r" t="t"/>
              <a:pathLst>
                <a:path extrusionOk="0" h="10884" w="12245">
                  <a:moveTo>
                    <a:pt x="0" y="0"/>
                  </a:moveTo>
                  <a:lnTo>
                    <a:pt x="0" y="10884"/>
                  </a:lnTo>
                  <a:lnTo>
                    <a:pt x="12245" y="10884"/>
                  </a:lnTo>
                  <a:lnTo>
                    <a:pt x="1224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8"/>
            <p:cNvSpPr/>
            <p:nvPr/>
          </p:nvSpPr>
          <p:spPr>
            <a:xfrm>
              <a:off x="6670963" y="4832401"/>
              <a:ext cx="48644" cy="55590"/>
            </a:xfrm>
            <a:custGeom>
              <a:rect b="b" l="l" r="r" t="t"/>
              <a:pathLst>
                <a:path extrusionOk="0" h="10884" w="9524">
                  <a:moveTo>
                    <a:pt x="0" y="0"/>
                  </a:moveTo>
                  <a:lnTo>
                    <a:pt x="0" y="10884"/>
                  </a:lnTo>
                  <a:lnTo>
                    <a:pt x="9523" y="10884"/>
                  </a:lnTo>
                  <a:lnTo>
                    <a:pt x="95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8"/>
            <p:cNvSpPr/>
            <p:nvPr/>
          </p:nvSpPr>
          <p:spPr>
            <a:xfrm>
              <a:off x="6615387" y="4832401"/>
              <a:ext cx="55600" cy="55590"/>
            </a:xfrm>
            <a:custGeom>
              <a:rect b="b" l="l" r="r" t="t"/>
              <a:pathLst>
                <a:path extrusionOk="0" h="10884" w="10886">
                  <a:moveTo>
                    <a:pt x="1" y="0"/>
                  </a:moveTo>
                  <a:lnTo>
                    <a:pt x="1"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8"/>
            <p:cNvSpPr/>
            <p:nvPr/>
          </p:nvSpPr>
          <p:spPr>
            <a:xfrm>
              <a:off x="6552862" y="4832401"/>
              <a:ext cx="62552" cy="55590"/>
            </a:xfrm>
            <a:custGeom>
              <a:rect b="b" l="l" r="r" t="t"/>
              <a:pathLst>
                <a:path extrusionOk="0" h="10884" w="12247">
                  <a:moveTo>
                    <a:pt x="1" y="0"/>
                  </a:moveTo>
                  <a:lnTo>
                    <a:pt x="1" y="10884"/>
                  </a:lnTo>
                  <a:lnTo>
                    <a:pt x="12247" y="10884"/>
                  </a:lnTo>
                  <a:lnTo>
                    <a:pt x="12247"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8"/>
            <p:cNvSpPr/>
            <p:nvPr/>
          </p:nvSpPr>
          <p:spPr>
            <a:xfrm>
              <a:off x="6504240" y="4832401"/>
              <a:ext cx="48649" cy="55590"/>
            </a:xfrm>
            <a:custGeom>
              <a:rect b="b" l="l" r="r" t="t"/>
              <a:pathLst>
                <a:path extrusionOk="0" h="10884" w="9525">
                  <a:moveTo>
                    <a:pt x="1" y="0"/>
                  </a:moveTo>
                  <a:lnTo>
                    <a:pt x="1" y="10884"/>
                  </a:lnTo>
                  <a:lnTo>
                    <a:pt x="9525" y="10884"/>
                  </a:lnTo>
                  <a:lnTo>
                    <a:pt x="952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8"/>
            <p:cNvSpPr/>
            <p:nvPr/>
          </p:nvSpPr>
          <p:spPr>
            <a:xfrm>
              <a:off x="6448669" y="4832401"/>
              <a:ext cx="55595" cy="55590"/>
            </a:xfrm>
            <a:custGeom>
              <a:rect b="b" l="l" r="r" t="t"/>
              <a:pathLst>
                <a:path extrusionOk="0" h="10884" w="10885">
                  <a:moveTo>
                    <a:pt x="0" y="0"/>
                  </a:moveTo>
                  <a:lnTo>
                    <a:pt x="0"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8"/>
            <p:cNvSpPr/>
            <p:nvPr/>
          </p:nvSpPr>
          <p:spPr>
            <a:xfrm>
              <a:off x="6386148" y="4832401"/>
              <a:ext cx="62546" cy="55590"/>
            </a:xfrm>
            <a:custGeom>
              <a:rect b="b" l="l" r="r" t="t"/>
              <a:pathLst>
                <a:path extrusionOk="0" h="10884" w="12246">
                  <a:moveTo>
                    <a:pt x="1" y="0"/>
                  </a:moveTo>
                  <a:lnTo>
                    <a:pt x="1" y="10884"/>
                  </a:lnTo>
                  <a:lnTo>
                    <a:pt x="12245" y="10884"/>
                  </a:lnTo>
                  <a:lnTo>
                    <a:pt x="1224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8"/>
            <p:cNvSpPr/>
            <p:nvPr/>
          </p:nvSpPr>
          <p:spPr>
            <a:xfrm>
              <a:off x="6337521" y="4832401"/>
              <a:ext cx="48649" cy="55590"/>
            </a:xfrm>
            <a:custGeom>
              <a:rect b="b" l="l" r="r" t="t"/>
              <a:pathLst>
                <a:path extrusionOk="0" h="10884" w="9525">
                  <a:moveTo>
                    <a:pt x="1" y="0"/>
                  </a:moveTo>
                  <a:lnTo>
                    <a:pt x="1" y="10884"/>
                  </a:lnTo>
                  <a:lnTo>
                    <a:pt x="9525" y="10884"/>
                  </a:lnTo>
                  <a:lnTo>
                    <a:pt x="952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8"/>
            <p:cNvSpPr/>
            <p:nvPr/>
          </p:nvSpPr>
          <p:spPr>
            <a:xfrm>
              <a:off x="6281950" y="4832401"/>
              <a:ext cx="55595" cy="55590"/>
            </a:xfrm>
            <a:custGeom>
              <a:rect b="b" l="l" r="r" t="t"/>
              <a:pathLst>
                <a:path extrusionOk="0" h="10884" w="10885">
                  <a:moveTo>
                    <a:pt x="0" y="0"/>
                  </a:moveTo>
                  <a:lnTo>
                    <a:pt x="0"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8"/>
            <p:cNvSpPr/>
            <p:nvPr/>
          </p:nvSpPr>
          <p:spPr>
            <a:xfrm>
              <a:off x="6219430" y="4832401"/>
              <a:ext cx="62546" cy="55590"/>
            </a:xfrm>
            <a:custGeom>
              <a:rect b="b" l="l" r="r" t="t"/>
              <a:pathLst>
                <a:path extrusionOk="0" h="10884" w="12246">
                  <a:moveTo>
                    <a:pt x="0" y="0"/>
                  </a:moveTo>
                  <a:lnTo>
                    <a:pt x="0" y="10884"/>
                  </a:lnTo>
                  <a:lnTo>
                    <a:pt x="12245" y="10884"/>
                  </a:lnTo>
                  <a:lnTo>
                    <a:pt x="1224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8"/>
            <p:cNvSpPr/>
            <p:nvPr/>
          </p:nvSpPr>
          <p:spPr>
            <a:xfrm>
              <a:off x="7059967" y="4769881"/>
              <a:ext cx="55600" cy="62546"/>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8"/>
            <p:cNvSpPr/>
            <p:nvPr/>
          </p:nvSpPr>
          <p:spPr>
            <a:xfrm>
              <a:off x="7004396" y="4769881"/>
              <a:ext cx="55595" cy="62546"/>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8"/>
            <p:cNvSpPr/>
            <p:nvPr/>
          </p:nvSpPr>
          <p:spPr>
            <a:xfrm>
              <a:off x="6948824" y="4769881"/>
              <a:ext cx="55595" cy="62546"/>
            </a:xfrm>
            <a:custGeom>
              <a:rect b="b" l="l" r="r" t="t"/>
              <a:pathLst>
                <a:path extrusionOk="0" h="12246" w="10885">
                  <a:moveTo>
                    <a:pt x="0" y="1"/>
                  </a:moveTo>
                  <a:lnTo>
                    <a:pt x="0" y="12245"/>
                  </a:lnTo>
                  <a:lnTo>
                    <a:pt x="10884" y="1224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8"/>
            <p:cNvSpPr/>
            <p:nvPr/>
          </p:nvSpPr>
          <p:spPr>
            <a:xfrm>
              <a:off x="6893248" y="4769881"/>
              <a:ext cx="55600" cy="62546"/>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8"/>
            <p:cNvSpPr/>
            <p:nvPr/>
          </p:nvSpPr>
          <p:spPr>
            <a:xfrm>
              <a:off x="6837677" y="4769881"/>
              <a:ext cx="55595" cy="62546"/>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8"/>
            <p:cNvSpPr/>
            <p:nvPr/>
          </p:nvSpPr>
          <p:spPr>
            <a:xfrm>
              <a:off x="6782101" y="4769881"/>
              <a:ext cx="55600" cy="62546"/>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8"/>
            <p:cNvSpPr/>
            <p:nvPr/>
          </p:nvSpPr>
          <p:spPr>
            <a:xfrm>
              <a:off x="6719586" y="4769881"/>
              <a:ext cx="62541" cy="62546"/>
            </a:xfrm>
            <a:custGeom>
              <a:rect b="b" l="l" r="r" t="t"/>
              <a:pathLst>
                <a:path extrusionOk="0" h="12246" w="12245">
                  <a:moveTo>
                    <a:pt x="0" y="1"/>
                  </a:moveTo>
                  <a:lnTo>
                    <a:pt x="0"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8"/>
            <p:cNvSpPr/>
            <p:nvPr/>
          </p:nvSpPr>
          <p:spPr>
            <a:xfrm>
              <a:off x="6670963" y="4769881"/>
              <a:ext cx="48644" cy="62546"/>
            </a:xfrm>
            <a:custGeom>
              <a:rect b="b" l="l" r="r" t="t"/>
              <a:pathLst>
                <a:path extrusionOk="0" h="12246" w="9524">
                  <a:moveTo>
                    <a:pt x="0" y="1"/>
                  </a:moveTo>
                  <a:lnTo>
                    <a:pt x="0" y="12245"/>
                  </a:lnTo>
                  <a:lnTo>
                    <a:pt x="9523" y="1224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8"/>
            <p:cNvSpPr/>
            <p:nvPr/>
          </p:nvSpPr>
          <p:spPr>
            <a:xfrm>
              <a:off x="6615387" y="4769881"/>
              <a:ext cx="55600" cy="62546"/>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8"/>
            <p:cNvSpPr/>
            <p:nvPr/>
          </p:nvSpPr>
          <p:spPr>
            <a:xfrm>
              <a:off x="6552862" y="4769881"/>
              <a:ext cx="62552" cy="62546"/>
            </a:xfrm>
            <a:custGeom>
              <a:rect b="b" l="l" r="r" t="t"/>
              <a:pathLst>
                <a:path extrusionOk="0" h="12246" w="12247">
                  <a:moveTo>
                    <a:pt x="1" y="1"/>
                  </a:moveTo>
                  <a:lnTo>
                    <a:pt x="1" y="12245"/>
                  </a:lnTo>
                  <a:lnTo>
                    <a:pt x="12247" y="1224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8"/>
            <p:cNvSpPr/>
            <p:nvPr/>
          </p:nvSpPr>
          <p:spPr>
            <a:xfrm>
              <a:off x="6504240" y="4769881"/>
              <a:ext cx="48649" cy="62546"/>
            </a:xfrm>
            <a:custGeom>
              <a:rect b="b" l="l" r="r" t="t"/>
              <a:pathLst>
                <a:path extrusionOk="0" h="12246" w="9525">
                  <a:moveTo>
                    <a:pt x="1" y="1"/>
                  </a:moveTo>
                  <a:lnTo>
                    <a:pt x="1" y="12245"/>
                  </a:lnTo>
                  <a:lnTo>
                    <a:pt x="9525" y="1224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8"/>
            <p:cNvSpPr/>
            <p:nvPr/>
          </p:nvSpPr>
          <p:spPr>
            <a:xfrm>
              <a:off x="6448669" y="4769881"/>
              <a:ext cx="55595" cy="62546"/>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8"/>
            <p:cNvSpPr/>
            <p:nvPr/>
          </p:nvSpPr>
          <p:spPr>
            <a:xfrm>
              <a:off x="6386148" y="4769881"/>
              <a:ext cx="62546" cy="62546"/>
            </a:xfrm>
            <a:custGeom>
              <a:rect b="b" l="l" r="r" t="t"/>
              <a:pathLst>
                <a:path extrusionOk="0" h="12246" w="12246">
                  <a:moveTo>
                    <a:pt x="1" y="1"/>
                  </a:moveTo>
                  <a:lnTo>
                    <a:pt x="1"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8"/>
            <p:cNvSpPr/>
            <p:nvPr/>
          </p:nvSpPr>
          <p:spPr>
            <a:xfrm>
              <a:off x="6337521" y="4769881"/>
              <a:ext cx="48649" cy="62546"/>
            </a:xfrm>
            <a:custGeom>
              <a:rect b="b" l="l" r="r" t="t"/>
              <a:pathLst>
                <a:path extrusionOk="0" h="12246" w="9525">
                  <a:moveTo>
                    <a:pt x="1" y="1"/>
                  </a:moveTo>
                  <a:lnTo>
                    <a:pt x="1" y="12245"/>
                  </a:lnTo>
                  <a:lnTo>
                    <a:pt x="9525" y="1224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8"/>
            <p:cNvSpPr/>
            <p:nvPr/>
          </p:nvSpPr>
          <p:spPr>
            <a:xfrm>
              <a:off x="6281950" y="4769881"/>
              <a:ext cx="55595" cy="62546"/>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8"/>
            <p:cNvSpPr/>
            <p:nvPr/>
          </p:nvSpPr>
          <p:spPr>
            <a:xfrm>
              <a:off x="6219430" y="4769881"/>
              <a:ext cx="62546" cy="62546"/>
            </a:xfrm>
            <a:custGeom>
              <a:rect b="b" l="l" r="r" t="t"/>
              <a:pathLst>
                <a:path extrusionOk="0" h="12246" w="12246">
                  <a:moveTo>
                    <a:pt x="0" y="1"/>
                  </a:moveTo>
                  <a:lnTo>
                    <a:pt x="0"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8"/>
            <p:cNvSpPr/>
            <p:nvPr/>
          </p:nvSpPr>
          <p:spPr>
            <a:xfrm>
              <a:off x="7059967" y="4721253"/>
              <a:ext cx="55600" cy="48649"/>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8"/>
            <p:cNvSpPr/>
            <p:nvPr/>
          </p:nvSpPr>
          <p:spPr>
            <a:xfrm>
              <a:off x="7004396" y="4721253"/>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8"/>
            <p:cNvSpPr/>
            <p:nvPr/>
          </p:nvSpPr>
          <p:spPr>
            <a:xfrm>
              <a:off x="6948824" y="4721253"/>
              <a:ext cx="55595" cy="48649"/>
            </a:xfrm>
            <a:custGeom>
              <a:rect b="b" l="l" r="r" t="t"/>
              <a:pathLst>
                <a:path extrusionOk="0" h="9525" w="10885">
                  <a:moveTo>
                    <a:pt x="0" y="0"/>
                  </a:moveTo>
                  <a:lnTo>
                    <a:pt x="0" y="9525"/>
                  </a:lnTo>
                  <a:lnTo>
                    <a:pt x="10884" y="952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8"/>
            <p:cNvSpPr/>
            <p:nvPr/>
          </p:nvSpPr>
          <p:spPr>
            <a:xfrm>
              <a:off x="6893248" y="4721253"/>
              <a:ext cx="55600" cy="48649"/>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8"/>
            <p:cNvSpPr/>
            <p:nvPr/>
          </p:nvSpPr>
          <p:spPr>
            <a:xfrm>
              <a:off x="6837677" y="4721253"/>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8"/>
            <p:cNvSpPr/>
            <p:nvPr/>
          </p:nvSpPr>
          <p:spPr>
            <a:xfrm>
              <a:off x="6782101" y="4721253"/>
              <a:ext cx="55600" cy="48649"/>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8"/>
            <p:cNvSpPr/>
            <p:nvPr/>
          </p:nvSpPr>
          <p:spPr>
            <a:xfrm>
              <a:off x="6719586" y="4721253"/>
              <a:ext cx="62541" cy="48649"/>
            </a:xfrm>
            <a:custGeom>
              <a:rect b="b" l="l" r="r" t="t"/>
              <a:pathLst>
                <a:path extrusionOk="0" h="9525" w="12245">
                  <a:moveTo>
                    <a:pt x="0" y="0"/>
                  </a:moveTo>
                  <a:lnTo>
                    <a:pt x="0"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8"/>
            <p:cNvSpPr/>
            <p:nvPr/>
          </p:nvSpPr>
          <p:spPr>
            <a:xfrm>
              <a:off x="6670963" y="4721253"/>
              <a:ext cx="48644" cy="48649"/>
            </a:xfrm>
            <a:custGeom>
              <a:rect b="b" l="l" r="r" t="t"/>
              <a:pathLst>
                <a:path extrusionOk="0" h="9525" w="9524">
                  <a:moveTo>
                    <a:pt x="0" y="0"/>
                  </a:moveTo>
                  <a:lnTo>
                    <a:pt x="0" y="9525"/>
                  </a:lnTo>
                  <a:lnTo>
                    <a:pt x="9523" y="9525"/>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8"/>
            <p:cNvSpPr/>
            <p:nvPr/>
          </p:nvSpPr>
          <p:spPr>
            <a:xfrm>
              <a:off x="6615387" y="4721253"/>
              <a:ext cx="55600" cy="48649"/>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8"/>
            <p:cNvSpPr/>
            <p:nvPr/>
          </p:nvSpPr>
          <p:spPr>
            <a:xfrm>
              <a:off x="6552862" y="4721253"/>
              <a:ext cx="62552" cy="48649"/>
            </a:xfrm>
            <a:custGeom>
              <a:rect b="b" l="l" r="r" t="t"/>
              <a:pathLst>
                <a:path extrusionOk="0" h="9525" w="12247">
                  <a:moveTo>
                    <a:pt x="1" y="0"/>
                  </a:moveTo>
                  <a:lnTo>
                    <a:pt x="1" y="9525"/>
                  </a:lnTo>
                  <a:lnTo>
                    <a:pt x="12247" y="952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8"/>
            <p:cNvSpPr/>
            <p:nvPr/>
          </p:nvSpPr>
          <p:spPr>
            <a:xfrm>
              <a:off x="6504240" y="4721253"/>
              <a:ext cx="48649" cy="48649"/>
            </a:xfrm>
            <a:custGeom>
              <a:rect b="b" l="l" r="r" t="t"/>
              <a:pathLst>
                <a:path extrusionOk="0" h="9525" w="9525">
                  <a:moveTo>
                    <a:pt x="1" y="0"/>
                  </a:moveTo>
                  <a:lnTo>
                    <a:pt x="1" y="9525"/>
                  </a:lnTo>
                  <a:lnTo>
                    <a:pt x="9525" y="952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8"/>
            <p:cNvSpPr/>
            <p:nvPr/>
          </p:nvSpPr>
          <p:spPr>
            <a:xfrm>
              <a:off x="6448669" y="4721253"/>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8"/>
            <p:cNvSpPr/>
            <p:nvPr/>
          </p:nvSpPr>
          <p:spPr>
            <a:xfrm>
              <a:off x="6386148" y="4721253"/>
              <a:ext cx="62546" cy="48649"/>
            </a:xfrm>
            <a:custGeom>
              <a:rect b="b" l="l" r="r" t="t"/>
              <a:pathLst>
                <a:path extrusionOk="0" h="9525" w="12246">
                  <a:moveTo>
                    <a:pt x="1" y="0"/>
                  </a:moveTo>
                  <a:lnTo>
                    <a:pt x="1"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8"/>
            <p:cNvSpPr/>
            <p:nvPr/>
          </p:nvSpPr>
          <p:spPr>
            <a:xfrm>
              <a:off x="6337521" y="4721253"/>
              <a:ext cx="48649" cy="48649"/>
            </a:xfrm>
            <a:custGeom>
              <a:rect b="b" l="l" r="r" t="t"/>
              <a:pathLst>
                <a:path extrusionOk="0" h="9525" w="9525">
                  <a:moveTo>
                    <a:pt x="1" y="0"/>
                  </a:moveTo>
                  <a:lnTo>
                    <a:pt x="1" y="9525"/>
                  </a:lnTo>
                  <a:lnTo>
                    <a:pt x="9525" y="952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8"/>
            <p:cNvSpPr/>
            <p:nvPr/>
          </p:nvSpPr>
          <p:spPr>
            <a:xfrm>
              <a:off x="6281950" y="4721253"/>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8"/>
            <p:cNvSpPr/>
            <p:nvPr/>
          </p:nvSpPr>
          <p:spPr>
            <a:xfrm>
              <a:off x="6219430" y="4721253"/>
              <a:ext cx="62546" cy="48649"/>
            </a:xfrm>
            <a:custGeom>
              <a:rect b="b" l="l" r="r" t="t"/>
              <a:pathLst>
                <a:path extrusionOk="0" h="9525" w="12246">
                  <a:moveTo>
                    <a:pt x="0" y="0"/>
                  </a:moveTo>
                  <a:lnTo>
                    <a:pt x="0"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8"/>
            <p:cNvSpPr/>
            <p:nvPr/>
          </p:nvSpPr>
          <p:spPr>
            <a:xfrm>
              <a:off x="7059967" y="4665677"/>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8"/>
            <p:cNvSpPr/>
            <p:nvPr/>
          </p:nvSpPr>
          <p:spPr>
            <a:xfrm>
              <a:off x="7004396" y="4665677"/>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8"/>
            <p:cNvSpPr/>
            <p:nvPr/>
          </p:nvSpPr>
          <p:spPr>
            <a:xfrm>
              <a:off x="6948824" y="4665677"/>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8"/>
            <p:cNvSpPr/>
            <p:nvPr/>
          </p:nvSpPr>
          <p:spPr>
            <a:xfrm>
              <a:off x="6893248" y="4665677"/>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8"/>
            <p:cNvSpPr/>
            <p:nvPr/>
          </p:nvSpPr>
          <p:spPr>
            <a:xfrm>
              <a:off x="6837677" y="4665677"/>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8"/>
            <p:cNvSpPr/>
            <p:nvPr/>
          </p:nvSpPr>
          <p:spPr>
            <a:xfrm>
              <a:off x="6782101" y="4665677"/>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8"/>
            <p:cNvSpPr/>
            <p:nvPr/>
          </p:nvSpPr>
          <p:spPr>
            <a:xfrm>
              <a:off x="6719586" y="4665677"/>
              <a:ext cx="62541" cy="55600"/>
            </a:xfrm>
            <a:custGeom>
              <a:rect b="b" l="l" r="r" t="t"/>
              <a:pathLst>
                <a:path extrusionOk="0" h="10886" w="12245">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8"/>
            <p:cNvSpPr/>
            <p:nvPr/>
          </p:nvSpPr>
          <p:spPr>
            <a:xfrm>
              <a:off x="6670963" y="4665677"/>
              <a:ext cx="48644" cy="55600"/>
            </a:xfrm>
            <a:custGeom>
              <a:rect b="b" l="l" r="r" t="t"/>
              <a:pathLst>
                <a:path extrusionOk="0" h="10886" w="9524">
                  <a:moveTo>
                    <a:pt x="0" y="1"/>
                  </a:moveTo>
                  <a:lnTo>
                    <a:pt x="0" y="10885"/>
                  </a:lnTo>
                  <a:lnTo>
                    <a:pt x="9523" y="1088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8"/>
            <p:cNvSpPr/>
            <p:nvPr/>
          </p:nvSpPr>
          <p:spPr>
            <a:xfrm>
              <a:off x="6615387" y="4665677"/>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8"/>
            <p:cNvSpPr/>
            <p:nvPr/>
          </p:nvSpPr>
          <p:spPr>
            <a:xfrm>
              <a:off x="6552862" y="4665677"/>
              <a:ext cx="62552" cy="55600"/>
            </a:xfrm>
            <a:custGeom>
              <a:rect b="b" l="l" r="r" t="t"/>
              <a:pathLst>
                <a:path extrusionOk="0" h="10886" w="12247">
                  <a:moveTo>
                    <a:pt x="1" y="1"/>
                  </a:moveTo>
                  <a:lnTo>
                    <a:pt x="1" y="10885"/>
                  </a:lnTo>
                  <a:lnTo>
                    <a:pt x="12247" y="1088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8"/>
            <p:cNvSpPr/>
            <p:nvPr/>
          </p:nvSpPr>
          <p:spPr>
            <a:xfrm>
              <a:off x="6504240" y="4665677"/>
              <a:ext cx="48649" cy="5560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8"/>
            <p:cNvSpPr/>
            <p:nvPr/>
          </p:nvSpPr>
          <p:spPr>
            <a:xfrm>
              <a:off x="6448669" y="4665677"/>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8"/>
            <p:cNvSpPr/>
            <p:nvPr/>
          </p:nvSpPr>
          <p:spPr>
            <a:xfrm>
              <a:off x="6386148" y="4665677"/>
              <a:ext cx="62546" cy="55600"/>
            </a:xfrm>
            <a:custGeom>
              <a:rect b="b" l="l" r="r" t="t"/>
              <a:pathLst>
                <a:path extrusionOk="0" h="10886" w="12246">
                  <a:moveTo>
                    <a:pt x="1" y="1"/>
                  </a:moveTo>
                  <a:lnTo>
                    <a:pt x="1"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8"/>
            <p:cNvSpPr/>
            <p:nvPr/>
          </p:nvSpPr>
          <p:spPr>
            <a:xfrm>
              <a:off x="6337521" y="4665677"/>
              <a:ext cx="48649" cy="5560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8"/>
            <p:cNvSpPr/>
            <p:nvPr/>
          </p:nvSpPr>
          <p:spPr>
            <a:xfrm>
              <a:off x="6281950" y="4665677"/>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8"/>
            <p:cNvSpPr/>
            <p:nvPr/>
          </p:nvSpPr>
          <p:spPr>
            <a:xfrm>
              <a:off x="6219430" y="4665677"/>
              <a:ext cx="62546" cy="55600"/>
            </a:xfrm>
            <a:custGeom>
              <a:rect b="b" l="l" r="r" t="t"/>
              <a:pathLst>
                <a:path extrusionOk="0" h="10886" w="12246">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8"/>
            <p:cNvSpPr/>
            <p:nvPr/>
          </p:nvSpPr>
          <p:spPr>
            <a:xfrm>
              <a:off x="7059967" y="4603162"/>
              <a:ext cx="55600" cy="62541"/>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8"/>
            <p:cNvSpPr/>
            <p:nvPr/>
          </p:nvSpPr>
          <p:spPr>
            <a:xfrm>
              <a:off x="7004396" y="4603162"/>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8"/>
            <p:cNvSpPr/>
            <p:nvPr/>
          </p:nvSpPr>
          <p:spPr>
            <a:xfrm>
              <a:off x="6948824" y="4603162"/>
              <a:ext cx="55595" cy="62541"/>
            </a:xfrm>
            <a:custGeom>
              <a:rect b="b" l="l" r="r" t="t"/>
              <a:pathLst>
                <a:path extrusionOk="0" h="12245" w="10885">
                  <a:moveTo>
                    <a:pt x="0" y="0"/>
                  </a:moveTo>
                  <a:lnTo>
                    <a:pt x="0" y="12245"/>
                  </a:lnTo>
                  <a:lnTo>
                    <a:pt x="10884" y="1224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8"/>
            <p:cNvSpPr/>
            <p:nvPr/>
          </p:nvSpPr>
          <p:spPr>
            <a:xfrm>
              <a:off x="6893248" y="4603162"/>
              <a:ext cx="55600" cy="62541"/>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8"/>
            <p:cNvSpPr/>
            <p:nvPr/>
          </p:nvSpPr>
          <p:spPr>
            <a:xfrm>
              <a:off x="6837677" y="4603162"/>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8"/>
            <p:cNvSpPr/>
            <p:nvPr/>
          </p:nvSpPr>
          <p:spPr>
            <a:xfrm>
              <a:off x="6782101" y="4603162"/>
              <a:ext cx="55600" cy="62541"/>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8"/>
            <p:cNvSpPr/>
            <p:nvPr/>
          </p:nvSpPr>
          <p:spPr>
            <a:xfrm>
              <a:off x="6719586" y="4603162"/>
              <a:ext cx="62541" cy="62541"/>
            </a:xfrm>
            <a:custGeom>
              <a:rect b="b" l="l" r="r" t="t"/>
              <a:pathLst>
                <a:path extrusionOk="0" h="12245" w="12245">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8"/>
            <p:cNvSpPr/>
            <p:nvPr/>
          </p:nvSpPr>
          <p:spPr>
            <a:xfrm>
              <a:off x="6670963" y="4603162"/>
              <a:ext cx="48644" cy="62541"/>
            </a:xfrm>
            <a:custGeom>
              <a:rect b="b" l="l" r="r" t="t"/>
              <a:pathLst>
                <a:path extrusionOk="0" h="12245" w="9524">
                  <a:moveTo>
                    <a:pt x="0" y="0"/>
                  </a:moveTo>
                  <a:lnTo>
                    <a:pt x="0" y="12245"/>
                  </a:lnTo>
                  <a:lnTo>
                    <a:pt x="9523" y="12245"/>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8"/>
            <p:cNvSpPr/>
            <p:nvPr/>
          </p:nvSpPr>
          <p:spPr>
            <a:xfrm>
              <a:off x="6615387" y="4603162"/>
              <a:ext cx="55600" cy="62541"/>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8"/>
            <p:cNvSpPr/>
            <p:nvPr/>
          </p:nvSpPr>
          <p:spPr>
            <a:xfrm>
              <a:off x="6552862" y="4603162"/>
              <a:ext cx="62552" cy="62541"/>
            </a:xfrm>
            <a:custGeom>
              <a:rect b="b" l="l" r="r" t="t"/>
              <a:pathLst>
                <a:path extrusionOk="0" h="12245" w="12247">
                  <a:moveTo>
                    <a:pt x="1" y="0"/>
                  </a:moveTo>
                  <a:lnTo>
                    <a:pt x="1" y="12245"/>
                  </a:lnTo>
                  <a:lnTo>
                    <a:pt x="12247" y="1224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8"/>
            <p:cNvSpPr/>
            <p:nvPr/>
          </p:nvSpPr>
          <p:spPr>
            <a:xfrm>
              <a:off x="6504240" y="4603162"/>
              <a:ext cx="48649" cy="62541"/>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8"/>
            <p:cNvSpPr/>
            <p:nvPr/>
          </p:nvSpPr>
          <p:spPr>
            <a:xfrm>
              <a:off x="6448669" y="4603162"/>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8"/>
            <p:cNvSpPr/>
            <p:nvPr/>
          </p:nvSpPr>
          <p:spPr>
            <a:xfrm>
              <a:off x="6386148" y="4603162"/>
              <a:ext cx="62546" cy="62541"/>
            </a:xfrm>
            <a:custGeom>
              <a:rect b="b" l="l" r="r" t="t"/>
              <a:pathLst>
                <a:path extrusionOk="0" h="12245" w="12246">
                  <a:moveTo>
                    <a:pt x="1" y="0"/>
                  </a:moveTo>
                  <a:lnTo>
                    <a:pt x="1"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8"/>
            <p:cNvSpPr/>
            <p:nvPr/>
          </p:nvSpPr>
          <p:spPr>
            <a:xfrm>
              <a:off x="6337521" y="4603162"/>
              <a:ext cx="48649" cy="62541"/>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8"/>
            <p:cNvSpPr/>
            <p:nvPr/>
          </p:nvSpPr>
          <p:spPr>
            <a:xfrm>
              <a:off x="6281950" y="4603162"/>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8"/>
            <p:cNvSpPr/>
            <p:nvPr/>
          </p:nvSpPr>
          <p:spPr>
            <a:xfrm>
              <a:off x="6219430" y="4603162"/>
              <a:ext cx="62546" cy="62541"/>
            </a:xfrm>
            <a:custGeom>
              <a:rect b="b" l="l" r="r" t="t"/>
              <a:pathLst>
                <a:path extrusionOk="0" h="12245" w="12246">
                  <a:moveTo>
                    <a:pt x="0" y="0"/>
                  </a:moveTo>
                  <a:lnTo>
                    <a:pt x="0" y="12245"/>
                  </a:lnTo>
                  <a:lnTo>
                    <a:pt x="12245" y="12245"/>
                  </a:lnTo>
                  <a:lnTo>
                    <a:pt x="1224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8"/>
            <p:cNvSpPr/>
            <p:nvPr/>
          </p:nvSpPr>
          <p:spPr>
            <a:xfrm>
              <a:off x="7059967" y="4554534"/>
              <a:ext cx="55600" cy="48649"/>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8"/>
            <p:cNvSpPr/>
            <p:nvPr/>
          </p:nvSpPr>
          <p:spPr>
            <a:xfrm>
              <a:off x="7004396" y="4554534"/>
              <a:ext cx="55595" cy="48649"/>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8"/>
            <p:cNvSpPr/>
            <p:nvPr/>
          </p:nvSpPr>
          <p:spPr>
            <a:xfrm>
              <a:off x="6948824" y="4554534"/>
              <a:ext cx="55595" cy="48649"/>
            </a:xfrm>
            <a:custGeom>
              <a:rect b="b" l="l" r="r" t="t"/>
              <a:pathLst>
                <a:path extrusionOk="0" h="9525" w="10885">
                  <a:moveTo>
                    <a:pt x="0" y="0"/>
                  </a:moveTo>
                  <a:lnTo>
                    <a:pt x="0" y="9524"/>
                  </a:lnTo>
                  <a:lnTo>
                    <a:pt x="10884" y="9524"/>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8"/>
            <p:cNvSpPr/>
            <p:nvPr/>
          </p:nvSpPr>
          <p:spPr>
            <a:xfrm>
              <a:off x="6893248" y="4554534"/>
              <a:ext cx="55600" cy="48649"/>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8"/>
            <p:cNvSpPr/>
            <p:nvPr/>
          </p:nvSpPr>
          <p:spPr>
            <a:xfrm>
              <a:off x="6837677" y="4554534"/>
              <a:ext cx="55595" cy="48649"/>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8"/>
            <p:cNvSpPr/>
            <p:nvPr/>
          </p:nvSpPr>
          <p:spPr>
            <a:xfrm>
              <a:off x="6782101" y="4554534"/>
              <a:ext cx="55600" cy="48649"/>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8"/>
            <p:cNvSpPr/>
            <p:nvPr/>
          </p:nvSpPr>
          <p:spPr>
            <a:xfrm>
              <a:off x="6719586" y="4554534"/>
              <a:ext cx="62541" cy="48649"/>
            </a:xfrm>
            <a:custGeom>
              <a:rect b="b" l="l" r="r" t="t"/>
              <a:pathLst>
                <a:path extrusionOk="0" h="9525" w="12245">
                  <a:moveTo>
                    <a:pt x="0" y="0"/>
                  </a:moveTo>
                  <a:lnTo>
                    <a:pt x="0"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8"/>
            <p:cNvSpPr/>
            <p:nvPr/>
          </p:nvSpPr>
          <p:spPr>
            <a:xfrm>
              <a:off x="6670963" y="4554534"/>
              <a:ext cx="48644" cy="48649"/>
            </a:xfrm>
            <a:custGeom>
              <a:rect b="b" l="l" r="r" t="t"/>
              <a:pathLst>
                <a:path extrusionOk="0" h="9525" w="9524">
                  <a:moveTo>
                    <a:pt x="0" y="0"/>
                  </a:moveTo>
                  <a:lnTo>
                    <a:pt x="0" y="9524"/>
                  </a:lnTo>
                  <a:lnTo>
                    <a:pt x="9523" y="9524"/>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8"/>
            <p:cNvSpPr/>
            <p:nvPr/>
          </p:nvSpPr>
          <p:spPr>
            <a:xfrm>
              <a:off x="6615387" y="4554534"/>
              <a:ext cx="55600" cy="48649"/>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8"/>
            <p:cNvSpPr/>
            <p:nvPr/>
          </p:nvSpPr>
          <p:spPr>
            <a:xfrm>
              <a:off x="6552862" y="4554534"/>
              <a:ext cx="62552" cy="48649"/>
            </a:xfrm>
            <a:custGeom>
              <a:rect b="b" l="l" r="r" t="t"/>
              <a:pathLst>
                <a:path extrusionOk="0" h="9525" w="12247">
                  <a:moveTo>
                    <a:pt x="1" y="0"/>
                  </a:moveTo>
                  <a:lnTo>
                    <a:pt x="1" y="9524"/>
                  </a:lnTo>
                  <a:lnTo>
                    <a:pt x="12247" y="9524"/>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8"/>
            <p:cNvSpPr/>
            <p:nvPr/>
          </p:nvSpPr>
          <p:spPr>
            <a:xfrm>
              <a:off x="6504240" y="4554534"/>
              <a:ext cx="48649" cy="48649"/>
            </a:xfrm>
            <a:custGeom>
              <a:rect b="b" l="l" r="r" t="t"/>
              <a:pathLst>
                <a:path extrusionOk="0" h="9525" w="9525">
                  <a:moveTo>
                    <a:pt x="1" y="0"/>
                  </a:moveTo>
                  <a:lnTo>
                    <a:pt x="1" y="9524"/>
                  </a:lnTo>
                  <a:lnTo>
                    <a:pt x="9525" y="952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8"/>
            <p:cNvSpPr/>
            <p:nvPr/>
          </p:nvSpPr>
          <p:spPr>
            <a:xfrm>
              <a:off x="6448669" y="4554534"/>
              <a:ext cx="55595" cy="48649"/>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8"/>
            <p:cNvSpPr/>
            <p:nvPr/>
          </p:nvSpPr>
          <p:spPr>
            <a:xfrm>
              <a:off x="6386148" y="4554534"/>
              <a:ext cx="62546" cy="48649"/>
            </a:xfrm>
            <a:custGeom>
              <a:rect b="b" l="l" r="r" t="t"/>
              <a:pathLst>
                <a:path extrusionOk="0" h="9525" w="12246">
                  <a:moveTo>
                    <a:pt x="1" y="0"/>
                  </a:moveTo>
                  <a:lnTo>
                    <a:pt x="1"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8"/>
            <p:cNvSpPr/>
            <p:nvPr/>
          </p:nvSpPr>
          <p:spPr>
            <a:xfrm>
              <a:off x="6337521" y="4554534"/>
              <a:ext cx="48649" cy="48649"/>
            </a:xfrm>
            <a:custGeom>
              <a:rect b="b" l="l" r="r" t="t"/>
              <a:pathLst>
                <a:path extrusionOk="0" h="9525" w="9525">
                  <a:moveTo>
                    <a:pt x="1" y="0"/>
                  </a:moveTo>
                  <a:lnTo>
                    <a:pt x="1" y="9524"/>
                  </a:lnTo>
                  <a:lnTo>
                    <a:pt x="9525" y="952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8"/>
            <p:cNvSpPr/>
            <p:nvPr/>
          </p:nvSpPr>
          <p:spPr>
            <a:xfrm>
              <a:off x="6281950" y="4554534"/>
              <a:ext cx="55595" cy="48649"/>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8"/>
            <p:cNvSpPr/>
            <p:nvPr/>
          </p:nvSpPr>
          <p:spPr>
            <a:xfrm>
              <a:off x="6219430" y="4554534"/>
              <a:ext cx="62546" cy="48649"/>
            </a:xfrm>
            <a:custGeom>
              <a:rect b="b" l="l" r="r" t="t"/>
              <a:pathLst>
                <a:path extrusionOk="0" h="9525" w="12246">
                  <a:moveTo>
                    <a:pt x="0" y="0"/>
                  </a:moveTo>
                  <a:lnTo>
                    <a:pt x="0"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8"/>
            <p:cNvSpPr/>
            <p:nvPr/>
          </p:nvSpPr>
          <p:spPr>
            <a:xfrm>
              <a:off x="7059967" y="4498958"/>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8"/>
            <p:cNvSpPr/>
            <p:nvPr/>
          </p:nvSpPr>
          <p:spPr>
            <a:xfrm>
              <a:off x="7115543" y="4776825"/>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8"/>
            <p:cNvSpPr/>
            <p:nvPr/>
          </p:nvSpPr>
          <p:spPr>
            <a:xfrm>
              <a:off x="7115543" y="4728197"/>
              <a:ext cx="55595" cy="48649"/>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8"/>
            <p:cNvSpPr/>
            <p:nvPr/>
          </p:nvSpPr>
          <p:spPr>
            <a:xfrm>
              <a:off x="7115543" y="4665677"/>
              <a:ext cx="55595" cy="62546"/>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8"/>
            <p:cNvSpPr/>
            <p:nvPr/>
          </p:nvSpPr>
          <p:spPr>
            <a:xfrm>
              <a:off x="7115543" y="4610106"/>
              <a:ext cx="55595" cy="55595"/>
            </a:xfrm>
            <a:custGeom>
              <a:rect b="b" l="l" r="r" t="t"/>
              <a:pathLst>
                <a:path extrusionOk="0" h="10885"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8"/>
            <p:cNvSpPr/>
            <p:nvPr/>
          </p:nvSpPr>
          <p:spPr>
            <a:xfrm>
              <a:off x="7115543" y="4561478"/>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8"/>
            <p:cNvSpPr/>
            <p:nvPr/>
          </p:nvSpPr>
          <p:spPr>
            <a:xfrm>
              <a:off x="7004396" y="4498958"/>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8"/>
            <p:cNvSpPr/>
            <p:nvPr/>
          </p:nvSpPr>
          <p:spPr>
            <a:xfrm>
              <a:off x="6948824" y="4498958"/>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8"/>
            <p:cNvSpPr/>
            <p:nvPr/>
          </p:nvSpPr>
          <p:spPr>
            <a:xfrm>
              <a:off x="6893248" y="4498958"/>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8"/>
            <p:cNvSpPr/>
            <p:nvPr/>
          </p:nvSpPr>
          <p:spPr>
            <a:xfrm>
              <a:off x="6837677" y="4498958"/>
              <a:ext cx="55595" cy="55600"/>
            </a:xfrm>
            <a:custGeom>
              <a:rect b="b" l="l" r="r" t="t"/>
              <a:pathLst>
                <a:path extrusionOk="0" h="10886" w="10885">
                  <a:moveTo>
                    <a:pt x="0" y="1"/>
                  </a:moveTo>
                  <a:lnTo>
                    <a:pt x="0" y="10885"/>
                  </a:lnTo>
                  <a:lnTo>
                    <a:pt x="10885" y="10885"/>
                  </a:lnTo>
                  <a:lnTo>
                    <a:pt x="1088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8"/>
            <p:cNvSpPr/>
            <p:nvPr/>
          </p:nvSpPr>
          <p:spPr>
            <a:xfrm>
              <a:off x="6782101" y="4498958"/>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8"/>
            <p:cNvSpPr/>
            <p:nvPr/>
          </p:nvSpPr>
          <p:spPr>
            <a:xfrm>
              <a:off x="6719586" y="4498958"/>
              <a:ext cx="62541" cy="55600"/>
            </a:xfrm>
            <a:custGeom>
              <a:rect b="b" l="l" r="r" t="t"/>
              <a:pathLst>
                <a:path extrusionOk="0" h="10886" w="12245">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8"/>
            <p:cNvSpPr/>
            <p:nvPr/>
          </p:nvSpPr>
          <p:spPr>
            <a:xfrm>
              <a:off x="6670963" y="4498958"/>
              <a:ext cx="48644" cy="55600"/>
            </a:xfrm>
            <a:custGeom>
              <a:rect b="b" l="l" r="r" t="t"/>
              <a:pathLst>
                <a:path extrusionOk="0" h="10886" w="9524">
                  <a:moveTo>
                    <a:pt x="0" y="1"/>
                  </a:moveTo>
                  <a:lnTo>
                    <a:pt x="0" y="10885"/>
                  </a:lnTo>
                  <a:lnTo>
                    <a:pt x="9523" y="1088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8"/>
            <p:cNvSpPr/>
            <p:nvPr/>
          </p:nvSpPr>
          <p:spPr>
            <a:xfrm>
              <a:off x="6615387" y="4498958"/>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8"/>
            <p:cNvSpPr/>
            <p:nvPr/>
          </p:nvSpPr>
          <p:spPr>
            <a:xfrm>
              <a:off x="6552862" y="4498958"/>
              <a:ext cx="62552" cy="55600"/>
            </a:xfrm>
            <a:custGeom>
              <a:rect b="b" l="l" r="r" t="t"/>
              <a:pathLst>
                <a:path extrusionOk="0" h="10886" w="12247">
                  <a:moveTo>
                    <a:pt x="1" y="1"/>
                  </a:moveTo>
                  <a:lnTo>
                    <a:pt x="1" y="10885"/>
                  </a:lnTo>
                  <a:lnTo>
                    <a:pt x="12247" y="1088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8"/>
            <p:cNvSpPr/>
            <p:nvPr/>
          </p:nvSpPr>
          <p:spPr>
            <a:xfrm>
              <a:off x="6504240" y="4498958"/>
              <a:ext cx="48649" cy="5560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8"/>
            <p:cNvSpPr/>
            <p:nvPr/>
          </p:nvSpPr>
          <p:spPr>
            <a:xfrm>
              <a:off x="6448669" y="4498958"/>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8"/>
            <p:cNvSpPr/>
            <p:nvPr/>
          </p:nvSpPr>
          <p:spPr>
            <a:xfrm>
              <a:off x="6386148" y="4498958"/>
              <a:ext cx="62546" cy="55600"/>
            </a:xfrm>
            <a:custGeom>
              <a:rect b="b" l="l" r="r" t="t"/>
              <a:pathLst>
                <a:path extrusionOk="0" h="10886" w="12246">
                  <a:moveTo>
                    <a:pt x="1" y="1"/>
                  </a:moveTo>
                  <a:lnTo>
                    <a:pt x="1"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8"/>
            <p:cNvSpPr/>
            <p:nvPr/>
          </p:nvSpPr>
          <p:spPr>
            <a:xfrm>
              <a:off x="6337521" y="4498958"/>
              <a:ext cx="48649" cy="5560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8"/>
            <p:cNvSpPr/>
            <p:nvPr/>
          </p:nvSpPr>
          <p:spPr>
            <a:xfrm>
              <a:off x="6281950" y="4498958"/>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8"/>
            <p:cNvSpPr/>
            <p:nvPr/>
          </p:nvSpPr>
          <p:spPr>
            <a:xfrm>
              <a:off x="6219430" y="4498958"/>
              <a:ext cx="62546" cy="55600"/>
            </a:xfrm>
            <a:custGeom>
              <a:rect b="b" l="l" r="r" t="t"/>
              <a:pathLst>
                <a:path extrusionOk="0" h="10886" w="12246">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8"/>
            <p:cNvSpPr/>
            <p:nvPr/>
          </p:nvSpPr>
          <p:spPr>
            <a:xfrm>
              <a:off x="6552862" y="4436437"/>
              <a:ext cx="62552" cy="62546"/>
            </a:xfrm>
            <a:custGeom>
              <a:rect b="b" l="l" r="r" t="t"/>
              <a:pathLst>
                <a:path extrusionOk="0" h="12246" w="12247">
                  <a:moveTo>
                    <a:pt x="1" y="1"/>
                  </a:moveTo>
                  <a:lnTo>
                    <a:pt x="1" y="12246"/>
                  </a:lnTo>
                  <a:lnTo>
                    <a:pt x="12247" y="12246"/>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8"/>
            <p:cNvSpPr/>
            <p:nvPr/>
          </p:nvSpPr>
          <p:spPr>
            <a:xfrm>
              <a:off x="6504240" y="4436437"/>
              <a:ext cx="48649" cy="62546"/>
            </a:xfrm>
            <a:custGeom>
              <a:rect b="b" l="l" r="r" t="t"/>
              <a:pathLst>
                <a:path extrusionOk="0" h="12246" w="9525">
                  <a:moveTo>
                    <a:pt x="1" y="1"/>
                  </a:moveTo>
                  <a:lnTo>
                    <a:pt x="1" y="12246"/>
                  </a:lnTo>
                  <a:lnTo>
                    <a:pt x="9525" y="12246"/>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8"/>
            <p:cNvSpPr/>
            <p:nvPr/>
          </p:nvSpPr>
          <p:spPr>
            <a:xfrm>
              <a:off x="6448669" y="4436437"/>
              <a:ext cx="55595" cy="62546"/>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8"/>
            <p:cNvSpPr/>
            <p:nvPr/>
          </p:nvSpPr>
          <p:spPr>
            <a:xfrm>
              <a:off x="6386148" y="4436437"/>
              <a:ext cx="62546" cy="62546"/>
            </a:xfrm>
            <a:custGeom>
              <a:rect b="b" l="l" r="r" t="t"/>
              <a:pathLst>
                <a:path extrusionOk="0" h="12246" w="12246">
                  <a:moveTo>
                    <a:pt x="1" y="1"/>
                  </a:moveTo>
                  <a:lnTo>
                    <a:pt x="1" y="12246"/>
                  </a:lnTo>
                  <a:lnTo>
                    <a:pt x="12245" y="12246"/>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8"/>
            <p:cNvSpPr/>
            <p:nvPr/>
          </p:nvSpPr>
          <p:spPr>
            <a:xfrm>
              <a:off x="6337521" y="4436437"/>
              <a:ext cx="48649" cy="62546"/>
            </a:xfrm>
            <a:custGeom>
              <a:rect b="b" l="l" r="r" t="t"/>
              <a:pathLst>
                <a:path extrusionOk="0" h="12246" w="9525">
                  <a:moveTo>
                    <a:pt x="1" y="1"/>
                  </a:moveTo>
                  <a:lnTo>
                    <a:pt x="1" y="12246"/>
                  </a:lnTo>
                  <a:lnTo>
                    <a:pt x="9525" y="12246"/>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8"/>
            <p:cNvSpPr/>
            <p:nvPr/>
          </p:nvSpPr>
          <p:spPr>
            <a:xfrm>
              <a:off x="6281950" y="4436437"/>
              <a:ext cx="55595" cy="62546"/>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8"/>
            <p:cNvSpPr/>
            <p:nvPr/>
          </p:nvSpPr>
          <p:spPr>
            <a:xfrm>
              <a:off x="6219430" y="4436437"/>
              <a:ext cx="62546" cy="62546"/>
            </a:xfrm>
            <a:custGeom>
              <a:rect b="b" l="l" r="r" t="t"/>
              <a:pathLst>
                <a:path extrusionOk="0" h="12246" w="12246">
                  <a:moveTo>
                    <a:pt x="0" y="1"/>
                  </a:moveTo>
                  <a:lnTo>
                    <a:pt x="0" y="12246"/>
                  </a:lnTo>
                  <a:lnTo>
                    <a:pt x="12245" y="12246"/>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8"/>
            <p:cNvSpPr/>
            <p:nvPr/>
          </p:nvSpPr>
          <p:spPr>
            <a:xfrm>
              <a:off x="6552862" y="4387810"/>
              <a:ext cx="62552" cy="48649"/>
            </a:xfrm>
            <a:custGeom>
              <a:rect b="b" l="l" r="r" t="t"/>
              <a:pathLst>
                <a:path extrusionOk="0" h="9525" w="12247">
                  <a:moveTo>
                    <a:pt x="1" y="1"/>
                  </a:moveTo>
                  <a:lnTo>
                    <a:pt x="1" y="9525"/>
                  </a:lnTo>
                  <a:lnTo>
                    <a:pt x="12247" y="952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8"/>
            <p:cNvSpPr/>
            <p:nvPr/>
          </p:nvSpPr>
          <p:spPr>
            <a:xfrm>
              <a:off x="6504240" y="4387810"/>
              <a:ext cx="48649" cy="48649"/>
            </a:xfrm>
            <a:custGeom>
              <a:rect b="b" l="l" r="r" t="t"/>
              <a:pathLst>
                <a:path extrusionOk="0" h="9525" w="9525">
                  <a:moveTo>
                    <a:pt x="1" y="1"/>
                  </a:moveTo>
                  <a:lnTo>
                    <a:pt x="1" y="9525"/>
                  </a:lnTo>
                  <a:lnTo>
                    <a:pt x="9525" y="952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8"/>
            <p:cNvSpPr/>
            <p:nvPr/>
          </p:nvSpPr>
          <p:spPr>
            <a:xfrm>
              <a:off x="6448669" y="4387810"/>
              <a:ext cx="55595" cy="48649"/>
            </a:xfrm>
            <a:custGeom>
              <a:rect b="b" l="l" r="r" t="t"/>
              <a:pathLst>
                <a:path extrusionOk="0" h="9525" w="10885">
                  <a:moveTo>
                    <a:pt x="0" y="1"/>
                  </a:moveTo>
                  <a:lnTo>
                    <a:pt x="0" y="9525"/>
                  </a:lnTo>
                  <a:lnTo>
                    <a:pt x="10885" y="9525"/>
                  </a:lnTo>
                  <a:lnTo>
                    <a:pt x="1088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8"/>
            <p:cNvSpPr/>
            <p:nvPr/>
          </p:nvSpPr>
          <p:spPr>
            <a:xfrm>
              <a:off x="6386148" y="4387810"/>
              <a:ext cx="62546" cy="48649"/>
            </a:xfrm>
            <a:custGeom>
              <a:rect b="b" l="l" r="r" t="t"/>
              <a:pathLst>
                <a:path extrusionOk="0" h="9525" w="12246">
                  <a:moveTo>
                    <a:pt x="1" y="1"/>
                  </a:moveTo>
                  <a:lnTo>
                    <a:pt x="1" y="9525"/>
                  </a:lnTo>
                  <a:lnTo>
                    <a:pt x="12245" y="952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8"/>
            <p:cNvSpPr/>
            <p:nvPr/>
          </p:nvSpPr>
          <p:spPr>
            <a:xfrm>
              <a:off x="6337521" y="4387810"/>
              <a:ext cx="48649" cy="48649"/>
            </a:xfrm>
            <a:custGeom>
              <a:rect b="b" l="l" r="r" t="t"/>
              <a:pathLst>
                <a:path extrusionOk="0" h="9525" w="9525">
                  <a:moveTo>
                    <a:pt x="1" y="1"/>
                  </a:moveTo>
                  <a:lnTo>
                    <a:pt x="1" y="9525"/>
                  </a:lnTo>
                  <a:lnTo>
                    <a:pt x="9525" y="952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8"/>
            <p:cNvSpPr/>
            <p:nvPr/>
          </p:nvSpPr>
          <p:spPr>
            <a:xfrm>
              <a:off x="6281950" y="4387810"/>
              <a:ext cx="55595" cy="48649"/>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8"/>
            <p:cNvSpPr/>
            <p:nvPr/>
          </p:nvSpPr>
          <p:spPr>
            <a:xfrm>
              <a:off x="6219430" y="4387810"/>
              <a:ext cx="62546" cy="48649"/>
            </a:xfrm>
            <a:custGeom>
              <a:rect b="b" l="l" r="r" t="t"/>
              <a:pathLst>
                <a:path extrusionOk="0" h="9525" w="12246">
                  <a:moveTo>
                    <a:pt x="0" y="1"/>
                  </a:moveTo>
                  <a:lnTo>
                    <a:pt x="0" y="9525"/>
                  </a:lnTo>
                  <a:lnTo>
                    <a:pt x="12245" y="952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8"/>
            <p:cNvSpPr/>
            <p:nvPr/>
          </p:nvSpPr>
          <p:spPr>
            <a:xfrm>
              <a:off x="6163859" y="4387810"/>
              <a:ext cx="55595" cy="62546"/>
            </a:xfrm>
            <a:custGeom>
              <a:rect b="b" l="l" r="r" t="t"/>
              <a:pathLst>
                <a:path extrusionOk="0" h="12246" w="10885">
                  <a:moveTo>
                    <a:pt x="0" y="1"/>
                  </a:moveTo>
                  <a:lnTo>
                    <a:pt x="0" y="12245"/>
                  </a:lnTo>
                  <a:lnTo>
                    <a:pt x="10884" y="1224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8"/>
            <p:cNvSpPr/>
            <p:nvPr/>
          </p:nvSpPr>
          <p:spPr>
            <a:xfrm>
              <a:off x="6163859" y="4450330"/>
              <a:ext cx="55595" cy="48649"/>
            </a:xfrm>
            <a:custGeom>
              <a:rect b="b" l="l" r="r" t="t"/>
              <a:pathLst>
                <a:path extrusionOk="0" h="9525" w="10885">
                  <a:moveTo>
                    <a:pt x="0" y="0"/>
                  </a:moveTo>
                  <a:lnTo>
                    <a:pt x="0" y="9525"/>
                  </a:lnTo>
                  <a:lnTo>
                    <a:pt x="10884" y="952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8"/>
            <p:cNvSpPr/>
            <p:nvPr/>
          </p:nvSpPr>
          <p:spPr>
            <a:xfrm>
              <a:off x="6163859" y="4498958"/>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8"/>
            <p:cNvSpPr/>
            <p:nvPr/>
          </p:nvSpPr>
          <p:spPr>
            <a:xfrm>
              <a:off x="6163859" y="4554534"/>
              <a:ext cx="55595" cy="55595"/>
            </a:xfrm>
            <a:custGeom>
              <a:rect b="b" l="l" r="r" t="t"/>
              <a:pathLst>
                <a:path extrusionOk="0" h="10885" w="10885">
                  <a:moveTo>
                    <a:pt x="0" y="0"/>
                  </a:moveTo>
                  <a:lnTo>
                    <a:pt x="0" y="10885"/>
                  </a:lnTo>
                  <a:lnTo>
                    <a:pt x="10884" y="1088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8"/>
            <p:cNvSpPr/>
            <p:nvPr/>
          </p:nvSpPr>
          <p:spPr>
            <a:xfrm>
              <a:off x="6163859" y="4610106"/>
              <a:ext cx="55595" cy="55595"/>
            </a:xfrm>
            <a:custGeom>
              <a:rect b="b" l="l" r="r" t="t"/>
              <a:pathLst>
                <a:path extrusionOk="0" h="10885"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8"/>
            <p:cNvSpPr/>
            <p:nvPr/>
          </p:nvSpPr>
          <p:spPr>
            <a:xfrm>
              <a:off x="6163859" y="4665677"/>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8"/>
            <p:cNvSpPr/>
            <p:nvPr/>
          </p:nvSpPr>
          <p:spPr>
            <a:xfrm>
              <a:off x="6163859" y="4721253"/>
              <a:ext cx="55595" cy="55595"/>
            </a:xfrm>
            <a:custGeom>
              <a:rect b="b" l="l" r="r" t="t"/>
              <a:pathLst>
                <a:path extrusionOk="0" h="10885" w="10885">
                  <a:moveTo>
                    <a:pt x="0" y="0"/>
                  </a:moveTo>
                  <a:lnTo>
                    <a:pt x="0" y="10885"/>
                  </a:lnTo>
                  <a:lnTo>
                    <a:pt x="10884" y="1088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8"/>
            <p:cNvSpPr/>
            <p:nvPr/>
          </p:nvSpPr>
          <p:spPr>
            <a:xfrm>
              <a:off x="6163859" y="4776825"/>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8"/>
            <p:cNvSpPr/>
            <p:nvPr/>
          </p:nvSpPr>
          <p:spPr>
            <a:xfrm>
              <a:off x="6552862" y="4325295"/>
              <a:ext cx="62552" cy="62541"/>
            </a:xfrm>
            <a:custGeom>
              <a:rect b="b" l="l" r="r" t="t"/>
              <a:pathLst>
                <a:path extrusionOk="0" h="12245" w="12247">
                  <a:moveTo>
                    <a:pt x="1" y="0"/>
                  </a:moveTo>
                  <a:lnTo>
                    <a:pt x="1" y="12245"/>
                  </a:lnTo>
                  <a:lnTo>
                    <a:pt x="12247" y="1224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8"/>
            <p:cNvSpPr/>
            <p:nvPr/>
          </p:nvSpPr>
          <p:spPr>
            <a:xfrm>
              <a:off x="6504240" y="4325295"/>
              <a:ext cx="48649" cy="62541"/>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8"/>
            <p:cNvSpPr/>
            <p:nvPr/>
          </p:nvSpPr>
          <p:spPr>
            <a:xfrm>
              <a:off x="6448669" y="4325295"/>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8"/>
            <p:cNvSpPr/>
            <p:nvPr/>
          </p:nvSpPr>
          <p:spPr>
            <a:xfrm>
              <a:off x="6386148" y="4325295"/>
              <a:ext cx="62546" cy="62541"/>
            </a:xfrm>
            <a:custGeom>
              <a:rect b="b" l="l" r="r" t="t"/>
              <a:pathLst>
                <a:path extrusionOk="0" h="12245" w="12246">
                  <a:moveTo>
                    <a:pt x="1" y="0"/>
                  </a:moveTo>
                  <a:lnTo>
                    <a:pt x="1"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8"/>
            <p:cNvSpPr/>
            <p:nvPr/>
          </p:nvSpPr>
          <p:spPr>
            <a:xfrm>
              <a:off x="6337521" y="4325295"/>
              <a:ext cx="48649" cy="62541"/>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8"/>
            <p:cNvSpPr/>
            <p:nvPr/>
          </p:nvSpPr>
          <p:spPr>
            <a:xfrm>
              <a:off x="6281950" y="4325295"/>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8"/>
            <p:cNvSpPr/>
            <p:nvPr/>
          </p:nvSpPr>
          <p:spPr>
            <a:xfrm>
              <a:off x="6219430" y="4325295"/>
              <a:ext cx="62546" cy="62541"/>
            </a:xfrm>
            <a:custGeom>
              <a:rect b="b" l="l" r="r" t="t"/>
              <a:pathLst>
                <a:path extrusionOk="0" h="12245" w="12246">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7" name="Google Shape;1117;p8"/>
          <p:cNvSpPr/>
          <p:nvPr/>
        </p:nvSpPr>
        <p:spPr>
          <a:xfrm>
            <a:off x="319350" y="243900"/>
            <a:ext cx="8505300" cy="46557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8"/>
          <p:cNvSpPr txBox="1"/>
          <p:nvPr>
            <p:ph type="title"/>
          </p:nvPr>
        </p:nvSpPr>
        <p:spPr>
          <a:xfrm>
            <a:off x="1812600" y="1266825"/>
            <a:ext cx="5518800" cy="26004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1119" name="Google Shape;1119;p8"/>
          <p:cNvGrpSpPr/>
          <p:nvPr/>
        </p:nvGrpSpPr>
        <p:grpSpPr>
          <a:xfrm>
            <a:off x="7398069" y="2977147"/>
            <a:ext cx="1128443" cy="564218"/>
            <a:chOff x="311697" y="-12"/>
            <a:chExt cx="4437449" cy="2218709"/>
          </a:xfrm>
        </p:grpSpPr>
        <p:sp>
          <p:nvSpPr>
            <p:cNvPr id="1120" name="Google Shape;1120;p8"/>
            <p:cNvSpPr/>
            <p:nvPr/>
          </p:nvSpPr>
          <p:spPr>
            <a:xfrm>
              <a:off x="2400974"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8"/>
            <p:cNvSpPr/>
            <p:nvPr/>
          </p:nvSpPr>
          <p:spPr>
            <a:xfrm>
              <a:off x="2253074"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8"/>
            <p:cNvSpPr/>
            <p:nvPr/>
          </p:nvSpPr>
          <p:spPr>
            <a:xfrm>
              <a:off x="208667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8"/>
            <p:cNvSpPr/>
            <p:nvPr/>
          </p:nvSpPr>
          <p:spPr>
            <a:xfrm>
              <a:off x="1957242"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8"/>
            <p:cNvSpPr/>
            <p:nvPr/>
          </p:nvSpPr>
          <p:spPr>
            <a:xfrm>
              <a:off x="1790857" y="2070781"/>
              <a:ext cx="166400" cy="147916"/>
            </a:xfrm>
            <a:custGeom>
              <a:rect b="b" l="l" r="r" t="t"/>
              <a:pathLst>
                <a:path extrusionOk="0" h="9523" w="10713">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8"/>
            <p:cNvSpPr/>
            <p:nvPr/>
          </p:nvSpPr>
          <p:spPr>
            <a:xfrm>
              <a:off x="1642910"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8"/>
            <p:cNvSpPr/>
            <p:nvPr/>
          </p:nvSpPr>
          <p:spPr>
            <a:xfrm>
              <a:off x="1513494"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8"/>
            <p:cNvSpPr/>
            <p:nvPr/>
          </p:nvSpPr>
          <p:spPr>
            <a:xfrm>
              <a:off x="134709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8"/>
            <p:cNvSpPr/>
            <p:nvPr/>
          </p:nvSpPr>
          <p:spPr>
            <a:xfrm>
              <a:off x="1199178"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8"/>
            <p:cNvSpPr/>
            <p:nvPr/>
          </p:nvSpPr>
          <p:spPr>
            <a:xfrm>
              <a:off x="1069761"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8"/>
            <p:cNvSpPr/>
            <p:nvPr/>
          </p:nvSpPr>
          <p:spPr>
            <a:xfrm>
              <a:off x="903361" y="2070781"/>
              <a:ext cx="166415" cy="147916"/>
            </a:xfrm>
            <a:custGeom>
              <a:rect b="b" l="l" r="r" t="t"/>
              <a:pathLst>
                <a:path extrusionOk="0" h="9523" w="10714">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8"/>
            <p:cNvSpPr/>
            <p:nvPr/>
          </p:nvSpPr>
          <p:spPr>
            <a:xfrm>
              <a:off x="755430"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8"/>
            <p:cNvSpPr/>
            <p:nvPr/>
          </p:nvSpPr>
          <p:spPr>
            <a:xfrm>
              <a:off x="625998"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8"/>
            <p:cNvSpPr/>
            <p:nvPr/>
          </p:nvSpPr>
          <p:spPr>
            <a:xfrm>
              <a:off x="2400974" y="192286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8"/>
            <p:cNvSpPr/>
            <p:nvPr/>
          </p:nvSpPr>
          <p:spPr>
            <a:xfrm>
              <a:off x="2253074"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8"/>
            <p:cNvSpPr/>
            <p:nvPr/>
          </p:nvSpPr>
          <p:spPr>
            <a:xfrm>
              <a:off x="2086674"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8"/>
            <p:cNvSpPr/>
            <p:nvPr/>
          </p:nvSpPr>
          <p:spPr>
            <a:xfrm>
              <a:off x="1957242" y="192286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8"/>
            <p:cNvSpPr/>
            <p:nvPr/>
          </p:nvSpPr>
          <p:spPr>
            <a:xfrm>
              <a:off x="1790857" y="1922865"/>
              <a:ext cx="166400" cy="147932"/>
            </a:xfrm>
            <a:custGeom>
              <a:rect b="b" l="l" r="r" t="t"/>
              <a:pathLst>
                <a:path extrusionOk="0" h="9524" w="10713">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8"/>
            <p:cNvSpPr/>
            <p:nvPr/>
          </p:nvSpPr>
          <p:spPr>
            <a:xfrm>
              <a:off x="1642910"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8"/>
            <p:cNvSpPr/>
            <p:nvPr/>
          </p:nvSpPr>
          <p:spPr>
            <a:xfrm>
              <a:off x="1513494" y="192286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8"/>
            <p:cNvSpPr/>
            <p:nvPr/>
          </p:nvSpPr>
          <p:spPr>
            <a:xfrm>
              <a:off x="1347094"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8"/>
            <p:cNvSpPr/>
            <p:nvPr/>
          </p:nvSpPr>
          <p:spPr>
            <a:xfrm>
              <a:off x="1199178"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8"/>
            <p:cNvSpPr/>
            <p:nvPr/>
          </p:nvSpPr>
          <p:spPr>
            <a:xfrm>
              <a:off x="1069761" y="192286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8"/>
            <p:cNvSpPr/>
            <p:nvPr/>
          </p:nvSpPr>
          <p:spPr>
            <a:xfrm>
              <a:off x="903361" y="1922865"/>
              <a:ext cx="166415" cy="147932"/>
            </a:xfrm>
            <a:custGeom>
              <a:rect b="b" l="l" r="r" t="t"/>
              <a:pathLst>
                <a:path extrusionOk="0" h="9524" w="10714">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8"/>
            <p:cNvSpPr/>
            <p:nvPr/>
          </p:nvSpPr>
          <p:spPr>
            <a:xfrm>
              <a:off x="755430"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8"/>
            <p:cNvSpPr/>
            <p:nvPr/>
          </p:nvSpPr>
          <p:spPr>
            <a:xfrm>
              <a:off x="625998" y="192286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8"/>
            <p:cNvSpPr/>
            <p:nvPr/>
          </p:nvSpPr>
          <p:spPr>
            <a:xfrm>
              <a:off x="459598"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8"/>
            <p:cNvSpPr/>
            <p:nvPr/>
          </p:nvSpPr>
          <p:spPr>
            <a:xfrm>
              <a:off x="311697"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8"/>
            <p:cNvSpPr/>
            <p:nvPr/>
          </p:nvSpPr>
          <p:spPr>
            <a:xfrm>
              <a:off x="2400974" y="175648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8"/>
            <p:cNvSpPr/>
            <p:nvPr/>
          </p:nvSpPr>
          <p:spPr>
            <a:xfrm>
              <a:off x="2253074"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8"/>
            <p:cNvSpPr/>
            <p:nvPr/>
          </p:nvSpPr>
          <p:spPr>
            <a:xfrm>
              <a:off x="2086674"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8"/>
            <p:cNvSpPr/>
            <p:nvPr/>
          </p:nvSpPr>
          <p:spPr>
            <a:xfrm>
              <a:off x="1957242" y="175648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8"/>
            <p:cNvSpPr/>
            <p:nvPr/>
          </p:nvSpPr>
          <p:spPr>
            <a:xfrm>
              <a:off x="1790857" y="175648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8"/>
            <p:cNvSpPr/>
            <p:nvPr/>
          </p:nvSpPr>
          <p:spPr>
            <a:xfrm>
              <a:off x="1642910"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8"/>
            <p:cNvSpPr/>
            <p:nvPr/>
          </p:nvSpPr>
          <p:spPr>
            <a:xfrm>
              <a:off x="1513494" y="175648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8"/>
            <p:cNvSpPr/>
            <p:nvPr/>
          </p:nvSpPr>
          <p:spPr>
            <a:xfrm>
              <a:off x="1347094"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8"/>
            <p:cNvSpPr/>
            <p:nvPr/>
          </p:nvSpPr>
          <p:spPr>
            <a:xfrm>
              <a:off x="1199178"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8"/>
            <p:cNvSpPr/>
            <p:nvPr/>
          </p:nvSpPr>
          <p:spPr>
            <a:xfrm>
              <a:off x="1069761" y="175648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8"/>
            <p:cNvSpPr/>
            <p:nvPr/>
          </p:nvSpPr>
          <p:spPr>
            <a:xfrm>
              <a:off x="903361" y="1756480"/>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8"/>
            <p:cNvSpPr/>
            <p:nvPr/>
          </p:nvSpPr>
          <p:spPr>
            <a:xfrm>
              <a:off x="755430"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8"/>
            <p:cNvSpPr/>
            <p:nvPr/>
          </p:nvSpPr>
          <p:spPr>
            <a:xfrm>
              <a:off x="625998" y="175648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8"/>
            <p:cNvSpPr/>
            <p:nvPr/>
          </p:nvSpPr>
          <p:spPr>
            <a:xfrm>
              <a:off x="459598"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8"/>
            <p:cNvSpPr/>
            <p:nvPr/>
          </p:nvSpPr>
          <p:spPr>
            <a:xfrm>
              <a:off x="311697"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8"/>
            <p:cNvSpPr/>
            <p:nvPr/>
          </p:nvSpPr>
          <p:spPr>
            <a:xfrm>
              <a:off x="2400974" y="1627048"/>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8"/>
            <p:cNvSpPr/>
            <p:nvPr/>
          </p:nvSpPr>
          <p:spPr>
            <a:xfrm>
              <a:off x="2253074"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8"/>
            <p:cNvSpPr/>
            <p:nvPr/>
          </p:nvSpPr>
          <p:spPr>
            <a:xfrm>
              <a:off x="2086674"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8"/>
            <p:cNvSpPr/>
            <p:nvPr/>
          </p:nvSpPr>
          <p:spPr>
            <a:xfrm>
              <a:off x="1957242" y="1627048"/>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8"/>
            <p:cNvSpPr/>
            <p:nvPr/>
          </p:nvSpPr>
          <p:spPr>
            <a:xfrm>
              <a:off x="1790857" y="1627048"/>
              <a:ext cx="166400" cy="129448"/>
            </a:xfrm>
            <a:custGeom>
              <a:rect b="b" l="l" r="r" t="t"/>
              <a:pathLst>
                <a:path extrusionOk="0" h="8334" w="10713">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8"/>
            <p:cNvSpPr/>
            <p:nvPr/>
          </p:nvSpPr>
          <p:spPr>
            <a:xfrm>
              <a:off x="1642910"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8"/>
            <p:cNvSpPr/>
            <p:nvPr/>
          </p:nvSpPr>
          <p:spPr>
            <a:xfrm>
              <a:off x="1513494" y="1627048"/>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8"/>
            <p:cNvSpPr/>
            <p:nvPr/>
          </p:nvSpPr>
          <p:spPr>
            <a:xfrm>
              <a:off x="1347094"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8"/>
            <p:cNvSpPr/>
            <p:nvPr/>
          </p:nvSpPr>
          <p:spPr>
            <a:xfrm>
              <a:off x="1199178"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8"/>
            <p:cNvSpPr/>
            <p:nvPr/>
          </p:nvSpPr>
          <p:spPr>
            <a:xfrm>
              <a:off x="1069761" y="1627048"/>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8"/>
            <p:cNvSpPr/>
            <p:nvPr/>
          </p:nvSpPr>
          <p:spPr>
            <a:xfrm>
              <a:off x="903361" y="1627048"/>
              <a:ext cx="166415" cy="129448"/>
            </a:xfrm>
            <a:custGeom>
              <a:rect b="b" l="l" r="r" t="t"/>
              <a:pathLst>
                <a:path extrusionOk="0" h="8334" w="10714">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8"/>
            <p:cNvSpPr/>
            <p:nvPr/>
          </p:nvSpPr>
          <p:spPr>
            <a:xfrm>
              <a:off x="755430"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8"/>
            <p:cNvSpPr/>
            <p:nvPr/>
          </p:nvSpPr>
          <p:spPr>
            <a:xfrm>
              <a:off x="625998" y="1627048"/>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8"/>
            <p:cNvSpPr/>
            <p:nvPr/>
          </p:nvSpPr>
          <p:spPr>
            <a:xfrm>
              <a:off x="459598"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8"/>
            <p:cNvSpPr/>
            <p:nvPr/>
          </p:nvSpPr>
          <p:spPr>
            <a:xfrm>
              <a:off x="311697"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8"/>
            <p:cNvSpPr/>
            <p:nvPr/>
          </p:nvSpPr>
          <p:spPr>
            <a:xfrm>
              <a:off x="2400974" y="1460633"/>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8"/>
            <p:cNvSpPr/>
            <p:nvPr/>
          </p:nvSpPr>
          <p:spPr>
            <a:xfrm>
              <a:off x="2253074"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8"/>
            <p:cNvSpPr/>
            <p:nvPr/>
          </p:nvSpPr>
          <p:spPr>
            <a:xfrm>
              <a:off x="2086674"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8"/>
            <p:cNvSpPr/>
            <p:nvPr/>
          </p:nvSpPr>
          <p:spPr>
            <a:xfrm>
              <a:off x="1957242" y="1460633"/>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8"/>
            <p:cNvSpPr/>
            <p:nvPr/>
          </p:nvSpPr>
          <p:spPr>
            <a:xfrm>
              <a:off x="1790857" y="1460633"/>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8"/>
            <p:cNvSpPr/>
            <p:nvPr/>
          </p:nvSpPr>
          <p:spPr>
            <a:xfrm>
              <a:off x="1642910"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8"/>
            <p:cNvSpPr/>
            <p:nvPr/>
          </p:nvSpPr>
          <p:spPr>
            <a:xfrm>
              <a:off x="1513494" y="1460633"/>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8"/>
            <p:cNvSpPr/>
            <p:nvPr/>
          </p:nvSpPr>
          <p:spPr>
            <a:xfrm>
              <a:off x="1347094"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8"/>
            <p:cNvSpPr/>
            <p:nvPr/>
          </p:nvSpPr>
          <p:spPr>
            <a:xfrm>
              <a:off x="1199178"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8"/>
            <p:cNvSpPr/>
            <p:nvPr/>
          </p:nvSpPr>
          <p:spPr>
            <a:xfrm>
              <a:off x="1069761" y="1460633"/>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8"/>
            <p:cNvSpPr/>
            <p:nvPr/>
          </p:nvSpPr>
          <p:spPr>
            <a:xfrm>
              <a:off x="903361" y="1460633"/>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8"/>
            <p:cNvSpPr/>
            <p:nvPr/>
          </p:nvSpPr>
          <p:spPr>
            <a:xfrm>
              <a:off x="755430"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8"/>
            <p:cNvSpPr/>
            <p:nvPr/>
          </p:nvSpPr>
          <p:spPr>
            <a:xfrm>
              <a:off x="625998" y="1460633"/>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8"/>
            <p:cNvSpPr/>
            <p:nvPr/>
          </p:nvSpPr>
          <p:spPr>
            <a:xfrm>
              <a:off x="459598"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8"/>
            <p:cNvSpPr/>
            <p:nvPr/>
          </p:nvSpPr>
          <p:spPr>
            <a:xfrm>
              <a:off x="311697"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8"/>
            <p:cNvSpPr/>
            <p:nvPr/>
          </p:nvSpPr>
          <p:spPr>
            <a:xfrm>
              <a:off x="2400974" y="1331201"/>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8"/>
            <p:cNvSpPr/>
            <p:nvPr/>
          </p:nvSpPr>
          <p:spPr>
            <a:xfrm>
              <a:off x="2253074"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8"/>
            <p:cNvSpPr/>
            <p:nvPr/>
          </p:nvSpPr>
          <p:spPr>
            <a:xfrm>
              <a:off x="2086674"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8"/>
            <p:cNvSpPr/>
            <p:nvPr/>
          </p:nvSpPr>
          <p:spPr>
            <a:xfrm>
              <a:off x="1957242" y="1331201"/>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8"/>
            <p:cNvSpPr/>
            <p:nvPr/>
          </p:nvSpPr>
          <p:spPr>
            <a:xfrm>
              <a:off x="1790857" y="1331201"/>
              <a:ext cx="166400" cy="129448"/>
            </a:xfrm>
            <a:custGeom>
              <a:rect b="b" l="l" r="r" t="t"/>
              <a:pathLst>
                <a:path extrusionOk="0" h="8334" w="10713">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8"/>
            <p:cNvSpPr/>
            <p:nvPr/>
          </p:nvSpPr>
          <p:spPr>
            <a:xfrm>
              <a:off x="1642910"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8"/>
            <p:cNvSpPr/>
            <p:nvPr/>
          </p:nvSpPr>
          <p:spPr>
            <a:xfrm>
              <a:off x="1513494" y="1331201"/>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8"/>
            <p:cNvSpPr/>
            <p:nvPr/>
          </p:nvSpPr>
          <p:spPr>
            <a:xfrm>
              <a:off x="1347094"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8"/>
            <p:cNvSpPr/>
            <p:nvPr/>
          </p:nvSpPr>
          <p:spPr>
            <a:xfrm>
              <a:off x="1199178"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8"/>
            <p:cNvSpPr/>
            <p:nvPr/>
          </p:nvSpPr>
          <p:spPr>
            <a:xfrm>
              <a:off x="1069761" y="1331201"/>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8"/>
            <p:cNvSpPr/>
            <p:nvPr/>
          </p:nvSpPr>
          <p:spPr>
            <a:xfrm>
              <a:off x="903361" y="1331201"/>
              <a:ext cx="166415" cy="129448"/>
            </a:xfrm>
            <a:custGeom>
              <a:rect b="b" l="l" r="r" t="t"/>
              <a:pathLst>
                <a:path extrusionOk="0" h="8334" w="10714">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8"/>
            <p:cNvSpPr/>
            <p:nvPr/>
          </p:nvSpPr>
          <p:spPr>
            <a:xfrm>
              <a:off x="755430"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8"/>
            <p:cNvSpPr/>
            <p:nvPr/>
          </p:nvSpPr>
          <p:spPr>
            <a:xfrm>
              <a:off x="625998" y="1331201"/>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8"/>
            <p:cNvSpPr/>
            <p:nvPr/>
          </p:nvSpPr>
          <p:spPr>
            <a:xfrm>
              <a:off x="459598"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8"/>
            <p:cNvSpPr/>
            <p:nvPr/>
          </p:nvSpPr>
          <p:spPr>
            <a:xfrm>
              <a:off x="2400974" y="118328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8"/>
            <p:cNvSpPr/>
            <p:nvPr/>
          </p:nvSpPr>
          <p:spPr>
            <a:xfrm>
              <a:off x="2253074"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8"/>
            <p:cNvSpPr/>
            <p:nvPr/>
          </p:nvSpPr>
          <p:spPr>
            <a:xfrm>
              <a:off x="2086674" y="118328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8"/>
            <p:cNvSpPr/>
            <p:nvPr/>
          </p:nvSpPr>
          <p:spPr>
            <a:xfrm>
              <a:off x="1957242" y="118328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8"/>
            <p:cNvSpPr/>
            <p:nvPr/>
          </p:nvSpPr>
          <p:spPr>
            <a:xfrm>
              <a:off x="1790857" y="1183285"/>
              <a:ext cx="166400" cy="147932"/>
            </a:xfrm>
            <a:custGeom>
              <a:rect b="b" l="l" r="r" t="t"/>
              <a:pathLst>
                <a:path extrusionOk="0" h="9524" w="10713">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8"/>
            <p:cNvSpPr/>
            <p:nvPr/>
          </p:nvSpPr>
          <p:spPr>
            <a:xfrm>
              <a:off x="1642910"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8"/>
            <p:cNvSpPr/>
            <p:nvPr/>
          </p:nvSpPr>
          <p:spPr>
            <a:xfrm>
              <a:off x="1513494" y="118328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8"/>
            <p:cNvSpPr/>
            <p:nvPr/>
          </p:nvSpPr>
          <p:spPr>
            <a:xfrm>
              <a:off x="1347094" y="118328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8"/>
            <p:cNvSpPr/>
            <p:nvPr/>
          </p:nvSpPr>
          <p:spPr>
            <a:xfrm>
              <a:off x="1199178"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8"/>
            <p:cNvSpPr/>
            <p:nvPr/>
          </p:nvSpPr>
          <p:spPr>
            <a:xfrm>
              <a:off x="1069761" y="118328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8"/>
            <p:cNvSpPr/>
            <p:nvPr/>
          </p:nvSpPr>
          <p:spPr>
            <a:xfrm>
              <a:off x="903361" y="1183285"/>
              <a:ext cx="166415" cy="147932"/>
            </a:xfrm>
            <a:custGeom>
              <a:rect b="b" l="l" r="r" t="t"/>
              <a:pathLst>
                <a:path extrusionOk="0" h="9524" w="10714">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8"/>
            <p:cNvSpPr/>
            <p:nvPr/>
          </p:nvSpPr>
          <p:spPr>
            <a:xfrm>
              <a:off x="755430"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8"/>
            <p:cNvSpPr/>
            <p:nvPr/>
          </p:nvSpPr>
          <p:spPr>
            <a:xfrm>
              <a:off x="626013" y="1183285"/>
              <a:ext cx="129432" cy="147932"/>
            </a:xfrm>
            <a:custGeom>
              <a:rect b="b" l="l" r="r" t="t"/>
              <a:pathLst>
                <a:path extrusionOk="0" h="9524" w="8333">
                  <a:moveTo>
                    <a:pt x="1" y="1"/>
                  </a:moveTo>
                  <a:lnTo>
                    <a:pt x="1" y="9523"/>
                  </a:lnTo>
                  <a:lnTo>
                    <a:pt x="8332" y="9523"/>
                  </a:lnTo>
                  <a:lnTo>
                    <a:pt x="8332"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8"/>
            <p:cNvSpPr/>
            <p:nvPr/>
          </p:nvSpPr>
          <p:spPr>
            <a:xfrm>
              <a:off x="2400974" y="101690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8"/>
            <p:cNvSpPr/>
            <p:nvPr/>
          </p:nvSpPr>
          <p:spPr>
            <a:xfrm>
              <a:off x="2253074"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8"/>
            <p:cNvSpPr/>
            <p:nvPr/>
          </p:nvSpPr>
          <p:spPr>
            <a:xfrm>
              <a:off x="2086674" y="101690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8"/>
            <p:cNvSpPr/>
            <p:nvPr/>
          </p:nvSpPr>
          <p:spPr>
            <a:xfrm>
              <a:off x="1957242" y="101690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8"/>
            <p:cNvSpPr/>
            <p:nvPr/>
          </p:nvSpPr>
          <p:spPr>
            <a:xfrm>
              <a:off x="1790857" y="101690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8"/>
            <p:cNvSpPr/>
            <p:nvPr/>
          </p:nvSpPr>
          <p:spPr>
            <a:xfrm>
              <a:off x="1642910"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8"/>
            <p:cNvSpPr/>
            <p:nvPr/>
          </p:nvSpPr>
          <p:spPr>
            <a:xfrm>
              <a:off x="1513494" y="101690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8"/>
            <p:cNvSpPr/>
            <p:nvPr/>
          </p:nvSpPr>
          <p:spPr>
            <a:xfrm>
              <a:off x="1347094" y="101690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8"/>
            <p:cNvSpPr/>
            <p:nvPr/>
          </p:nvSpPr>
          <p:spPr>
            <a:xfrm>
              <a:off x="1199178"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8"/>
            <p:cNvSpPr/>
            <p:nvPr/>
          </p:nvSpPr>
          <p:spPr>
            <a:xfrm>
              <a:off x="1069761" y="101690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8"/>
            <p:cNvSpPr/>
            <p:nvPr/>
          </p:nvSpPr>
          <p:spPr>
            <a:xfrm>
              <a:off x="903361" y="1016900"/>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8"/>
            <p:cNvSpPr/>
            <p:nvPr/>
          </p:nvSpPr>
          <p:spPr>
            <a:xfrm>
              <a:off x="755430"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8"/>
            <p:cNvSpPr/>
            <p:nvPr/>
          </p:nvSpPr>
          <p:spPr>
            <a:xfrm>
              <a:off x="2400974" y="887468"/>
              <a:ext cx="129448" cy="129448"/>
            </a:xfrm>
            <a:custGeom>
              <a:rect b="b" l="l" r="r" t="t"/>
              <a:pathLst>
                <a:path extrusionOk="0" h="8334" w="8334">
                  <a:moveTo>
                    <a:pt x="1" y="1"/>
                  </a:moveTo>
                  <a:lnTo>
                    <a:pt x="1" y="8333"/>
                  </a:lnTo>
                  <a:lnTo>
                    <a:pt x="8334" y="833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8"/>
            <p:cNvSpPr/>
            <p:nvPr/>
          </p:nvSpPr>
          <p:spPr>
            <a:xfrm>
              <a:off x="2253074"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8"/>
            <p:cNvSpPr/>
            <p:nvPr/>
          </p:nvSpPr>
          <p:spPr>
            <a:xfrm>
              <a:off x="2086674" y="887468"/>
              <a:ext cx="166415" cy="129448"/>
            </a:xfrm>
            <a:custGeom>
              <a:rect b="b" l="l" r="r" t="t"/>
              <a:pathLst>
                <a:path extrusionOk="0" h="8334" w="10714">
                  <a:moveTo>
                    <a:pt x="1" y="1"/>
                  </a:moveTo>
                  <a:lnTo>
                    <a:pt x="1"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8"/>
            <p:cNvSpPr/>
            <p:nvPr/>
          </p:nvSpPr>
          <p:spPr>
            <a:xfrm>
              <a:off x="1957242" y="887468"/>
              <a:ext cx="129448" cy="129448"/>
            </a:xfrm>
            <a:custGeom>
              <a:rect b="b" l="l" r="r" t="t"/>
              <a:pathLst>
                <a:path extrusionOk="0" h="8334" w="8334">
                  <a:moveTo>
                    <a:pt x="1" y="1"/>
                  </a:moveTo>
                  <a:lnTo>
                    <a:pt x="1" y="8333"/>
                  </a:lnTo>
                  <a:lnTo>
                    <a:pt x="8334" y="833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8"/>
            <p:cNvSpPr/>
            <p:nvPr/>
          </p:nvSpPr>
          <p:spPr>
            <a:xfrm>
              <a:off x="1790857" y="887468"/>
              <a:ext cx="166400" cy="129448"/>
            </a:xfrm>
            <a:custGeom>
              <a:rect b="b" l="l" r="r" t="t"/>
              <a:pathLst>
                <a:path extrusionOk="0" h="8334" w="10713">
                  <a:moveTo>
                    <a:pt x="0" y="1"/>
                  </a:moveTo>
                  <a:lnTo>
                    <a:pt x="0"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8"/>
            <p:cNvSpPr/>
            <p:nvPr/>
          </p:nvSpPr>
          <p:spPr>
            <a:xfrm>
              <a:off x="1642910"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8"/>
            <p:cNvSpPr/>
            <p:nvPr/>
          </p:nvSpPr>
          <p:spPr>
            <a:xfrm>
              <a:off x="1513494" y="887468"/>
              <a:ext cx="129432" cy="129448"/>
            </a:xfrm>
            <a:custGeom>
              <a:rect b="b" l="l" r="r" t="t"/>
              <a:pathLst>
                <a:path extrusionOk="0" h="8334" w="8333">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8"/>
            <p:cNvSpPr/>
            <p:nvPr/>
          </p:nvSpPr>
          <p:spPr>
            <a:xfrm>
              <a:off x="1347094" y="887468"/>
              <a:ext cx="166415" cy="129448"/>
            </a:xfrm>
            <a:custGeom>
              <a:rect b="b" l="l" r="r" t="t"/>
              <a:pathLst>
                <a:path extrusionOk="0" h="8334" w="10714">
                  <a:moveTo>
                    <a:pt x="1" y="1"/>
                  </a:moveTo>
                  <a:lnTo>
                    <a:pt x="1"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8"/>
            <p:cNvSpPr/>
            <p:nvPr/>
          </p:nvSpPr>
          <p:spPr>
            <a:xfrm>
              <a:off x="1199178"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8"/>
            <p:cNvSpPr/>
            <p:nvPr/>
          </p:nvSpPr>
          <p:spPr>
            <a:xfrm>
              <a:off x="1069761" y="887468"/>
              <a:ext cx="129432" cy="129448"/>
            </a:xfrm>
            <a:custGeom>
              <a:rect b="b" l="l" r="r" t="t"/>
              <a:pathLst>
                <a:path extrusionOk="0" h="8334" w="8333">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8"/>
            <p:cNvSpPr/>
            <p:nvPr/>
          </p:nvSpPr>
          <p:spPr>
            <a:xfrm>
              <a:off x="903361" y="887468"/>
              <a:ext cx="166415" cy="129448"/>
            </a:xfrm>
            <a:custGeom>
              <a:rect b="b" l="l" r="r" t="t"/>
              <a:pathLst>
                <a:path extrusionOk="0" h="8334" w="10714">
                  <a:moveTo>
                    <a:pt x="0" y="1"/>
                  </a:moveTo>
                  <a:lnTo>
                    <a:pt x="0"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8"/>
            <p:cNvSpPr/>
            <p:nvPr/>
          </p:nvSpPr>
          <p:spPr>
            <a:xfrm>
              <a:off x="755430"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8"/>
            <p:cNvSpPr/>
            <p:nvPr/>
          </p:nvSpPr>
          <p:spPr>
            <a:xfrm>
              <a:off x="2400974" y="739552"/>
              <a:ext cx="129448" cy="147932"/>
            </a:xfrm>
            <a:custGeom>
              <a:rect b="b" l="l" r="r" t="t"/>
              <a:pathLst>
                <a:path extrusionOk="0" h="9524" w="8334">
                  <a:moveTo>
                    <a:pt x="1" y="1"/>
                  </a:moveTo>
                  <a:lnTo>
                    <a:pt x="1" y="9524"/>
                  </a:lnTo>
                  <a:lnTo>
                    <a:pt x="8334" y="952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8"/>
            <p:cNvSpPr/>
            <p:nvPr/>
          </p:nvSpPr>
          <p:spPr>
            <a:xfrm>
              <a:off x="2253074"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8"/>
            <p:cNvSpPr/>
            <p:nvPr/>
          </p:nvSpPr>
          <p:spPr>
            <a:xfrm>
              <a:off x="2086674" y="739552"/>
              <a:ext cx="166415" cy="147932"/>
            </a:xfrm>
            <a:custGeom>
              <a:rect b="b" l="l" r="r" t="t"/>
              <a:pathLst>
                <a:path extrusionOk="0" h="9524" w="10714">
                  <a:moveTo>
                    <a:pt x="1" y="1"/>
                  </a:moveTo>
                  <a:lnTo>
                    <a:pt x="1"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8"/>
            <p:cNvSpPr/>
            <p:nvPr/>
          </p:nvSpPr>
          <p:spPr>
            <a:xfrm>
              <a:off x="1957242" y="739552"/>
              <a:ext cx="129448" cy="147932"/>
            </a:xfrm>
            <a:custGeom>
              <a:rect b="b" l="l" r="r" t="t"/>
              <a:pathLst>
                <a:path extrusionOk="0" h="9524" w="8334">
                  <a:moveTo>
                    <a:pt x="1" y="1"/>
                  </a:moveTo>
                  <a:lnTo>
                    <a:pt x="1" y="9524"/>
                  </a:lnTo>
                  <a:lnTo>
                    <a:pt x="8334" y="952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8"/>
            <p:cNvSpPr/>
            <p:nvPr/>
          </p:nvSpPr>
          <p:spPr>
            <a:xfrm>
              <a:off x="1790857" y="739552"/>
              <a:ext cx="166400" cy="147932"/>
            </a:xfrm>
            <a:custGeom>
              <a:rect b="b" l="l" r="r" t="t"/>
              <a:pathLst>
                <a:path extrusionOk="0" h="9524" w="10713">
                  <a:moveTo>
                    <a:pt x="0" y="1"/>
                  </a:moveTo>
                  <a:lnTo>
                    <a:pt x="0"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8"/>
            <p:cNvSpPr/>
            <p:nvPr/>
          </p:nvSpPr>
          <p:spPr>
            <a:xfrm>
              <a:off x="1642910"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8"/>
            <p:cNvSpPr/>
            <p:nvPr/>
          </p:nvSpPr>
          <p:spPr>
            <a:xfrm>
              <a:off x="1513494" y="739552"/>
              <a:ext cx="129432" cy="147932"/>
            </a:xfrm>
            <a:custGeom>
              <a:rect b="b" l="l" r="r" t="t"/>
              <a:pathLst>
                <a:path extrusionOk="0" h="9524" w="8333">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8"/>
            <p:cNvSpPr/>
            <p:nvPr/>
          </p:nvSpPr>
          <p:spPr>
            <a:xfrm>
              <a:off x="1347094" y="739552"/>
              <a:ext cx="166415" cy="147932"/>
            </a:xfrm>
            <a:custGeom>
              <a:rect b="b" l="l" r="r" t="t"/>
              <a:pathLst>
                <a:path extrusionOk="0" h="9524" w="10714">
                  <a:moveTo>
                    <a:pt x="1" y="1"/>
                  </a:moveTo>
                  <a:lnTo>
                    <a:pt x="1"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8"/>
            <p:cNvSpPr/>
            <p:nvPr/>
          </p:nvSpPr>
          <p:spPr>
            <a:xfrm>
              <a:off x="1199178"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8"/>
            <p:cNvSpPr/>
            <p:nvPr/>
          </p:nvSpPr>
          <p:spPr>
            <a:xfrm>
              <a:off x="1069761" y="739552"/>
              <a:ext cx="129432" cy="147932"/>
            </a:xfrm>
            <a:custGeom>
              <a:rect b="b" l="l" r="r" t="t"/>
              <a:pathLst>
                <a:path extrusionOk="0" h="9524" w="8333">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8"/>
            <p:cNvSpPr/>
            <p:nvPr/>
          </p:nvSpPr>
          <p:spPr>
            <a:xfrm>
              <a:off x="903361" y="739552"/>
              <a:ext cx="166415" cy="147932"/>
            </a:xfrm>
            <a:custGeom>
              <a:rect b="b" l="l" r="r" t="t"/>
              <a:pathLst>
                <a:path extrusionOk="0" h="9524" w="10714">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8"/>
            <p:cNvSpPr/>
            <p:nvPr/>
          </p:nvSpPr>
          <p:spPr>
            <a:xfrm>
              <a:off x="2400974" y="573137"/>
              <a:ext cx="129448" cy="166431"/>
            </a:xfrm>
            <a:custGeom>
              <a:rect b="b" l="l" r="r" t="t"/>
              <a:pathLst>
                <a:path extrusionOk="0" h="10715" w="8334">
                  <a:moveTo>
                    <a:pt x="1" y="1"/>
                  </a:moveTo>
                  <a:lnTo>
                    <a:pt x="1" y="10715"/>
                  </a:lnTo>
                  <a:lnTo>
                    <a:pt x="8334" y="10715"/>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8"/>
            <p:cNvSpPr/>
            <p:nvPr/>
          </p:nvSpPr>
          <p:spPr>
            <a:xfrm>
              <a:off x="2253074" y="573137"/>
              <a:ext cx="147916" cy="166431"/>
            </a:xfrm>
            <a:custGeom>
              <a:rect b="b" l="l" r="r" t="t"/>
              <a:pathLst>
                <a:path extrusionOk="0" h="10715" w="9523">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8"/>
            <p:cNvSpPr/>
            <p:nvPr/>
          </p:nvSpPr>
          <p:spPr>
            <a:xfrm>
              <a:off x="2086674" y="573137"/>
              <a:ext cx="166415" cy="166431"/>
            </a:xfrm>
            <a:custGeom>
              <a:rect b="b" l="l" r="r" t="t"/>
              <a:pathLst>
                <a:path extrusionOk="0" h="10715" w="10714">
                  <a:moveTo>
                    <a:pt x="1" y="1"/>
                  </a:moveTo>
                  <a:lnTo>
                    <a:pt x="1" y="10715"/>
                  </a:lnTo>
                  <a:lnTo>
                    <a:pt x="10713" y="10715"/>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8"/>
            <p:cNvSpPr/>
            <p:nvPr/>
          </p:nvSpPr>
          <p:spPr>
            <a:xfrm>
              <a:off x="1957242" y="573137"/>
              <a:ext cx="129448" cy="166431"/>
            </a:xfrm>
            <a:custGeom>
              <a:rect b="b" l="l" r="r" t="t"/>
              <a:pathLst>
                <a:path extrusionOk="0" h="10715" w="8334">
                  <a:moveTo>
                    <a:pt x="1" y="1"/>
                  </a:moveTo>
                  <a:lnTo>
                    <a:pt x="1" y="10715"/>
                  </a:lnTo>
                  <a:lnTo>
                    <a:pt x="8334" y="10715"/>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8"/>
            <p:cNvSpPr/>
            <p:nvPr/>
          </p:nvSpPr>
          <p:spPr>
            <a:xfrm>
              <a:off x="1790857" y="573137"/>
              <a:ext cx="166400" cy="166431"/>
            </a:xfrm>
            <a:custGeom>
              <a:rect b="b" l="l" r="r" t="t"/>
              <a:pathLst>
                <a:path extrusionOk="0" h="10715" w="10713">
                  <a:moveTo>
                    <a:pt x="0" y="1"/>
                  </a:moveTo>
                  <a:lnTo>
                    <a:pt x="0" y="10715"/>
                  </a:lnTo>
                  <a:lnTo>
                    <a:pt x="10713" y="10715"/>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8"/>
            <p:cNvSpPr/>
            <p:nvPr/>
          </p:nvSpPr>
          <p:spPr>
            <a:xfrm>
              <a:off x="1642910" y="573137"/>
              <a:ext cx="147932" cy="166431"/>
            </a:xfrm>
            <a:custGeom>
              <a:rect b="b" l="l" r="r" t="t"/>
              <a:pathLst>
                <a:path extrusionOk="0" h="10715" w="9524">
                  <a:moveTo>
                    <a:pt x="1" y="1"/>
                  </a:moveTo>
                  <a:lnTo>
                    <a:pt x="1" y="10715"/>
                  </a:lnTo>
                  <a:lnTo>
                    <a:pt x="9524" y="10715"/>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8"/>
            <p:cNvSpPr/>
            <p:nvPr/>
          </p:nvSpPr>
          <p:spPr>
            <a:xfrm>
              <a:off x="1513494" y="573137"/>
              <a:ext cx="129432" cy="166431"/>
            </a:xfrm>
            <a:custGeom>
              <a:rect b="b" l="l" r="r" t="t"/>
              <a:pathLst>
                <a:path extrusionOk="0" h="10715" w="8333">
                  <a:moveTo>
                    <a:pt x="0" y="1"/>
                  </a:moveTo>
                  <a:lnTo>
                    <a:pt x="0" y="10715"/>
                  </a:lnTo>
                  <a:lnTo>
                    <a:pt x="8333" y="10715"/>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8"/>
            <p:cNvSpPr/>
            <p:nvPr/>
          </p:nvSpPr>
          <p:spPr>
            <a:xfrm>
              <a:off x="2400974" y="443705"/>
              <a:ext cx="129448" cy="129448"/>
            </a:xfrm>
            <a:custGeom>
              <a:rect b="b" l="l" r="r" t="t"/>
              <a:pathLst>
                <a:path extrusionOk="0" h="8334" w="8334">
                  <a:moveTo>
                    <a:pt x="1" y="1"/>
                  </a:moveTo>
                  <a:lnTo>
                    <a:pt x="1" y="8334"/>
                  </a:lnTo>
                  <a:lnTo>
                    <a:pt x="8334" y="833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8"/>
            <p:cNvSpPr/>
            <p:nvPr/>
          </p:nvSpPr>
          <p:spPr>
            <a:xfrm>
              <a:off x="2253074" y="443705"/>
              <a:ext cx="147916" cy="129448"/>
            </a:xfrm>
            <a:custGeom>
              <a:rect b="b" l="l" r="r" t="t"/>
              <a:pathLst>
                <a:path extrusionOk="0" h="8334" w="9523">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8"/>
            <p:cNvSpPr/>
            <p:nvPr/>
          </p:nvSpPr>
          <p:spPr>
            <a:xfrm>
              <a:off x="2086674" y="443705"/>
              <a:ext cx="166415" cy="129448"/>
            </a:xfrm>
            <a:custGeom>
              <a:rect b="b" l="l" r="r" t="t"/>
              <a:pathLst>
                <a:path extrusionOk="0" h="8334" w="10714">
                  <a:moveTo>
                    <a:pt x="1" y="1"/>
                  </a:moveTo>
                  <a:lnTo>
                    <a:pt x="1" y="8334"/>
                  </a:lnTo>
                  <a:lnTo>
                    <a:pt x="10713" y="833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8"/>
            <p:cNvSpPr/>
            <p:nvPr/>
          </p:nvSpPr>
          <p:spPr>
            <a:xfrm>
              <a:off x="1957242" y="443705"/>
              <a:ext cx="129448" cy="129448"/>
            </a:xfrm>
            <a:custGeom>
              <a:rect b="b" l="l" r="r" t="t"/>
              <a:pathLst>
                <a:path extrusionOk="0" h="8334" w="8334">
                  <a:moveTo>
                    <a:pt x="1" y="1"/>
                  </a:moveTo>
                  <a:lnTo>
                    <a:pt x="1" y="8334"/>
                  </a:lnTo>
                  <a:lnTo>
                    <a:pt x="8334" y="833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8"/>
            <p:cNvSpPr/>
            <p:nvPr/>
          </p:nvSpPr>
          <p:spPr>
            <a:xfrm>
              <a:off x="1790857" y="443705"/>
              <a:ext cx="166400" cy="129448"/>
            </a:xfrm>
            <a:custGeom>
              <a:rect b="b" l="l" r="r" t="t"/>
              <a:pathLst>
                <a:path extrusionOk="0" h="8334" w="10713">
                  <a:moveTo>
                    <a:pt x="0" y="1"/>
                  </a:moveTo>
                  <a:lnTo>
                    <a:pt x="0" y="8334"/>
                  </a:lnTo>
                  <a:lnTo>
                    <a:pt x="10713" y="833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8"/>
            <p:cNvSpPr/>
            <p:nvPr/>
          </p:nvSpPr>
          <p:spPr>
            <a:xfrm>
              <a:off x="1642910" y="443705"/>
              <a:ext cx="147932" cy="129448"/>
            </a:xfrm>
            <a:custGeom>
              <a:rect b="b" l="l" r="r" t="t"/>
              <a:pathLst>
                <a:path extrusionOk="0" h="8334" w="9524">
                  <a:moveTo>
                    <a:pt x="1" y="1"/>
                  </a:moveTo>
                  <a:lnTo>
                    <a:pt x="1" y="8334"/>
                  </a:lnTo>
                  <a:lnTo>
                    <a:pt x="9524" y="833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8"/>
            <p:cNvSpPr/>
            <p:nvPr/>
          </p:nvSpPr>
          <p:spPr>
            <a:xfrm>
              <a:off x="1513494" y="443705"/>
              <a:ext cx="129432" cy="129448"/>
            </a:xfrm>
            <a:custGeom>
              <a:rect b="b" l="l" r="r" t="t"/>
              <a:pathLst>
                <a:path extrusionOk="0" h="8334" w="8333">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8"/>
            <p:cNvSpPr/>
            <p:nvPr/>
          </p:nvSpPr>
          <p:spPr>
            <a:xfrm>
              <a:off x="2400974" y="27732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8"/>
            <p:cNvSpPr/>
            <p:nvPr/>
          </p:nvSpPr>
          <p:spPr>
            <a:xfrm>
              <a:off x="2253074" y="27732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8"/>
            <p:cNvSpPr/>
            <p:nvPr/>
          </p:nvSpPr>
          <p:spPr>
            <a:xfrm>
              <a:off x="2086674" y="27732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8"/>
            <p:cNvSpPr/>
            <p:nvPr/>
          </p:nvSpPr>
          <p:spPr>
            <a:xfrm>
              <a:off x="1957242" y="27732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8"/>
            <p:cNvSpPr/>
            <p:nvPr/>
          </p:nvSpPr>
          <p:spPr>
            <a:xfrm>
              <a:off x="1790857" y="27732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8"/>
            <p:cNvSpPr/>
            <p:nvPr/>
          </p:nvSpPr>
          <p:spPr>
            <a:xfrm>
              <a:off x="1642910"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8"/>
            <p:cNvSpPr/>
            <p:nvPr/>
          </p:nvSpPr>
          <p:spPr>
            <a:xfrm>
              <a:off x="2400974" y="129404"/>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8"/>
            <p:cNvSpPr/>
            <p:nvPr/>
          </p:nvSpPr>
          <p:spPr>
            <a:xfrm>
              <a:off x="2253074" y="129404"/>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8"/>
            <p:cNvSpPr/>
            <p:nvPr/>
          </p:nvSpPr>
          <p:spPr>
            <a:xfrm>
              <a:off x="2086674" y="129404"/>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8"/>
            <p:cNvSpPr/>
            <p:nvPr/>
          </p:nvSpPr>
          <p:spPr>
            <a:xfrm>
              <a:off x="1957242" y="129404"/>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8"/>
            <p:cNvSpPr/>
            <p:nvPr/>
          </p:nvSpPr>
          <p:spPr>
            <a:xfrm>
              <a:off x="1790857" y="129404"/>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8"/>
            <p:cNvSpPr/>
            <p:nvPr/>
          </p:nvSpPr>
          <p:spPr>
            <a:xfrm>
              <a:off x="2400974" y="-12"/>
              <a:ext cx="129448" cy="129432"/>
            </a:xfrm>
            <a:custGeom>
              <a:rect b="b" l="l" r="r" t="t"/>
              <a:pathLst>
                <a:path extrusionOk="0" h="8333"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8"/>
            <p:cNvSpPr/>
            <p:nvPr/>
          </p:nvSpPr>
          <p:spPr>
            <a:xfrm>
              <a:off x="2253074" y="-12"/>
              <a:ext cx="147916" cy="129432"/>
            </a:xfrm>
            <a:custGeom>
              <a:rect b="b" l="l" r="r" t="t"/>
              <a:pathLst>
                <a:path extrusionOk="0" h="8333"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8"/>
            <p:cNvSpPr/>
            <p:nvPr/>
          </p:nvSpPr>
          <p:spPr>
            <a:xfrm>
              <a:off x="2086674" y="-12"/>
              <a:ext cx="166415" cy="129432"/>
            </a:xfrm>
            <a:custGeom>
              <a:rect b="b" l="l" r="r" t="t"/>
              <a:pathLst>
                <a:path extrusionOk="0" h="8333"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8"/>
            <p:cNvSpPr/>
            <p:nvPr/>
          </p:nvSpPr>
          <p:spPr>
            <a:xfrm>
              <a:off x="1957242"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8"/>
            <p:cNvSpPr/>
            <p:nvPr/>
          </p:nvSpPr>
          <p:spPr>
            <a:xfrm>
              <a:off x="2530406"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8"/>
            <p:cNvSpPr/>
            <p:nvPr/>
          </p:nvSpPr>
          <p:spPr>
            <a:xfrm>
              <a:off x="2678322"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8"/>
            <p:cNvSpPr/>
            <p:nvPr/>
          </p:nvSpPr>
          <p:spPr>
            <a:xfrm>
              <a:off x="2807755" y="2070781"/>
              <a:ext cx="166431" cy="147916"/>
            </a:xfrm>
            <a:custGeom>
              <a:rect b="b" l="l" r="r" t="t"/>
              <a:pathLst>
                <a:path extrusionOk="0" h="9523" w="10715">
                  <a:moveTo>
                    <a:pt x="0" y="0"/>
                  </a:moveTo>
                  <a:lnTo>
                    <a:pt x="0" y="9523"/>
                  </a:lnTo>
                  <a:lnTo>
                    <a:pt x="10714" y="952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8"/>
            <p:cNvSpPr/>
            <p:nvPr/>
          </p:nvSpPr>
          <p:spPr>
            <a:xfrm>
              <a:off x="2974170"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8"/>
            <p:cNvSpPr/>
            <p:nvPr/>
          </p:nvSpPr>
          <p:spPr>
            <a:xfrm>
              <a:off x="312208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8"/>
            <p:cNvSpPr/>
            <p:nvPr/>
          </p:nvSpPr>
          <p:spPr>
            <a:xfrm>
              <a:off x="326998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8"/>
            <p:cNvSpPr/>
            <p:nvPr/>
          </p:nvSpPr>
          <p:spPr>
            <a:xfrm>
              <a:off x="341790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8"/>
            <p:cNvSpPr/>
            <p:nvPr/>
          </p:nvSpPr>
          <p:spPr>
            <a:xfrm>
              <a:off x="3565818"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8"/>
            <p:cNvSpPr/>
            <p:nvPr/>
          </p:nvSpPr>
          <p:spPr>
            <a:xfrm>
              <a:off x="3713719" y="2070781"/>
              <a:ext cx="147963" cy="147916"/>
            </a:xfrm>
            <a:custGeom>
              <a:rect b="b" l="l" r="r" t="t"/>
              <a:pathLst>
                <a:path extrusionOk="0" h="9523" w="9526">
                  <a:moveTo>
                    <a:pt x="1" y="0"/>
                  </a:moveTo>
                  <a:lnTo>
                    <a:pt x="1" y="9523"/>
                  </a:lnTo>
                  <a:lnTo>
                    <a:pt x="9525" y="952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8"/>
            <p:cNvSpPr/>
            <p:nvPr/>
          </p:nvSpPr>
          <p:spPr>
            <a:xfrm>
              <a:off x="386166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8"/>
            <p:cNvSpPr/>
            <p:nvPr/>
          </p:nvSpPr>
          <p:spPr>
            <a:xfrm>
              <a:off x="400956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8"/>
            <p:cNvSpPr/>
            <p:nvPr/>
          </p:nvSpPr>
          <p:spPr>
            <a:xfrm>
              <a:off x="415748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8"/>
            <p:cNvSpPr/>
            <p:nvPr/>
          </p:nvSpPr>
          <p:spPr>
            <a:xfrm>
              <a:off x="4305398"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8"/>
            <p:cNvSpPr/>
            <p:nvPr/>
          </p:nvSpPr>
          <p:spPr>
            <a:xfrm>
              <a:off x="2530406"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8"/>
            <p:cNvSpPr/>
            <p:nvPr/>
          </p:nvSpPr>
          <p:spPr>
            <a:xfrm>
              <a:off x="2678322" y="192286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8"/>
            <p:cNvSpPr/>
            <p:nvPr/>
          </p:nvSpPr>
          <p:spPr>
            <a:xfrm>
              <a:off x="2807755" y="1922865"/>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8"/>
            <p:cNvSpPr/>
            <p:nvPr/>
          </p:nvSpPr>
          <p:spPr>
            <a:xfrm>
              <a:off x="2974170" y="192286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8"/>
            <p:cNvSpPr/>
            <p:nvPr/>
          </p:nvSpPr>
          <p:spPr>
            <a:xfrm>
              <a:off x="3122086"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8"/>
            <p:cNvSpPr/>
            <p:nvPr/>
          </p:nvSpPr>
          <p:spPr>
            <a:xfrm>
              <a:off x="3269986"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8"/>
            <p:cNvSpPr/>
            <p:nvPr/>
          </p:nvSpPr>
          <p:spPr>
            <a:xfrm>
              <a:off x="3417902"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8"/>
            <p:cNvSpPr/>
            <p:nvPr/>
          </p:nvSpPr>
          <p:spPr>
            <a:xfrm>
              <a:off x="3565818"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8"/>
            <p:cNvSpPr/>
            <p:nvPr/>
          </p:nvSpPr>
          <p:spPr>
            <a:xfrm>
              <a:off x="3713719" y="1922865"/>
              <a:ext cx="147963" cy="147932"/>
            </a:xfrm>
            <a:custGeom>
              <a:rect b="b" l="l" r="r" t="t"/>
              <a:pathLst>
                <a:path extrusionOk="0" h="9524" w="9526">
                  <a:moveTo>
                    <a:pt x="1" y="1"/>
                  </a:moveTo>
                  <a:lnTo>
                    <a:pt x="1" y="9523"/>
                  </a:lnTo>
                  <a:lnTo>
                    <a:pt x="9525" y="952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8"/>
            <p:cNvSpPr/>
            <p:nvPr/>
          </p:nvSpPr>
          <p:spPr>
            <a:xfrm>
              <a:off x="3861666"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8"/>
            <p:cNvSpPr/>
            <p:nvPr/>
          </p:nvSpPr>
          <p:spPr>
            <a:xfrm>
              <a:off x="4009566"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8"/>
            <p:cNvSpPr/>
            <p:nvPr/>
          </p:nvSpPr>
          <p:spPr>
            <a:xfrm>
              <a:off x="4157482"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8"/>
            <p:cNvSpPr/>
            <p:nvPr/>
          </p:nvSpPr>
          <p:spPr>
            <a:xfrm>
              <a:off x="4305398" y="192286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8"/>
            <p:cNvSpPr/>
            <p:nvPr/>
          </p:nvSpPr>
          <p:spPr>
            <a:xfrm>
              <a:off x="4453314"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8"/>
            <p:cNvSpPr/>
            <p:nvPr/>
          </p:nvSpPr>
          <p:spPr>
            <a:xfrm>
              <a:off x="4601215"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8"/>
            <p:cNvSpPr/>
            <p:nvPr/>
          </p:nvSpPr>
          <p:spPr>
            <a:xfrm>
              <a:off x="2530406"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8"/>
            <p:cNvSpPr/>
            <p:nvPr/>
          </p:nvSpPr>
          <p:spPr>
            <a:xfrm>
              <a:off x="2678322" y="175648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8"/>
            <p:cNvSpPr/>
            <p:nvPr/>
          </p:nvSpPr>
          <p:spPr>
            <a:xfrm>
              <a:off x="2807755" y="175648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8"/>
            <p:cNvSpPr/>
            <p:nvPr/>
          </p:nvSpPr>
          <p:spPr>
            <a:xfrm>
              <a:off x="2974170" y="175648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8"/>
            <p:cNvSpPr/>
            <p:nvPr/>
          </p:nvSpPr>
          <p:spPr>
            <a:xfrm>
              <a:off x="3122086"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8"/>
            <p:cNvSpPr/>
            <p:nvPr/>
          </p:nvSpPr>
          <p:spPr>
            <a:xfrm>
              <a:off x="3269986"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8"/>
            <p:cNvSpPr/>
            <p:nvPr/>
          </p:nvSpPr>
          <p:spPr>
            <a:xfrm>
              <a:off x="3417902"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8"/>
            <p:cNvSpPr/>
            <p:nvPr/>
          </p:nvSpPr>
          <p:spPr>
            <a:xfrm>
              <a:off x="3565818"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8"/>
            <p:cNvSpPr/>
            <p:nvPr/>
          </p:nvSpPr>
          <p:spPr>
            <a:xfrm>
              <a:off x="3713719" y="1756480"/>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8"/>
            <p:cNvSpPr/>
            <p:nvPr/>
          </p:nvSpPr>
          <p:spPr>
            <a:xfrm>
              <a:off x="3861666"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8"/>
            <p:cNvSpPr/>
            <p:nvPr/>
          </p:nvSpPr>
          <p:spPr>
            <a:xfrm>
              <a:off x="4009566"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8"/>
            <p:cNvSpPr/>
            <p:nvPr/>
          </p:nvSpPr>
          <p:spPr>
            <a:xfrm>
              <a:off x="4157482"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8"/>
            <p:cNvSpPr/>
            <p:nvPr/>
          </p:nvSpPr>
          <p:spPr>
            <a:xfrm>
              <a:off x="4305398" y="175648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8"/>
            <p:cNvSpPr/>
            <p:nvPr/>
          </p:nvSpPr>
          <p:spPr>
            <a:xfrm>
              <a:off x="4453314"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8"/>
            <p:cNvSpPr/>
            <p:nvPr/>
          </p:nvSpPr>
          <p:spPr>
            <a:xfrm>
              <a:off x="4601215"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8"/>
            <p:cNvSpPr/>
            <p:nvPr/>
          </p:nvSpPr>
          <p:spPr>
            <a:xfrm>
              <a:off x="2530406"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8"/>
            <p:cNvSpPr/>
            <p:nvPr/>
          </p:nvSpPr>
          <p:spPr>
            <a:xfrm>
              <a:off x="2678322" y="1627048"/>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8"/>
            <p:cNvSpPr/>
            <p:nvPr/>
          </p:nvSpPr>
          <p:spPr>
            <a:xfrm>
              <a:off x="2807755" y="1627048"/>
              <a:ext cx="166431" cy="129448"/>
            </a:xfrm>
            <a:custGeom>
              <a:rect b="b" l="l" r="r" t="t"/>
              <a:pathLst>
                <a:path extrusionOk="0" h="8334"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8"/>
            <p:cNvSpPr/>
            <p:nvPr/>
          </p:nvSpPr>
          <p:spPr>
            <a:xfrm>
              <a:off x="2974170" y="1627048"/>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8"/>
            <p:cNvSpPr/>
            <p:nvPr/>
          </p:nvSpPr>
          <p:spPr>
            <a:xfrm>
              <a:off x="3122086"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8"/>
            <p:cNvSpPr/>
            <p:nvPr/>
          </p:nvSpPr>
          <p:spPr>
            <a:xfrm>
              <a:off x="3269986"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8"/>
            <p:cNvSpPr/>
            <p:nvPr/>
          </p:nvSpPr>
          <p:spPr>
            <a:xfrm>
              <a:off x="3417902"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8"/>
            <p:cNvSpPr/>
            <p:nvPr/>
          </p:nvSpPr>
          <p:spPr>
            <a:xfrm>
              <a:off x="3565818"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8"/>
            <p:cNvSpPr/>
            <p:nvPr/>
          </p:nvSpPr>
          <p:spPr>
            <a:xfrm>
              <a:off x="3713719" y="1627048"/>
              <a:ext cx="147963" cy="129448"/>
            </a:xfrm>
            <a:custGeom>
              <a:rect b="b" l="l" r="r" t="t"/>
              <a:pathLst>
                <a:path extrusionOk="0" h="8334" w="9526">
                  <a:moveTo>
                    <a:pt x="1" y="0"/>
                  </a:moveTo>
                  <a:lnTo>
                    <a:pt x="1" y="8333"/>
                  </a:lnTo>
                  <a:lnTo>
                    <a:pt x="9525" y="833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8"/>
            <p:cNvSpPr/>
            <p:nvPr/>
          </p:nvSpPr>
          <p:spPr>
            <a:xfrm>
              <a:off x="3861666"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8"/>
            <p:cNvSpPr/>
            <p:nvPr/>
          </p:nvSpPr>
          <p:spPr>
            <a:xfrm>
              <a:off x="4009566"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8"/>
            <p:cNvSpPr/>
            <p:nvPr/>
          </p:nvSpPr>
          <p:spPr>
            <a:xfrm>
              <a:off x="4157482"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8"/>
            <p:cNvSpPr/>
            <p:nvPr/>
          </p:nvSpPr>
          <p:spPr>
            <a:xfrm>
              <a:off x="4305398" y="1627048"/>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8"/>
            <p:cNvSpPr/>
            <p:nvPr/>
          </p:nvSpPr>
          <p:spPr>
            <a:xfrm>
              <a:off x="4453314"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8"/>
            <p:cNvSpPr/>
            <p:nvPr/>
          </p:nvSpPr>
          <p:spPr>
            <a:xfrm>
              <a:off x="4601215"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8"/>
            <p:cNvSpPr/>
            <p:nvPr/>
          </p:nvSpPr>
          <p:spPr>
            <a:xfrm>
              <a:off x="2530406"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8"/>
            <p:cNvSpPr/>
            <p:nvPr/>
          </p:nvSpPr>
          <p:spPr>
            <a:xfrm>
              <a:off x="2678322" y="1460633"/>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8"/>
            <p:cNvSpPr/>
            <p:nvPr/>
          </p:nvSpPr>
          <p:spPr>
            <a:xfrm>
              <a:off x="2807755" y="1460633"/>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8"/>
            <p:cNvSpPr/>
            <p:nvPr/>
          </p:nvSpPr>
          <p:spPr>
            <a:xfrm>
              <a:off x="2974170" y="1460633"/>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8"/>
            <p:cNvSpPr/>
            <p:nvPr/>
          </p:nvSpPr>
          <p:spPr>
            <a:xfrm>
              <a:off x="3122086"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8"/>
            <p:cNvSpPr/>
            <p:nvPr/>
          </p:nvSpPr>
          <p:spPr>
            <a:xfrm>
              <a:off x="3269986"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8"/>
            <p:cNvSpPr/>
            <p:nvPr/>
          </p:nvSpPr>
          <p:spPr>
            <a:xfrm>
              <a:off x="3417902"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8"/>
            <p:cNvSpPr/>
            <p:nvPr/>
          </p:nvSpPr>
          <p:spPr>
            <a:xfrm>
              <a:off x="3565818"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8"/>
            <p:cNvSpPr/>
            <p:nvPr/>
          </p:nvSpPr>
          <p:spPr>
            <a:xfrm>
              <a:off x="3713719" y="1460633"/>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8"/>
            <p:cNvSpPr/>
            <p:nvPr/>
          </p:nvSpPr>
          <p:spPr>
            <a:xfrm>
              <a:off x="3861666"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8"/>
            <p:cNvSpPr/>
            <p:nvPr/>
          </p:nvSpPr>
          <p:spPr>
            <a:xfrm>
              <a:off x="4009566"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8"/>
            <p:cNvSpPr/>
            <p:nvPr/>
          </p:nvSpPr>
          <p:spPr>
            <a:xfrm>
              <a:off x="4157482"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8"/>
            <p:cNvSpPr/>
            <p:nvPr/>
          </p:nvSpPr>
          <p:spPr>
            <a:xfrm>
              <a:off x="4305398" y="1460633"/>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8"/>
            <p:cNvSpPr/>
            <p:nvPr/>
          </p:nvSpPr>
          <p:spPr>
            <a:xfrm>
              <a:off x="4453314"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8"/>
            <p:cNvSpPr/>
            <p:nvPr/>
          </p:nvSpPr>
          <p:spPr>
            <a:xfrm>
              <a:off x="4601215"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8"/>
            <p:cNvSpPr/>
            <p:nvPr/>
          </p:nvSpPr>
          <p:spPr>
            <a:xfrm>
              <a:off x="2530406"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8"/>
            <p:cNvSpPr/>
            <p:nvPr/>
          </p:nvSpPr>
          <p:spPr>
            <a:xfrm>
              <a:off x="2678322" y="1331201"/>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8"/>
            <p:cNvSpPr/>
            <p:nvPr/>
          </p:nvSpPr>
          <p:spPr>
            <a:xfrm>
              <a:off x="2807755" y="1331201"/>
              <a:ext cx="166431" cy="129448"/>
            </a:xfrm>
            <a:custGeom>
              <a:rect b="b" l="l" r="r" t="t"/>
              <a:pathLst>
                <a:path extrusionOk="0" h="8334"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8"/>
            <p:cNvSpPr/>
            <p:nvPr/>
          </p:nvSpPr>
          <p:spPr>
            <a:xfrm>
              <a:off x="2974170" y="1331201"/>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8"/>
            <p:cNvSpPr/>
            <p:nvPr/>
          </p:nvSpPr>
          <p:spPr>
            <a:xfrm>
              <a:off x="3122086"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8"/>
            <p:cNvSpPr/>
            <p:nvPr/>
          </p:nvSpPr>
          <p:spPr>
            <a:xfrm>
              <a:off x="3269986"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8"/>
            <p:cNvSpPr/>
            <p:nvPr/>
          </p:nvSpPr>
          <p:spPr>
            <a:xfrm>
              <a:off x="3417902"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8"/>
            <p:cNvSpPr/>
            <p:nvPr/>
          </p:nvSpPr>
          <p:spPr>
            <a:xfrm>
              <a:off x="3565818"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8"/>
            <p:cNvSpPr/>
            <p:nvPr/>
          </p:nvSpPr>
          <p:spPr>
            <a:xfrm>
              <a:off x="3713719" y="1331201"/>
              <a:ext cx="147963" cy="129448"/>
            </a:xfrm>
            <a:custGeom>
              <a:rect b="b" l="l" r="r" t="t"/>
              <a:pathLst>
                <a:path extrusionOk="0" h="8334" w="9526">
                  <a:moveTo>
                    <a:pt x="1" y="0"/>
                  </a:moveTo>
                  <a:lnTo>
                    <a:pt x="1" y="8333"/>
                  </a:lnTo>
                  <a:lnTo>
                    <a:pt x="9525" y="833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8"/>
            <p:cNvSpPr/>
            <p:nvPr/>
          </p:nvSpPr>
          <p:spPr>
            <a:xfrm>
              <a:off x="3861666"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8"/>
            <p:cNvSpPr/>
            <p:nvPr/>
          </p:nvSpPr>
          <p:spPr>
            <a:xfrm>
              <a:off x="4009566"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8"/>
            <p:cNvSpPr/>
            <p:nvPr/>
          </p:nvSpPr>
          <p:spPr>
            <a:xfrm>
              <a:off x="4157482"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8"/>
            <p:cNvSpPr/>
            <p:nvPr/>
          </p:nvSpPr>
          <p:spPr>
            <a:xfrm>
              <a:off x="4305398" y="1331201"/>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8"/>
            <p:cNvSpPr/>
            <p:nvPr/>
          </p:nvSpPr>
          <p:spPr>
            <a:xfrm>
              <a:off x="4453314"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8"/>
            <p:cNvSpPr/>
            <p:nvPr/>
          </p:nvSpPr>
          <p:spPr>
            <a:xfrm>
              <a:off x="4601215"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8"/>
            <p:cNvSpPr/>
            <p:nvPr/>
          </p:nvSpPr>
          <p:spPr>
            <a:xfrm>
              <a:off x="2530406"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8"/>
            <p:cNvSpPr/>
            <p:nvPr/>
          </p:nvSpPr>
          <p:spPr>
            <a:xfrm>
              <a:off x="2678322" y="118328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8"/>
            <p:cNvSpPr/>
            <p:nvPr/>
          </p:nvSpPr>
          <p:spPr>
            <a:xfrm>
              <a:off x="2807755" y="1183285"/>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8"/>
            <p:cNvSpPr/>
            <p:nvPr/>
          </p:nvSpPr>
          <p:spPr>
            <a:xfrm>
              <a:off x="2974170" y="118328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8"/>
            <p:cNvSpPr/>
            <p:nvPr/>
          </p:nvSpPr>
          <p:spPr>
            <a:xfrm>
              <a:off x="3122086"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8"/>
            <p:cNvSpPr/>
            <p:nvPr/>
          </p:nvSpPr>
          <p:spPr>
            <a:xfrm>
              <a:off x="3269986"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8"/>
            <p:cNvSpPr/>
            <p:nvPr/>
          </p:nvSpPr>
          <p:spPr>
            <a:xfrm>
              <a:off x="3417902"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8"/>
            <p:cNvSpPr/>
            <p:nvPr/>
          </p:nvSpPr>
          <p:spPr>
            <a:xfrm>
              <a:off x="3565818"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8"/>
            <p:cNvSpPr/>
            <p:nvPr/>
          </p:nvSpPr>
          <p:spPr>
            <a:xfrm>
              <a:off x="3713719" y="1183285"/>
              <a:ext cx="147963" cy="147932"/>
            </a:xfrm>
            <a:custGeom>
              <a:rect b="b" l="l" r="r" t="t"/>
              <a:pathLst>
                <a:path extrusionOk="0" h="9524" w="9526">
                  <a:moveTo>
                    <a:pt x="1" y="1"/>
                  </a:moveTo>
                  <a:lnTo>
                    <a:pt x="1" y="9523"/>
                  </a:lnTo>
                  <a:lnTo>
                    <a:pt x="9525" y="952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8"/>
            <p:cNvSpPr/>
            <p:nvPr/>
          </p:nvSpPr>
          <p:spPr>
            <a:xfrm>
              <a:off x="3861666"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8"/>
            <p:cNvSpPr/>
            <p:nvPr/>
          </p:nvSpPr>
          <p:spPr>
            <a:xfrm>
              <a:off x="4009566"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8"/>
            <p:cNvSpPr/>
            <p:nvPr/>
          </p:nvSpPr>
          <p:spPr>
            <a:xfrm>
              <a:off x="4157482"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8"/>
            <p:cNvSpPr/>
            <p:nvPr/>
          </p:nvSpPr>
          <p:spPr>
            <a:xfrm>
              <a:off x="4305398"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8"/>
            <p:cNvSpPr/>
            <p:nvPr/>
          </p:nvSpPr>
          <p:spPr>
            <a:xfrm>
              <a:off x="2530406"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8"/>
            <p:cNvSpPr/>
            <p:nvPr/>
          </p:nvSpPr>
          <p:spPr>
            <a:xfrm>
              <a:off x="2678322" y="101690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8"/>
            <p:cNvSpPr/>
            <p:nvPr/>
          </p:nvSpPr>
          <p:spPr>
            <a:xfrm>
              <a:off x="2807755" y="101690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8"/>
            <p:cNvSpPr/>
            <p:nvPr/>
          </p:nvSpPr>
          <p:spPr>
            <a:xfrm>
              <a:off x="2974170" y="101690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8"/>
            <p:cNvSpPr/>
            <p:nvPr/>
          </p:nvSpPr>
          <p:spPr>
            <a:xfrm>
              <a:off x="3122086"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8"/>
            <p:cNvSpPr/>
            <p:nvPr/>
          </p:nvSpPr>
          <p:spPr>
            <a:xfrm>
              <a:off x="3269986"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8"/>
            <p:cNvSpPr/>
            <p:nvPr/>
          </p:nvSpPr>
          <p:spPr>
            <a:xfrm>
              <a:off x="3417902"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8"/>
            <p:cNvSpPr/>
            <p:nvPr/>
          </p:nvSpPr>
          <p:spPr>
            <a:xfrm>
              <a:off x="3565818"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8"/>
            <p:cNvSpPr/>
            <p:nvPr/>
          </p:nvSpPr>
          <p:spPr>
            <a:xfrm>
              <a:off x="3713719" y="1016900"/>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8"/>
            <p:cNvSpPr/>
            <p:nvPr/>
          </p:nvSpPr>
          <p:spPr>
            <a:xfrm>
              <a:off x="3861666"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8"/>
            <p:cNvSpPr/>
            <p:nvPr/>
          </p:nvSpPr>
          <p:spPr>
            <a:xfrm>
              <a:off x="4009566"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8"/>
            <p:cNvSpPr/>
            <p:nvPr/>
          </p:nvSpPr>
          <p:spPr>
            <a:xfrm>
              <a:off x="4157482"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8"/>
            <p:cNvSpPr/>
            <p:nvPr/>
          </p:nvSpPr>
          <p:spPr>
            <a:xfrm>
              <a:off x="2530406"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8"/>
            <p:cNvSpPr/>
            <p:nvPr/>
          </p:nvSpPr>
          <p:spPr>
            <a:xfrm>
              <a:off x="2678322" y="887468"/>
              <a:ext cx="129448" cy="129448"/>
            </a:xfrm>
            <a:custGeom>
              <a:rect b="b" l="l" r="r" t="t"/>
              <a:pathLst>
                <a:path extrusionOk="0" h="8334" w="8334">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8"/>
            <p:cNvSpPr/>
            <p:nvPr/>
          </p:nvSpPr>
          <p:spPr>
            <a:xfrm>
              <a:off x="2807755" y="887468"/>
              <a:ext cx="166431" cy="129448"/>
            </a:xfrm>
            <a:custGeom>
              <a:rect b="b" l="l" r="r" t="t"/>
              <a:pathLst>
                <a:path extrusionOk="0" h="8334" w="10715">
                  <a:moveTo>
                    <a:pt x="0" y="1"/>
                  </a:moveTo>
                  <a:lnTo>
                    <a:pt x="0" y="8333"/>
                  </a:lnTo>
                  <a:lnTo>
                    <a:pt x="10714" y="833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8"/>
            <p:cNvSpPr/>
            <p:nvPr/>
          </p:nvSpPr>
          <p:spPr>
            <a:xfrm>
              <a:off x="2974170" y="887468"/>
              <a:ext cx="147932" cy="129448"/>
            </a:xfrm>
            <a:custGeom>
              <a:rect b="b" l="l" r="r" t="t"/>
              <a:pathLst>
                <a:path extrusionOk="0" h="8334" w="9524">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8"/>
            <p:cNvSpPr/>
            <p:nvPr/>
          </p:nvSpPr>
          <p:spPr>
            <a:xfrm>
              <a:off x="3122086"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8"/>
            <p:cNvSpPr/>
            <p:nvPr/>
          </p:nvSpPr>
          <p:spPr>
            <a:xfrm>
              <a:off x="3269986"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8"/>
            <p:cNvSpPr/>
            <p:nvPr/>
          </p:nvSpPr>
          <p:spPr>
            <a:xfrm>
              <a:off x="3417902"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8"/>
            <p:cNvSpPr/>
            <p:nvPr/>
          </p:nvSpPr>
          <p:spPr>
            <a:xfrm>
              <a:off x="3565818"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8"/>
            <p:cNvSpPr/>
            <p:nvPr/>
          </p:nvSpPr>
          <p:spPr>
            <a:xfrm>
              <a:off x="3713719" y="887468"/>
              <a:ext cx="147963" cy="129448"/>
            </a:xfrm>
            <a:custGeom>
              <a:rect b="b" l="l" r="r" t="t"/>
              <a:pathLst>
                <a:path extrusionOk="0" h="8334" w="9526">
                  <a:moveTo>
                    <a:pt x="1" y="1"/>
                  </a:moveTo>
                  <a:lnTo>
                    <a:pt x="1" y="8333"/>
                  </a:lnTo>
                  <a:lnTo>
                    <a:pt x="9525" y="833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8"/>
            <p:cNvSpPr/>
            <p:nvPr/>
          </p:nvSpPr>
          <p:spPr>
            <a:xfrm>
              <a:off x="3861666"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8"/>
            <p:cNvSpPr/>
            <p:nvPr/>
          </p:nvSpPr>
          <p:spPr>
            <a:xfrm>
              <a:off x="4009566"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8"/>
            <p:cNvSpPr/>
            <p:nvPr/>
          </p:nvSpPr>
          <p:spPr>
            <a:xfrm>
              <a:off x="4157482"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8"/>
            <p:cNvSpPr/>
            <p:nvPr/>
          </p:nvSpPr>
          <p:spPr>
            <a:xfrm>
              <a:off x="2530406" y="739552"/>
              <a:ext cx="147932" cy="147932"/>
            </a:xfrm>
            <a:custGeom>
              <a:rect b="b" l="l" r="r" t="t"/>
              <a:pathLst>
                <a:path extrusionOk="0" h="9524" w="9524">
                  <a:moveTo>
                    <a:pt x="1" y="1"/>
                  </a:moveTo>
                  <a:lnTo>
                    <a:pt x="1"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8"/>
            <p:cNvSpPr/>
            <p:nvPr/>
          </p:nvSpPr>
          <p:spPr>
            <a:xfrm>
              <a:off x="2678322" y="739552"/>
              <a:ext cx="129448" cy="147932"/>
            </a:xfrm>
            <a:custGeom>
              <a:rect b="b" l="l" r="r" t="t"/>
              <a:pathLst>
                <a:path extrusionOk="0" h="9524" w="8334">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8"/>
            <p:cNvSpPr/>
            <p:nvPr/>
          </p:nvSpPr>
          <p:spPr>
            <a:xfrm>
              <a:off x="2807755" y="739552"/>
              <a:ext cx="166431" cy="147932"/>
            </a:xfrm>
            <a:custGeom>
              <a:rect b="b" l="l" r="r" t="t"/>
              <a:pathLst>
                <a:path extrusionOk="0" h="9524" w="10715">
                  <a:moveTo>
                    <a:pt x="0" y="1"/>
                  </a:moveTo>
                  <a:lnTo>
                    <a:pt x="0" y="9524"/>
                  </a:lnTo>
                  <a:lnTo>
                    <a:pt x="10714" y="9524"/>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8"/>
            <p:cNvSpPr/>
            <p:nvPr/>
          </p:nvSpPr>
          <p:spPr>
            <a:xfrm>
              <a:off x="2974170" y="739552"/>
              <a:ext cx="147932" cy="147932"/>
            </a:xfrm>
            <a:custGeom>
              <a:rect b="b" l="l" r="r" t="t"/>
              <a:pathLst>
                <a:path extrusionOk="0" h="9524" w="9524">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8"/>
            <p:cNvSpPr/>
            <p:nvPr/>
          </p:nvSpPr>
          <p:spPr>
            <a:xfrm>
              <a:off x="3122086"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8"/>
            <p:cNvSpPr/>
            <p:nvPr/>
          </p:nvSpPr>
          <p:spPr>
            <a:xfrm>
              <a:off x="3269986"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8"/>
            <p:cNvSpPr/>
            <p:nvPr/>
          </p:nvSpPr>
          <p:spPr>
            <a:xfrm>
              <a:off x="3417902" y="739552"/>
              <a:ext cx="147932" cy="147932"/>
            </a:xfrm>
            <a:custGeom>
              <a:rect b="b" l="l" r="r" t="t"/>
              <a:pathLst>
                <a:path extrusionOk="0" h="9524" w="9524">
                  <a:moveTo>
                    <a:pt x="1" y="1"/>
                  </a:moveTo>
                  <a:lnTo>
                    <a:pt x="1"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8"/>
            <p:cNvSpPr/>
            <p:nvPr/>
          </p:nvSpPr>
          <p:spPr>
            <a:xfrm>
              <a:off x="3565818"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8"/>
            <p:cNvSpPr/>
            <p:nvPr/>
          </p:nvSpPr>
          <p:spPr>
            <a:xfrm>
              <a:off x="3713719" y="739552"/>
              <a:ext cx="147963" cy="147932"/>
            </a:xfrm>
            <a:custGeom>
              <a:rect b="b" l="l" r="r" t="t"/>
              <a:pathLst>
                <a:path extrusionOk="0" h="9524" w="9526">
                  <a:moveTo>
                    <a:pt x="1" y="1"/>
                  </a:moveTo>
                  <a:lnTo>
                    <a:pt x="1" y="9524"/>
                  </a:lnTo>
                  <a:lnTo>
                    <a:pt x="9525" y="9524"/>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8"/>
            <p:cNvSpPr/>
            <p:nvPr/>
          </p:nvSpPr>
          <p:spPr>
            <a:xfrm>
              <a:off x="3861666"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8"/>
            <p:cNvSpPr/>
            <p:nvPr/>
          </p:nvSpPr>
          <p:spPr>
            <a:xfrm>
              <a:off x="400956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8"/>
            <p:cNvSpPr/>
            <p:nvPr/>
          </p:nvSpPr>
          <p:spPr>
            <a:xfrm>
              <a:off x="2530406" y="573137"/>
              <a:ext cx="147932" cy="166431"/>
            </a:xfrm>
            <a:custGeom>
              <a:rect b="b" l="l" r="r" t="t"/>
              <a:pathLst>
                <a:path extrusionOk="0" h="10715" w="9524">
                  <a:moveTo>
                    <a:pt x="1" y="1"/>
                  </a:moveTo>
                  <a:lnTo>
                    <a:pt x="1"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8"/>
            <p:cNvSpPr/>
            <p:nvPr/>
          </p:nvSpPr>
          <p:spPr>
            <a:xfrm>
              <a:off x="2678322" y="573137"/>
              <a:ext cx="129448" cy="166431"/>
            </a:xfrm>
            <a:custGeom>
              <a:rect b="b" l="l" r="r" t="t"/>
              <a:pathLst>
                <a:path extrusionOk="0" h="10715" w="8334">
                  <a:moveTo>
                    <a:pt x="0" y="1"/>
                  </a:moveTo>
                  <a:lnTo>
                    <a:pt x="0" y="10715"/>
                  </a:lnTo>
                  <a:lnTo>
                    <a:pt x="8333" y="10715"/>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8"/>
            <p:cNvSpPr/>
            <p:nvPr/>
          </p:nvSpPr>
          <p:spPr>
            <a:xfrm>
              <a:off x="2807755" y="573137"/>
              <a:ext cx="166431" cy="166431"/>
            </a:xfrm>
            <a:custGeom>
              <a:rect b="b" l="l" r="r" t="t"/>
              <a:pathLst>
                <a:path extrusionOk="0" h="10715" w="10715">
                  <a:moveTo>
                    <a:pt x="0" y="1"/>
                  </a:moveTo>
                  <a:lnTo>
                    <a:pt x="0" y="10715"/>
                  </a:lnTo>
                  <a:lnTo>
                    <a:pt x="10714" y="10715"/>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8"/>
            <p:cNvSpPr/>
            <p:nvPr/>
          </p:nvSpPr>
          <p:spPr>
            <a:xfrm>
              <a:off x="2974170" y="573137"/>
              <a:ext cx="147932" cy="166431"/>
            </a:xfrm>
            <a:custGeom>
              <a:rect b="b" l="l" r="r" t="t"/>
              <a:pathLst>
                <a:path extrusionOk="0" h="10715" w="9524">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8"/>
            <p:cNvSpPr/>
            <p:nvPr/>
          </p:nvSpPr>
          <p:spPr>
            <a:xfrm>
              <a:off x="3122086" y="573137"/>
              <a:ext cx="147916" cy="166431"/>
            </a:xfrm>
            <a:custGeom>
              <a:rect b="b" l="l" r="r" t="t"/>
              <a:pathLst>
                <a:path extrusionOk="0" h="10715" w="9523">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8"/>
            <p:cNvSpPr/>
            <p:nvPr/>
          </p:nvSpPr>
          <p:spPr>
            <a:xfrm>
              <a:off x="3269986" y="573137"/>
              <a:ext cx="147932" cy="166431"/>
            </a:xfrm>
            <a:custGeom>
              <a:rect b="b" l="l" r="r" t="t"/>
              <a:pathLst>
                <a:path extrusionOk="0" h="10715" w="9524">
                  <a:moveTo>
                    <a:pt x="1" y="1"/>
                  </a:moveTo>
                  <a:lnTo>
                    <a:pt x="1" y="10715"/>
                  </a:lnTo>
                  <a:lnTo>
                    <a:pt x="9524" y="10715"/>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8"/>
            <p:cNvSpPr/>
            <p:nvPr/>
          </p:nvSpPr>
          <p:spPr>
            <a:xfrm>
              <a:off x="3417902" y="573137"/>
              <a:ext cx="147932" cy="166431"/>
            </a:xfrm>
            <a:custGeom>
              <a:rect b="b" l="l" r="r" t="t"/>
              <a:pathLst>
                <a:path extrusionOk="0" h="10715" w="9524">
                  <a:moveTo>
                    <a:pt x="1" y="1"/>
                  </a:moveTo>
                  <a:lnTo>
                    <a:pt x="1"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8"/>
            <p:cNvSpPr/>
            <p:nvPr/>
          </p:nvSpPr>
          <p:spPr>
            <a:xfrm>
              <a:off x="2530406" y="443705"/>
              <a:ext cx="147932" cy="129448"/>
            </a:xfrm>
            <a:custGeom>
              <a:rect b="b" l="l" r="r" t="t"/>
              <a:pathLst>
                <a:path extrusionOk="0" h="8334" w="9524">
                  <a:moveTo>
                    <a:pt x="1" y="1"/>
                  </a:moveTo>
                  <a:lnTo>
                    <a:pt x="1"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8"/>
            <p:cNvSpPr/>
            <p:nvPr/>
          </p:nvSpPr>
          <p:spPr>
            <a:xfrm>
              <a:off x="2678322" y="443705"/>
              <a:ext cx="129448" cy="129448"/>
            </a:xfrm>
            <a:custGeom>
              <a:rect b="b" l="l" r="r" t="t"/>
              <a:pathLst>
                <a:path extrusionOk="0" h="8334" w="8334">
                  <a:moveTo>
                    <a:pt x="0" y="1"/>
                  </a:moveTo>
                  <a:lnTo>
                    <a:pt x="0" y="8334"/>
                  </a:lnTo>
                  <a:lnTo>
                    <a:pt x="8333" y="833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8"/>
            <p:cNvSpPr/>
            <p:nvPr/>
          </p:nvSpPr>
          <p:spPr>
            <a:xfrm>
              <a:off x="2807755" y="443705"/>
              <a:ext cx="166431" cy="129448"/>
            </a:xfrm>
            <a:custGeom>
              <a:rect b="b" l="l" r="r" t="t"/>
              <a:pathLst>
                <a:path extrusionOk="0" h="8334" w="10715">
                  <a:moveTo>
                    <a:pt x="0" y="1"/>
                  </a:moveTo>
                  <a:lnTo>
                    <a:pt x="0" y="8334"/>
                  </a:lnTo>
                  <a:lnTo>
                    <a:pt x="10714" y="8334"/>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8"/>
            <p:cNvSpPr/>
            <p:nvPr/>
          </p:nvSpPr>
          <p:spPr>
            <a:xfrm>
              <a:off x="2974170" y="443705"/>
              <a:ext cx="147932" cy="129448"/>
            </a:xfrm>
            <a:custGeom>
              <a:rect b="b" l="l" r="r" t="t"/>
              <a:pathLst>
                <a:path extrusionOk="0" h="8334" w="9524">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8"/>
            <p:cNvSpPr/>
            <p:nvPr/>
          </p:nvSpPr>
          <p:spPr>
            <a:xfrm>
              <a:off x="3122086" y="443705"/>
              <a:ext cx="147916" cy="129448"/>
            </a:xfrm>
            <a:custGeom>
              <a:rect b="b" l="l" r="r" t="t"/>
              <a:pathLst>
                <a:path extrusionOk="0" h="8334" w="9523">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8"/>
            <p:cNvSpPr/>
            <p:nvPr/>
          </p:nvSpPr>
          <p:spPr>
            <a:xfrm>
              <a:off x="3269986" y="443705"/>
              <a:ext cx="147932" cy="129448"/>
            </a:xfrm>
            <a:custGeom>
              <a:rect b="b" l="l" r="r" t="t"/>
              <a:pathLst>
                <a:path extrusionOk="0" h="8334" w="9524">
                  <a:moveTo>
                    <a:pt x="1" y="1"/>
                  </a:moveTo>
                  <a:lnTo>
                    <a:pt x="1" y="8334"/>
                  </a:lnTo>
                  <a:lnTo>
                    <a:pt x="9524" y="833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8"/>
            <p:cNvSpPr/>
            <p:nvPr/>
          </p:nvSpPr>
          <p:spPr>
            <a:xfrm>
              <a:off x="3417902" y="443705"/>
              <a:ext cx="147932" cy="129448"/>
            </a:xfrm>
            <a:custGeom>
              <a:rect b="b" l="l" r="r" t="t"/>
              <a:pathLst>
                <a:path extrusionOk="0" h="8334" w="9524">
                  <a:moveTo>
                    <a:pt x="1" y="1"/>
                  </a:moveTo>
                  <a:lnTo>
                    <a:pt x="1"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8"/>
            <p:cNvSpPr/>
            <p:nvPr/>
          </p:nvSpPr>
          <p:spPr>
            <a:xfrm>
              <a:off x="2530406" y="27732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8"/>
            <p:cNvSpPr/>
            <p:nvPr/>
          </p:nvSpPr>
          <p:spPr>
            <a:xfrm>
              <a:off x="2678322" y="27732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8"/>
            <p:cNvSpPr/>
            <p:nvPr/>
          </p:nvSpPr>
          <p:spPr>
            <a:xfrm>
              <a:off x="2807755" y="27732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8"/>
            <p:cNvSpPr/>
            <p:nvPr/>
          </p:nvSpPr>
          <p:spPr>
            <a:xfrm>
              <a:off x="2974170" y="27732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8"/>
            <p:cNvSpPr/>
            <p:nvPr/>
          </p:nvSpPr>
          <p:spPr>
            <a:xfrm>
              <a:off x="3122086" y="27732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8"/>
            <p:cNvSpPr/>
            <p:nvPr/>
          </p:nvSpPr>
          <p:spPr>
            <a:xfrm>
              <a:off x="3269986"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8"/>
            <p:cNvSpPr/>
            <p:nvPr/>
          </p:nvSpPr>
          <p:spPr>
            <a:xfrm>
              <a:off x="2530406" y="129404"/>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8"/>
            <p:cNvSpPr/>
            <p:nvPr/>
          </p:nvSpPr>
          <p:spPr>
            <a:xfrm>
              <a:off x="2678322" y="129404"/>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8"/>
            <p:cNvSpPr/>
            <p:nvPr/>
          </p:nvSpPr>
          <p:spPr>
            <a:xfrm>
              <a:off x="2807755" y="129404"/>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8"/>
            <p:cNvSpPr/>
            <p:nvPr/>
          </p:nvSpPr>
          <p:spPr>
            <a:xfrm>
              <a:off x="2974170" y="129404"/>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8"/>
            <p:cNvSpPr/>
            <p:nvPr/>
          </p:nvSpPr>
          <p:spPr>
            <a:xfrm>
              <a:off x="3122086"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8"/>
            <p:cNvSpPr/>
            <p:nvPr/>
          </p:nvSpPr>
          <p:spPr>
            <a:xfrm>
              <a:off x="2530406" y="-12"/>
              <a:ext cx="147932" cy="129432"/>
            </a:xfrm>
            <a:custGeom>
              <a:rect b="b" l="l" r="r" t="t"/>
              <a:pathLst>
                <a:path extrusionOk="0" h="8333"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8"/>
            <p:cNvSpPr/>
            <p:nvPr/>
          </p:nvSpPr>
          <p:spPr>
            <a:xfrm>
              <a:off x="2678322" y="-12"/>
              <a:ext cx="129448" cy="129432"/>
            </a:xfrm>
            <a:custGeom>
              <a:rect b="b" l="l" r="r" t="t"/>
              <a:pathLst>
                <a:path extrusionOk="0" h="8333"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8"/>
            <p:cNvSpPr/>
            <p:nvPr/>
          </p:nvSpPr>
          <p:spPr>
            <a:xfrm>
              <a:off x="2807755" y="-12"/>
              <a:ext cx="166431" cy="129432"/>
            </a:xfrm>
            <a:custGeom>
              <a:rect b="b" l="l" r="r" t="t"/>
              <a:pathLst>
                <a:path extrusionOk="0" h="8333"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8"/>
            <p:cNvSpPr/>
            <p:nvPr/>
          </p:nvSpPr>
          <p:spPr>
            <a:xfrm>
              <a:off x="2974170" y="-12"/>
              <a:ext cx="147932" cy="129432"/>
            </a:xfrm>
            <a:custGeom>
              <a:rect b="b" l="l" r="r" t="t"/>
              <a:pathLst>
                <a:path extrusionOk="0" h="8333"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9" name="Google Shape;1449;p8"/>
          <p:cNvGrpSpPr/>
          <p:nvPr/>
        </p:nvGrpSpPr>
        <p:grpSpPr>
          <a:xfrm>
            <a:off x="560813" y="539503"/>
            <a:ext cx="1443946" cy="721968"/>
            <a:chOff x="311697" y="-12"/>
            <a:chExt cx="4437449" cy="2218709"/>
          </a:xfrm>
        </p:grpSpPr>
        <p:sp>
          <p:nvSpPr>
            <p:cNvPr id="1450" name="Google Shape;1450;p8"/>
            <p:cNvSpPr/>
            <p:nvPr/>
          </p:nvSpPr>
          <p:spPr>
            <a:xfrm>
              <a:off x="2400974"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8"/>
            <p:cNvSpPr/>
            <p:nvPr/>
          </p:nvSpPr>
          <p:spPr>
            <a:xfrm>
              <a:off x="2253074"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8"/>
            <p:cNvSpPr/>
            <p:nvPr/>
          </p:nvSpPr>
          <p:spPr>
            <a:xfrm>
              <a:off x="208667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8"/>
            <p:cNvSpPr/>
            <p:nvPr/>
          </p:nvSpPr>
          <p:spPr>
            <a:xfrm>
              <a:off x="1957242"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8"/>
            <p:cNvSpPr/>
            <p:nvPr/>
          </p:nvSpPr>
          <p:spPr>
            <a:xfrm>
              <a:off x="1790857" y="2070781"/>
              <a:ext cx="166400" cy="147916"/>
            </a:xfrm>
            <a:custGeom>
              <a:rect b="b" l="l" r="r" t="t"/>
              <a:pathLst>
                <a:path extrusionOk="0" h="9523" w="10713">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8"/>
            <p:cNvSpPr/>
            <p:nvPr/>
          </p:nvSpPr>
          <p:spPr>
            <a:xfrm>
              <a:off x="1642910"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8"/>
            <p:cNvSpPr/>
            <p:nvPr/>
          </p:nvSpPr>
          <p:spPr>
            <a:xfrm>
              <a:off x="1513494"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8"/>
            <p:cNvSpPr/>
            <p:nvPr/>
          </p:nvSpPr>
          <p:spPr>
            <a:xfrm>
              <a:off x="134709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8"/>
            <p:cNvSpPr/>
            <p:nvPr/>
          </p:nvSpPr>
          <p:spPr>
            <a:xfrm>
              <a:off x="1199178"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8"/>
            <p:cNvSpPr/>
            <p:nvPr/>
          </p:nvSpPr>
          <p:spPr>
            <a:xfrm>
              <a:off x="1069761"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8"/>
            <p:cNvSpPr/>
            <p:nvPr/>
          </p:nvSpPr>
          <p:spPr>
            <a:xfrm>
              <a:off x="903361" y="2070781"/>
              <a:ext cx="166415" cy="147916"/>
            </a:xfrm>
            <a:custGeom>
              <a:rect b="b" l="l" r="r" t="t"/>
              <a:pathLst>
                <a:path extrusionOk="0" h="9523" w="10714">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8"/>
            <p:cNvSpPr/>
            <p:nvPr/>
          </p:nvSpPr>
          <p:spPr>
            <a:xfrm>
              <a:off x="755430"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8"/>
            <p:cNvSpPr/>
            <p:nvPr/>
          </p:nvSpPr>
          <p:spPr>
            <a:xfrm>
              <a:off x="625998"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8"/>
            <p:cNvSpPr/>
            <p:nvPr/>
          </p:nvSpPr>
          <p:spPr>
            <a:xfrm>
              <a:off x="2400974" y="192286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8"/>
            <p:cNvSpPr/>
            <p:nvPr/>
          </p:nvSpPr>
          <p:spPr>
            <a:xfrm>
              <a:off x="2253074"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8"/>
            <p:cNvSpPr/>
            <p:nvPr/>
          </p:nvSpPr>
          <p:spPr>
            <a:xfrm>
              <a:off x="2086674"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8"/>
            <p:cNvSpPr/>
            <p:nvPr/>
          </p:nvSpPr>
          <p:spPr>
            <a:xfrm>
              <a:off x="1957242" y="192286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8"/>
            <p:cNvSpPr/>
            <p:nvPr/>
          </p:nvSpPr>
          <p:spPr>
            <a:xfrm>
              <a:off x="1790857" y="1922865"/>
              <a:ext cx="166400" cy="147932"/>
            </a:xfrm>
            <a:custGeom>
              <a:rect b="b" l="l" r="r" t="t"/>
              <a:pathLst>
                <a:path extrusionOk="0" h="9524" w="10713">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8"/>
            <p:cNvSpPr/>
            <p:nvPr/>
          </p:nvSpPr>
          <p:spPr>
            <a:xfrm>
              <a:off x="1642910"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8"/>
            <p:cNvSpPr/>
            <p:nvPr/>
          </p:nvSpPr>
          <p:spPr>
            <a:xfrm>
              <a:off x="1513494" y="192286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8"/>
            <p:cNvSpPr/>
            <p:nvPr/>
          </p:nvSpPr>
          <p:spPr>
            <a:xfrm>
              <a:off x="1347094"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8"/>
            <p:cNvSpPr/>
            <p:nvPr/>
          </p:nvSpPr>
          <p:spPr>
            <a:xfrm>
              <a:off x="1199178"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8"/>
            <p:cNvSpPr/>
            <p:nvPr/>
          </p:nvSpPr>
          <p:spPr>
            <a:xfrm>
              <a:off x="1069761" y="192286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8"/>
            <p:cNvSpPr/>
            <p:nvPr/>
          </p:nvSpPr>
          <p:spPr>
            <a:xfrm>
              <a:off x="903361" y="1922865"/>
              <a:ext cx="166415" cy="147932"/>
            </a:xfrm>
            <a:custGeom>
              <a:rect b="b" l="l" r="r" t="t"/>
              <a:pathLst>
                <a:path extrusionOk="0" h="9524" w="10714">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8"/>
            <p:cNvSpPr/>
            <p:nvPr/>
          </p:nvSpPr>
          <p:spPr>
            <a:xfrm>
              <a:off x="755430"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8"/>
            <p:cNvSpPr/>
            <p:nvPr/>
          </p:nvSpPr>
          <p:spPr>
            <a:xfrm>
              <a:off x="625998" y="192286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8"/>
            <p:cNvSpPr/>
            <p:nvPr/>
          </p:nvSpPr>
          <p:spPr>
            <a:xfrm>
              <a:off x="459598"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8"/>
            <p:cNvSpPr/>
            <p:nvPr/>
          </p:nvSpPr>
          <p:spPr>
            <a:xfrm>
              <a:off x="311697"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8"/>
            <p:cNvSpPr/>
            <p:nvPr/>
          </p:nvSpPr>
          <p:spPr>
            <a:xfrm>
              <a:off x="2400974" y="175648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8"/>
            <p:cNvSpPr/>
            <p:nvPr/>
          </p:nvSpPr>
          <p:spPr>
            <a:xfrm>
              <a:off x="2253074"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8"/>
            <p:cNvSpPr/>
            <p:nvPr/>
          </p:nvSpPr>
          <p:spPr>
            <a:xfrm>
              <a:off x="2086674"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8"/>
            <p:cNvSpPr/>
            <p:nvPr/>
          </p:nvSpPr>
          <p:spPr>
            <a:xfrm>
              <a:off x="1957242" y="175648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8"/>
            <p:cNvSpPr/>
            <p:nvPr/>
          </p:nvSpPr>
          <p:spPr>
            <a:xfrm>
              <a:off x="1790857" y="175648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8"/>
            <p:cNvSpPr/>
            <p:nvPr/>
          </p:nvSpPr>
          <p:spPr>
            <a:xfrm>
              <a:off x="1642910"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8"/>
            <p:cNvSpPr/>
            <p:nvPr/>
          </p:nvSpPr>
          <p:spPr>
            <a:xfrm>
              <a:off x="1513494" y="175648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8"/>
            <p:cNvSpPr/>
            <p:nvPr/>
          </p:nvSpPr>
          <p:spPr>
            <a:xfrm>
              <a:off x="1347094"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8"/>
            <p:cNvSpPr/>
            <p:nvPr/>
          </p:nvSpPr>
          <p:spPr>
            <a:xfrm>
              <a:off x="1199178"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8"/>
            <p:cNvSpPr/>
            <p:nvPr/>
          </p:nvSpPr>
          <p:spPr>
            <a:xfrm>
              <a:off x="1069761" y="175648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8"/>
            <p:cNvSpPr/>
            <p:nvPr/>
          </p:nvSpPr>
          <p:spPr>
            <a:xfrm>
              <a:off x="903361" y="1756480"/>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8"/>
            <p:cNvSpPr/>
            <p:nvPr/>
          </p:nvSpPr>
          <p:spPr>
            <a:xfrm>
              <a:off x="755430"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8"/>
            <p:cNvSpPr/>
            <p:nvPr/>
          </p:nvSpPr>
          <p:spPr>
            <a:xfrm>
              <a:off x="625998" y="175648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8"/>
            <p:cNvSpPr/>
            <p:nvPr/>
          </p:nvSpPr>
          <p:spPr>
            <a:xfrm>
              <a:off x="459598"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8"/>
            <p:cNvSpPr/>
            <p:nvPr/>
          </p:nvSpPr>
          <p:spPr>
            <a:xfrm>
              <a:off x="311697"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8"/>
            <p:cNvSpPr/>
            <p:nvPr/>
          </p:nvSpPr>
          <p:spPr>
            <a:xfrm>
              <a:off x="2400974" y="1627048"/>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8"/>
            <p:cNvSpPr/>
            <p:nvPr/>
          </p:nvSpPr>
          <p:spPr>
            <a:xfrm>
              <a:off x="2253074"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8"/>
            <p:cNvSpPr/>
            <p:nvPr/>
          </p:nvSpPr>
          <p:spPr>
            <a:xfrm>
              <a:off x="2086674"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8"/>
            <p:cNvSpPr/>
            <p:nvPr/>
          </p:nvSpPr>
          <p:spPr>
            <a:xfrm>
              <a:off x="1957242" y="1627048"/>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8"/>
            <p:cNvSpPr/>
            <p:nvPr/>
          </p:nvSpPr>
          <p:spPr>
            <a:xfrm>
              <a:off x="1790857" y="1627048"/>
              <a:ext cx="166400" cy="129448"/>
            </a:xfrm>
            <a:custGeom>
              <a:rect b="b" l="l" r="r" t="t"/>
              <a:pathLst>
                <a:path extrusionOk="0" h="8334" w="10713">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8"/>
            <p:cNvSpPr/>
            <p:nvPr/>
          </p:nvSpPr>
          <p:spPr>
            <a:xfrm>
              <a:off x="1642910"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8"/>
            <p:cNvSpPr/>
            <p:nvPr/>
          </p:nvSpPr>
          <p:spPr>
            <a:xfrm>
              <a:off x="1513494" y="1627048"/>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8"/>
            <p:cNvSpPr/>
            <p:nvPr/>
          </p:nvSpPr>
          <p:spPr>
            <a:xfrm>
              <a:off x="1347094"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8"/>
            <p:cNvSpPr/>
            <p:nvPr/>
          </p:nvSpPr>
          <p:spPr>
            <a:xfrm>
              <a:off x="1199178"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8"/>
            <p:cNvSpPr/>
            <p:nvPr/>
          </p:nvSpPr>
          <p:spPr>
            <a:xfrm>
              <a:off x="1069761" y="1627048"/>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8"/>
            <p:cNvSpPr/>
            <p:nvPr/>
          </p:nvSpPr>
          <p:spPr>
            <a:xfrm>
              <a:off x="903361" y="1627048"/>
              <a:ext cx="166415" cy="129448"/>
            </a:xfrm>
            <a:custGeom>
              <a:rect b="b" l="l" r="r" t="t"/>
              <a:pathLst>
                <a:path extrusionOk="0" h="8334" w="10714">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8"/>
            <p:cNvSpPr/>
            <p:nvPr/>
          </p:nvSpPr>
          <p:spPr>
            <a:xfrm>
              <a:off x="755430"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8"/>
            <p:cNvSpPr/>
            <p:nvPr/>
          </p:nvSpPr>
          <p:spPr>
            <a:xfrm>
              <a:off x="625998" y="1627048"/>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8"/>
            <p:cNvSpPr/>
            <p:nvPr/>
          </p:nvSpPr>
          <p:spPr>
            <a:xfrm>
              <a:off x="459598"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8"/>
            <p:cNvSpPr/>
            <p:nvPr/>
          </p:nvSpPr>
          <p:spPr>
            <a:xfrm>
              <a:off x="311697"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8"/>
            <p:cNvSpPr/>
            <p:nvPr/>
          </p:nvSpPr>
          <p:spPr>
            <a:xfrm>
              <a:off x="2400974" y="1460633"/>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8"/>
            <p:cNvSpPr/>
            <p:nvPr/>
          </p:nvSpPr>
          <p:spPr>
            <a:xfrm>
              <a:off x="2253074"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8"/>
            <p:cNvSpPr/>
            <p:nvPr/>
          </p:nvSpPr>
          <p:spPr>
            <a:xfrm>
              <a:off x="2086674"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8"/>
            <p:cNvSpPr/>
            <p:nvPr/>
          </p:nvSpPr>
          <p:spPr>
            <a:xfrm>
              <a:off x="1957242" y="1460633"/>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8"/>
            <p:cNvSpPr/>
            <p:nvPr/>
          </p:nvSpPr>
          <p:spPr>
            <a:xfrm>
              <a:off x="1790857" y="1460633"/>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8"/>
            <p:cNvSpPr/>
            <p:nvPr/>
          </p:nvSpPr>
          <p:spPr>
            <a:xfrm>
              <a:off x="1642910"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8"/>
            <p:cNvSpPr/>
            <p:nvPr/>
          </p:nvSpPr>
          <p:spPr>
            <a:xfrm>
              <a:off x="1513494" y="1460633"/>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8"/>
            <p:cNvSpPr/>
            <p:nvPr/>
          </p:nvSpPr>
          <p:spPr>
            <a:xfrm>
              <a:off x="1347094"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8"/>
            <p:cNvSpPr/>
            <p:nvPr/>
          </p:nvSpPr>
          <p:spPr>
            <a:xfrm>
              <a:off x="1199178"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8"/>
            <p:cNvSpPr/>
            <p:nvPr/>
          </p:nvSpPr>
          <p:spPr>
            <a:xfrm>
              <a:off x="1069761" y="1460633"/>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8"/>
            <p:cNvSpPr/>
            <p:nvPr/>
          </p:nvSpPr>
          <p:spPr>
            <a:xfrm>
              <a:off x="903361" y="1460633"/>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8"/>
            <p:cNvSpPr/>
            <p:nvPr/>
          </p:nvSpPr>
          <p:spPr>
            <a:xfrm>
              <a:off x="755430"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8"/>
            <p:cNvSpPr/>
            <p:nvPr/>
          </p:nvSpPr>
          <p:spPr>
            <a:xfrm>
              <a:off x="625998" y="1460633"/>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8"/>
            <p:cNvSpPr/>
            <p:nvPr/>
          </p:nvSpPr>
          <p:spPr>
            <a:xfrm>
              <a:off x="459598"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8"/>
            <p:cNvSpPr/>
            <p:nvPr/>
          </p:nvSpPr>
          <p:spPr>
            <a:xfrm>
              <a:off x="311697"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8"/>
            <p:cNvSpPr/>
            <p:nvPr/>
          </p:nvSpPr>
          <p:spPr>
            <a:xfrm>
              <a:off x="2400974" y="1331201"/>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8"/>
            <p:cNvSpPr/>
            <p:nvPr/>
          </p:nvSpPr>
          <p:spPr>
            <a:xfrm>
              <a:off x="2253074"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8"/>
            <p:cNvSpPr/>
            <p:nvPr/>
          </p:nvSpPr>
          <p:spPr>
            <a:xfrm>
              <a:off x="2086674"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8"/>
            <p:cNvSpPr/>
            <p:nvPr/>
          </p:nvSpPr>
          <p:spPr>
            <a:xfrm>
              <a:off x="1957242" y="1331201"/>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8"/>
            <p:cNvSpPr/>
            <p:nvPr/>
          </p:nvSpPr>
          <p:spPr>
            <a:xfrm>
              <a:off x="1790857" y="1331201"/>
              <a:ext cx="166400" cy="129448"/>
            </a:xfrm>
            <a:custGeom>
              <a:rect b="b" l="l" r="r" t="t"/>
              <a:pathLst>
                <a:path extrusionOk="0" h="8334" w="10713">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8"/>
            <p:cNvSpPr/>
            <p:nvPr/>
          </p:nvSpPr>
          <p:spPr>
            <a:xfrm>
              <a:off x="1642910"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8"/>
            <p:cNvSpPr/>
            <p:nvPr/>
          </p:nvSpPr>
          <p:spPr>
            <a:xfrm>
              <a:off x="1513494" y="1331201"/>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8"/>
            <p:cNvSpPr/>
            <p:nvPr/>
          </p:nvSpPr>
          <p:spPr>
            <a:xfrm>
              <a:off x="1347094"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8"/>
            <p:cNvSpPr/>
            <p:nvPr/>
          </p:nvSpPr>
          <p:spPr>
            <a:xfrm>
              <a:off x="1199178"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8"/>
            <p:cNvSpPr/>
            <p:nvPr/>
          </p:nvSpPr>
          <p:spPr>
            <a:xfrm>
              <a:off x="1069761" y="1331201"/>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8"/>
            <p:cNvSpPr/>
            <p:nvPr/>
          </p:nvSpPr>
          <p:spPr>
            <a:xfrm>
              <a:off x="903361" y="1331201"/>
              <a:ext cx="166415" cy="129448"/>
            </a:xfrm>
            <a:custGeom>
              <a:rect b="b" l="l" r="r" t="t"/>
              <a:pathLst>
                <a:path extrusionOk="0" h="8334" w="10714">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8"/>
            <p:cNvSpPr/>
            <p:nvPr/>
          </p:nvSpPr>
          <p:spPr>
            <a:xfrm>
              <a:off x="755430"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8"/>
            <p:cNvSpPr/>
            <p:nvPr/>
          </p:nvSpPr>
          <p:spPr>
            <a:xfrm>
              <a:off x="625998" y="1331201"/>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8"/>
            <p:cNvSpPr/>
            <p:nvPr/>
          </p:nvSpPr>
          <p:spPr>
            <a:xfrm>
              <a:off x="459598"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8"/>
            <p:cNvSpPr/>
            <p:nvPr/>
          </p:nvSpPr>
          <p:spPr>
            <a:xfrm>
              <a:off x="2400974" y="118328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8"/>
            <p:cNvSpPr/>
            <p:nvPr/>
          </p:nvSpPr>
          <p:spPr>
            <a:xfrm>
              <a:off x="2253074"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8"/>
            <p:cNvSpPr/>
            <p:nvPr/>
          </p:nvSpPr>
          <p:spPr>
            <a:xfrm>
              <a:off x="2086674" y="118328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8"/>
            <p:cNvSpPr/>
            <p:nvPr/>
          </p:nvSpPr>
          <p:spPr>
            <a:xfrm>
              <a:off x="1957242" y="118328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8"/>
            <p:cNvSpPr/>
            <p:nvPr/>
          </p:nvSpPr>
          <p:spPr>
            <a:xfrm>
              <a:off x="1790857" y="1183285"/>
              <a:ext cx="166400" cy="147932"/>
            </a:xfrm>
            <a:custGeom>
              <a:rect b="b" l="l" r="r" t="t"/>
              <a:pathLst>
                <a:path extrusionOk="0" h="9524" w="10713">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8"/>
            <p:cNvSpPr/>
            <p:nvPr/>
          </p:nvSpPr>
          <p:spPr>
            <a:xfrm>
              <a:off x="1642910"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8"/>
            <p:cNvSpPr/>
            <p:nvPr/>
          </p:nvSpPr>
          <p:spPr>
            <a:xfrm>
              <a:off x="1513494" y="118328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8"/>
            <p:cNvSpPr/>
            <p:nvPr/>
          </p:nvSpPr>
          <p:spPr>
            <a:xfrm>
              <a:off x="1347094" y="118328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8"/>
            <p:cNvSpPr/>
            <p:nvPr/>
          </p:nvSpPr>
          <p:spPr>
            <a:xfrm>
              <a:off x="1199178"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8"/>
            <p:cNvSpPr/>
            <p:nvPr/>
          </p:nvSpPr>
          <p:spPr>
            <a:xfrm>
              <a:off x="1069761" y="118328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8"/>
            <p:cNvSpPr/>
            <p:nvPr/>
          </p:nvSpPr>
          <p:spPr>
            <a:xfrm>
              <a:off x="903361" y="1183285"/>
              <a:ext cx="166415" cy="147932"/>
            </a:xfrm>
            <a:custGeom>
              <a:rect b="b" l="l" r="r" t="t"/>
              <a:pathLst>
                <a:path extrusionOk="0" h="9524" w="10714">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8"/>
            <p:cNvSpPr/>
            <p:nvPr/>
          </p:nvSpPr>
          <p:spPr>
            <a:xfrm>
              <a:off x="755430"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8"/>
            <p:cNvSpPr/>
            <p:nvPr/>
          </p:nvSpPr>
          <p:spPr>
            <a:xfrm>
              <a:off x="626013" y="1183285"/>
              <a:ext cx="129432" cy="147932"/>
            </a:xfrm>
            <a:custGeom>
              <a:rect b="b" l="l" r="r" t="t"/>
              <a:pathLst>
                <a:path extrusionOk="0" h="9524" w="8333">
                  <a:moveTo>
                    <a:pt x="1" y="1"/>
                  </a:moveTo>
                  <a:lnTo>
                    <a:pt x="1" y="9523"/>
                  </a:lnTo>
                  <a:lnTo>
                    <a:pt x="8332" y="9523"/>
                  </a:lnTo>
                  <a:lnTo>
                    <a:pt x="8332"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8"/>
            <p:cNvSpPr/>
            <p:nvPr/>
          </p:nvSpPr>
          <p:spPr>
            <a:xfrm>
              <a:off x="2400974" y="101690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8"/>
            <p:cNvSpPr/>
            <p:nvPr/>
          </p:nvSpPr>
          <p:spPr>
            <a:xfrm>
              <a:off x="2253074"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8"/>
            <p:cNvSpPr/>
            <p:nvPr/>
          </p:nvSpPr>
          <p:spPr>
            <a:xfrm>
              <a:off x="2086674" y="101690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8"/>
            <p:cNvSpPr/>
            <p:nvPr/>
          </p:nvSpPr>
          <p:spPr>
            <a:xfrm>
              <a:off x="1957242" y="101690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8"/>
            <p:cNvSpPr/>
            <p:nvPr/>
          </p:nvSpPr>
          <p:spPr>
            <a:xfrm>
              <a:off x="1790857" y="101690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8"/>
            <p:cNvSpPr/>
            <p:nvPr/>
          </p:nvSpPr>
          <p:spPr>
            <a:xfrm>
              <a:off x="1642910"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8"/>
            <p:cNvSpPr/>
            <p:nvPr/>
          </p:nvSpPr>
          <p:spPr>
            <a:xfrm>
              <a:off x="1513494" y="101690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8"/>
            <p:cNvSpPr/>
            <p:nvPr/>
          </p:nvSpPr>
          <p:spPr>
            <a:xfrm>
              <a:off x="1347094" y="101690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8"/>
            <p:cNvSpPr/>
            <p:nvPr/>
          </p:nvSpPr>
          <p:spPr>
            <a:xfrm>
              <a:off x="1199178"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8"/>
            <p:cNvSpPr/>
            <p:nvPr/>
          </p:nvSpPr>
          <p:spPr>
            <a:xfrm>
              <a:off x="1069761" y="101690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8"/>
            <p:cNvSpPr/>
            <p:nvPr/>
          </p:nvSpPr>
          <p:spPr>
            <a:xfrm>
              <a:off x="903361" y="1016900"/>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8"/>
            <p:cNvSpPr/>
            <p:nvPr/>
          </p:nvSpPr>
          <p:spPr>
            <a:xfrm>
              <a:off x="755430"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8"/>
            <p:cNvSpPr/>
            <p:nvPr/>
          </p:nvSpPr>
          <p:spPr>
            <a:xfrm>
              <a:off x="2400974" y="887468"/>
              <a:ext cx="129448" cy="129448"/>
            </a:xfrm>
            <a:custGeom>
              <a:rect b="b" l="l" r="r" t="t"/>
              <a:pathLst>
                <a:path extrusionOk="0" h="8334" w="8334">
                  <a:moveTo>
                    <a:pt x="1" y="1"/>
                  </a:moveTo>
                  <a:lnTo>
                    <a:pt x="1" y="8333"/>
                  </a:lnTo>
                  <a:lnTo>
                    <a:pt x="8334" y="833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8"/>
            <p:cNvSpPr/>
            <p:nvPr/>
          </p:nvSpPr>
          <p:spPr>
            <a:xfrm>
              <a:off x="2253074"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8"/>
            <p:cNvSpPr/>
            <p:nvPr/>
          </p:nvSpPr>
          <p:spPr>
            <a:xfrm>
              <a:off x="2086674" y="887468"/>
              <a:ext cx="166415" cy="129448"/>
            </a:xfrm>
            <a:custGeom>
              <a:rect b="b" l="l" r="r" t="t"/>
              <a:pathLst>
                <a:path extrusionOk="0" h="8334" w="10714">
                  <a:moveTo>
                    <a:pt x="1" y="1"/>
                  </a:moveTo>
                  <a:lnTo>
                    <a:pt x="1"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8"/>
            <p:cNvSpPr/>
            <p:nvPr/>
          </p:nvSpPr>
          <p:spPr>
            <a:xfrm>
              <a:off x="1957242" y="887468"/>
              <a:ext cx="129448" cy="129448"/>
            </a:xfrm>
            <a:custGeom>
              <a:rect b="b" l="l" r="r" t="t"/>
              <a:pathLst>
                <a:path extrusionOk="0" h="8334" w="8334">
                  <a:moveTo>
                    <a:pt x="1" y="1"/>
                  </a:moveTo>
                  <a:lnTo>
                    <a:pt x="1" y="8333"/>
                  </a:lnTo>
                  <a:lnTo>
                    <a:pt x="8334" y="833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8"/>
            <p:cNvSpPr/>
            <p:nvPr/>
          </p:nvSpPr>
          <p:spPr>
            <a:xfrm>
              <a:off x="1790857" y="887468"/>
              <a:ext cx="166400" cy="129448"/>
            </a:xfrm>
            <a:custGeom>
              <a:rect b="b" l="l" r="r" t="t"/>
              <a:pathLst>
                <a:path extrusionOk="0" h="8334" w="10713">
                  <a:moveTo>
                    <a:pt x="0" y="1"/>
                  </a:moveTo>
                  <a:lnTo>
                    <a:pt x="0"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8"/>
            <p:cNvSpPr/>
            <p:nvPr/>
          </p:nvSpPr>
          <p:spPr>
            <a:xfrm>
              <a:off x="1642910"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8"/>
            <p:cNvSpPr/>
            <p:nvPr/>
          </p:nvSpPr>
          <p:spPr>
            <a:xfrm>
              <a:off x="1513494" y="887468"/>
              <a:ext cx="129432" cy="129448"/>
            </a:xfrm>
            <a:custGeom>
              <a:rect b="b" l="l" r="r" t="t"/>
              <a:pathLst>
                <a:path extrusionOk="0" h="8334" w="8333">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8"/>
            <p:cNvSpPr/>
            <p:nvPr/>
          </p:nvSpPr>
          <p:spPr>
            <a:xfrm>
              <a:off x="1347094" y="887468"/>
              <a:ext cx="166415" cy="129448"/>
            </a:xfrm>
            <a:custGeom>
              <a:rect b="b" l="l" r="r" t="t"/>
              <a:pathLst>
                <a:path extrusionOk="0" h="8334" w="10714">
                  <a:moveTo>
                    <a:pt x="1" y="1"/>
                  </a:moveTo>
                  <a:lnTo>
                    <a:pt x="1"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8"/>
            <p:cNvSpPr/>
            <p:nvPr/>
          </p:nvSpPr>
          <p:spPr>
            <a:xfrm>
              <a:off x="1199178"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8"/>
            <p:cNvSpPr/>
            <p:nvPr/>
          </p:nvSpPr>
          <p:spPr>
            <a:xfrm>
              <a:off x="1069761" y="887468"/>
              <a:ext cx="129432" cy="129448"/>
            </a:xfrm>
            <a:custGeom>
              <a:rect b="b" l="l" r="r" t="t"/>
              <a:pathLst>
                <a:path extrusionOk="0" h="8334" w="8333">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8"/>
            <p:cNvSpPr/>
            <p:nvPr/>
          </p:nvSpPr>
          <p:spPr>
            <a:xfrm>
              <a:off x="903361" y="887468"/>
              <a:ext cx="166415" cy="129448"/>
            </a:xfrm>
            <a:custGeom>
              <a:rect b="b" l="l" r="r" t="t"/>
              <a:pathLst>
                <a:path extrusionOk="0" h="8334" w="10714">
                  <a:moveTo>
                    <a:pt x="0" y="1"/>
                  </a:moveTo>
                  <a:lnTo>
                    <a:pt x="0"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8"/>
            <p:cNvSpPr/>
            <p:nvPr/>
          </p:nvSpPr>
          <p:spPr>
            <a:xfrm>
              <a:off x="755430"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8"/>
            <p:cNvSpPr/>
            <p:nvPr/>
          </p:nvSpPr>
          <p:spPr>
            <a:xfrm>
              <a:off x="2400974" y="739552"/>
              <a:ext cx="129448" cy="147932"/>
            </a:xfrm>
            <a:custGeom>
              <a:rect b="b" l="l" r="r" t="t"/>
              <a:pathLst>
                <a:path extrusionOk="0" h="9524" w="8334">
                  <a:moveTo>
                    <a:pt x="1" y="1"/>
                  </a:moveTo>
                  <a:lnTo>
                    <a:pt x="1" y="9524"/>
                  </a:lnTo>
                  <a:lnTo>
                    <a:pt x="8334" y="952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8"/>
            <p:cNvSpPr/>
            <p:nvPr/>
          </p:nvSpPr>
          <p:spPr>
            <a:xfrm>
              <a:off x="2253074"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8"/>
            <p:cNvSpPr/>
            <p:nvPr/>
          </p:nvSpPr>
          <p:spPr>
            <a:xfrm>
              <a:off x="2086674" y="739552"/>
              <a:ext cx="166415" cy="147932"/>
            </a:xfrm>
            <a:custGeom>
              <a:rect b="b" l="l" r="r" t="t"/>
              <a:pathLst>
                <a:path extrusionOk="0" h="9524" w="10714">
                  <a:moveTo>
                    <a:pt x="1" y="1"/>
                  </a:moveTo>
                  <a:lnTo>
                    <a:pt x="1"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8"/>
            <p:cNvSpPr/>
            <p:nvPr/>
          </p:nvSpPr>
          <p:spPr>
            <a:xfrm>
              <a:off x="1957242" y="739552"/>
              <a:ext cx="129448" cy="147932"/>
            </a:xfrm>
            <a:custGeom>
              <a:rect b="b" l="l" r="r" t="t"/>
              <a:pathLst>
                <a:path extrusionOk="0" h="9524" w="8334">
                  <a:moveTo>
                    <a:pt x="1" y="1"/>
                  </a:moveTo>
                  <a:lnTo>
                    <a:pt x="1" y="9524"/>
                  </a:lnTo>
                  <a:lnTo>
                    <a:pt x="8334" y="952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8"/>
            <p:cNvSpPr/>
            <p:nvPr/>
          </p:nvSpPr>
          <p:spPr>
            <a:xfrm>
              <a:off x="1790857" y="739552"/>
              <a:ext cx="166400" cy="147932"/>
            </a:xfrm>
            <a:custGeom>
              <a:rect b="b" l="l" r="r" t="t"/>
              <a:pathLst>
                <a:path extrusionOk="0" h="9524" w="10713">
                  <a:moveTo>
                    <a:pt x="0" y="1"/>
                  </a:moveTo>
                  <a:lnTo>
                    <a:pt x="0"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8"/>
            <p:cNvSpPr/>
            <p:nvPr/>
          </p:nvSpPr>
          <p:spPr>
            <a:xfrm>
              <a:off x="1642910"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8"/>
            <p:cNvSpPr/>
            <p:nvPr/>
          </p:nvSpPr>
          <p:spPr>
            <a:xfrm>
              <a:off x="1513494" y="739552"/>
              <a:ext cx="129432" cy="147932"/>
            </a:xfrm>
            <a:custGeom>
              <a:rect b="b" l="l" r="r" t="t"/>
              <a:pathLst>
                <a:path extrusionOk="0" h="9524" w="8333">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8"/>
            <p:cNvSpPr/>
            <p:nvPr/>
          </p:nvSpPr>
          <p:spPr>
            <a:xfrm>
              <a:off x="1347094" y="739552"/>
              <a:ext cx="166415" cy="147932"/>
            </a:xfrm>
            <a:custGeom>
              <a:rect b="b" l="l" r="r" t="t"/>
              <a:pathLst>
                <a:path extrusionOk="0" h="9524" w="10714">
                  <a:moveTo>
                    <a:pt x="1" y="1"/>
                  </a:moveTo>
                  <a:lnTo>
                    <a:pt x="1"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8"/>
            <p:cNvSpPr/>
            <p:nvPr/>
          </p:nvSpPr>
          <p:spPr>
            <a:xfrm>
              <a:off x="1199178"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8"/>
            <p:cNvSpPr/>
            <p:nvPr/>
          </p:nvSpPr>
          <p:spPr>
            <a:xfrm>
              <a:off x="1069761" y="739552"/>
              <a:ext cx="129432" cy="147932"/>
            </a:xfrm>
            <a:custGeom>
              <a:rect b="b" l="l" r="r" t="t"/>
              <a:pathLst>
                <a:path extrusionOk="0" h="9524" w="8333">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8"/>
            <p:cNvSpPr/>
            <p:nvPr/>
          </p:nvSpPr>
          <p:spPr>
            <a:xfrm>
              <a:off x="903361" y="739552"/>
              <a:ext cx="166415" cy="147932"/>
            </a:xfrm>
            <a:custGeom>
              <a:rect b="b" l="l" r="r" t="t"/>
              <a:pathLst>
                <a:path extrusionOk="0" h="9524" w="10714">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8"/>
            <p:cNvSpPr/>
            <p:nvPr/>
          </p:nvSpPr>
          <p:spPr>
            <a:xfrm>
              <a:off x="2400974" y="573137"/>
              <a:ext cx="129448" cy="166431"/>
            </a:xfrm>
            <a:custGeom>
              <a:rect b="b" l="l" r="r" t="t"/>
              <a:pathLst>
                <a:path extrusionOk="0" h="10715" w="8334">
                  <a:moveTo>
                    <a:pt x="1" y="1"/>
                  </a:moveTo>
                  <a:lnTo>
                    <a:pt x="1" y="10715"/>
                  </a:lnTo>
                  <a:lnTo>
                    <a:pt x="8334" y="10715"/>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8"/>
            <p:cNvSpPr/>
            <p:nvPr/>
          </p:nvSpPr>
          <p:spPr>
            <a:xfrm>
              <a:off x="2253074" y="573137"/>
              <a:ext cx="147916" cy="166431"/>
            </a:xfrm>
            <a:custGeom>
              <a:rect b="b" l="l" r="r" t="t"/>
              <a:pathLst>
                <a:path extrusionOk="0" h="10715" w="9523">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8"/>
            <p:cNvSpPr/>
            <p:nvPr/>
          </p:nvSpPr>
          <p:spPr>
            <a:xfrm>
              <a:off x="2086674" y="573137"/>
              <a:ext cx="166415" cy="166431"/>
            </a:xfrm>
            <a:custGeom>
              <a:rect b="b" l="l" r="r" t="t"/>
              <a:pathLst>
                <a:path extrusionOk="0" h="10715" w="10714">
                  <a:moveTo>
                    <a:pt x="1" y="1"/>
                  </a:moveTo>
                  <a:lnTo>
                    <a:pt x="1" y="10715"/>
                  </a:lnTo>
                  <a:lnTo>
                    <a:pt x="10713" y="10715"/>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8"/>
            <p:cNvSpPr/>
            <p:nvPr/>
          </p:nvSpPr>
          <p:spPr>
            <a:xfrm>
              <a:off x="1957242" y="573137"/>
              <a:ext cx="129448" cy="166431"/>
            </a:xfrm>
            <a:custGeom>
              <a:rect b="b" l="l" r="r" t="t"/>
              <a:pathLst>
                <a:path extrusionOk="0" h="10715" w="8334">
                  <a:moveTo>
                    <a:pt x="1" y="1"/>
                  </a:moveTo>
                  <a:lnTo>
                    <a:pt x="1" y="10715"/>
                  </a:lnTo>
                  <a:lnTo>
                    <a:pt x="8334" y="10715"/>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8"/>
            <p:cNvSpPr/>
            <p:nvPr/>
          </p:nvSpPr>
          <p:spPr>
            <a:xfrm>
              <a:off x="1790857" y="573137"/>
              <a:ext cx="166400" cy="166431"/>
            </a:xfrm>
            <a:custGeom>
              <a:rect b="b" l="l" r="r" t="t"/>
              <a:pathLst>
                <a:path extrusionOk="0" h="10715" w="10713">
                  <a:moveTo>
                    <a:pt x="0" y="1"/>
                  </a:moveTo>
                  <a:lnTo>
                    <a:pt x="0" y="10715"/>
                  </a:lnTo>
                  <a:lnTo>
                    <a:pt x="10713" y="10715"/>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8"/>
            <p:cNvSpPr/>
            <p:nvPr/>
          </p:nvSpPr>
          <p:spPr>
            <a:xfrm>
              <a:off x="1642910" y="573137"/>
              <a:ext cx="147932" cy="166431"/>
            </a:xfrm>
            <a:custGeom>
              <a:rect b="b" l="l" r="r" t="t"/>
              <a:pathLst>
                <a:path extrusionOk="0" h="10715" w="9524">
                  <a:moveTo>
                    <a:pt x="1" y="1"/>
                  </a:moveTo>
                  <a:lnTo>
                    <a:pt x="1" y="10715"/>
                  </a:lnTo>
                  <a:lnTo>
                    <a:pt x="9524" y="10715"/>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8"/>
            <p:cNvSpPr/>
            <p:nvPr/>
          </p:nvSpPr>
          <p:spPr>
            <a:xfrm>
              <a:off x="1513494" y="573137"/>
              <a:ext cx="129432" cy="166431"/>
            </a:xfrm>
            <a:custGeom>
              <a:rect b="b" l="l" r="r" t="t"/>
              <a:pathLst>
                <a:path extrusionOk="0" h="10715" w="8333">
                  <a:moveTo>
                    <a:pt x="0" y="1"/>
                  </a:moveTo>
                  <a:lnTo>
                    <a:pt x="0" y="10715"/>
                  </a:lnTo>
                  <a:lnTo>
                    <a:pt x="8333" y="10715"/>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8"/>
            <p:cNvSpPr/>
            <p:nvPr/>
          </p:nvSpPr>
          <p:spPr>
            <a:xfrm>
              <a:off x="2400974" y="443705"/>
              <a:ext cx="129448" cy="129448"/>
            </a:xfrm>
            <a:custGeom>
              <a:rect b="b" l="l" r="r" t="t"/>
              <a:pathLst>
                <a:path extrusionOk="0" h="8334" w="8334">
                  <a:moveTo>
                    <a:pt x="1" y="1"/>
                  </a:moveTo>
                  <a:lnTo>
                    <a:pt x="1" y="8334"/>
                  </a:lnTo>
                  <a:lnTo>
                    <a:pt x="8334" y="833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8"/>
            <p:cNvSpPr/>
            <p:nvPr/>
          </p:nvSpPr>
          <p:spPr>
            <a:xfrm>
              <a:off x="2253074" y="443705"/>
              <a:ext cx="147916" cy="129448"/>
            </a:xfrm>
            <a:custGeom>
              <a:rect b="b" l="l" r="r" t="t"/>
              <a:pathLst>
                <a:path extrusionOk="0" h="8334" w="9523">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8"/>
            <p:cNvSpPr/>
            <p:nvPr/>
          </p:nvSpPr>
          <p:spPr>
            <a:xfrm>
              <a:off x="2086674" y="443705"/>
              <a:ext cx="166415" cy="129448"/>
            </a:xfrm>
            <a:custGeom>
              <a:rect b="b" l="l" r="r" t="t"/>
              <a:pathLst>
                <a:path extrusionOk="0" h="8334" w="10714">
                  <a:moveTo>
                    <a:pt x="1" y="1"/>
                  </a:moveTo>
                  <a:lnTo>
                    <a:pt x="1" y="8334"/>
                  </a:lnTo>
                  <a:lnTo>
                    <a:pt x="10713" y="833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8"/>
            <p:cNvSpPr/>
            <p:nvPr/>
          </p:nvSpPr>
          <p:spPr>
            <a:xfrm>
              <a:off x="1957242" y="443705"/>
              <a:ext cx="129448" cy="129448"/>
            </a:xfrm>
            <a:custGeom>
              <a:rect b="b" l="l" r="r" t="t"/>
              <a:pathLst>
                <a:path extrusionOk="0" h="8334" w="8334">
                  <a:moveTo>
                    <a:pt x="1" y="1"/>
                  </a:moveTo>
                  <a:lnTo>
                    <a:pt x="1" y="8334"/>
                  </a:lnTo>
                  <a:lnTo>
                    <a:pt x="8334" y="833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8"/>
            <p:cNvSpPr/>
            <p:nvPr/>
          </p:nvSpPr>
          <p:spPr>
            <a:xfrm>
              <a:off x="1790857" y="443705"/>
              <a:ext cx="166400" cy="129448"/>
            </a:xfrm>
            <a:custGeom>
              <a:rect b="b" l="l" r="r" t="t"/>
              <a:pathLst>
                <a:path extrusionOk="0" h="8334" w="10713">
                  <a:moveTo>
                    <a:pt x="0" y="1"/>
                  </a:moveTo>
                  <a:lnTo>
                    <a:pt x="0" y="8334"/>
                  </a:lnTo>
                  <a:lnTo>
                    <a:pt x="10713" y="833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8"/>
            <p:cNvSpPr/>
            <p:nvPr/>
          </p:nvSpPr>
          <p:spPr>
            <a:xfrm>
              <a:off x="1642910" y="443705"/>
              <a:ext cx="147932" cy="129448"/>
            </a:xfrm>
            <a:custGeom>
              <a:rect b="b" l="l" r="r" t="t"/>
              <a:pathLst>
                <a:path extrusionOk="0" h="8334" w="9524">
                  <a:moveTo>
                    <a:pt x="1" y="1"/>
                  </a:moveTo>
                  <a:lnTo>
                    <a:pt x="1" y="8334"/>
                  </a:lnTo>
                  <a:lnTo>
                    <a:pt x="9524" y="833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8"/>
            <p:cNvSpPr/>
            <p:nvPr/>
          </p:nvSpPr>
          <p:spPr>
            <a:xfrm>
              <a:off x="1513494" y="443705"/>
              <a:ext cx="129432" cy="129448"/>
            </a:xfrm>
            <a:custGeom>
              <a:rect b="b" l="l" r="r" t="t"/>
              <a:pathLst>
                <a:path extrusionOk="0" h="8334" w="8333">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8"/>
            <p:cNvSpPr/>
            <p:nvPr/>
          </p:nvSpPr>
          <p:spPr>
            <a:xfrm>
              <a:off x="2400974" y="27732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8"/>
            <p:cNvSpPr/>
            <p:nvPr/>
          </p:nvSpPr>
          <p:spPr>
            <a:xfrm>
              <a:off x="2253074" y="27732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8"/>
            <p:cNvSpPr/>
            <p:nvPr/>
          </p:nvSpPr>
          <p:spPr>
            <a:xfrm>
              <a:off x="2086674" y="27732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8"/>
            <p:cNvSpPr/>
            <p:nvPr/>
          </p:nvSpPr>
          <p:spPr>
            <a:xfrm>
              <a:off x="1957242" y="27732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8"/>
            <p:cNvSpPr/>
            <p:nvPr/>
          </p:nvSpPr>
          <p:spPr>
            <a:xfrm>
              <a:off x="1790857" y="27732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8"/>
            <p:cNvSpPr/>
            <p:nvPr/>
          </p:nvSpPr>
          <p:spPr>
            <a:xfrm>
              <a:off x="1642910"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8"/>
            <p:cNvSpPr/>
            <p:nvPr/>
          </p:nvSpPr>
          <p:spPr>
            <a:xfrm>
              <a:off x="2400974" y="129404"/>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8"/>
            <p:cNvSpPr/>
            <p:nvPr/>
          </p:nvSpPr>
          <p:spPr>
            <a:xfrm>
              <a:off x="2253074" y="129404"/>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8"/>
            <p:cNvSpPr/>
            <p:nvPr/>
          </p:nvSpPr>
          <p:spPr>
            <a:xfrm>
              <a:off x="2086674" y="129404"/>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8"/>
            <p:cNvSpPr/>
            <p:nvPr/>
          </p:nvSpPr>
          <p:spPr>
            <a:xfrm>
              <a:off x="1957242" y="129404"/>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8"/>
            <p:cNvSpPr/>
            <p:nvPr/>
          </p:nvSpPr>
          <p:spPr>
            <a:xfrm>
              <a:off x="1790857" y="129404"/>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8"/>
            <p:cNvSpPr/>
            <p:nvPr/>
          </p:nvSpPr>
          <p:spPr>
            <a:xfrm>
              <a:off x="2400974" y="-12"/>
              <a:ext cx="129448" cy="129432"/>
            </a:xfrm>
            <a:custGeom>
              <a:rect b="b" l="l" r="r" t="t"/>
              <a:pathLst>
                <a:path extrusionOk="0" h="8333"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8"/>
            <p:cNvSpPr/>
            <p:nvPr/>
          </p:nvSpPr>
          <p:spPr>
            <a:xfrm>
              <a:off x="2253074" y="-12"/>
              <a:ext cx="147916" cy="129432"/>
            </a:xfrm>
            <a:custGeom>
              <a:rect b="b" l="l" r="r" t="t"/>
              <a:pathLst>
                <a:path extrusionOk="0" h="8333"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8"/>
            <p:cNvSpPr/>
            <p:nvPr/>
          </p:nvSpPr>
          <p:spPr>
            <a:xfrm>
              <a:off x="2086674" y="-12"/>
              <a:ext cx="166415" cy="129432"/>
            </a:xfrm>
            <a:custGeom>
              <a:rect b="b" l="l" r="r" t="t"/>
              <a:pathLst>
                <a:path extrusionOk="0" h="8333"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8"/>
            <p:cNvSpPr/>
            <p:nvPr/>
          </p:nvSpPr>
          <p:spPr>
            <a:xfrm>
              <a:off x="1957242"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8"/>
            <p:cNvSpPr/>
            <p:nvPr/>
          </p:nvSpPr>
          <p:spPr>
            <a:xfrm>
              <a:off x="2530406"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8"/>
            <p:cNvSpPr/>
            <p:nvPr/>
          </p:nvSpPr>
          <p:spPr>
            <a:xfrm>
              <a:off x="2678322"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8"/>
            <p:cNvSpPr/>
            <p:nvPr/>
          </p:nvSpPr>
          <p:spPr>
            <a:xfrm>
              <a:off x="2807755" y="2070781"/>
              <a:ext cx="166431" cy="147916"/>
            </a:xfrm>
            <a:custGeom>
              <a:rect b="b" l="l" r="r" t="t"/>
              <a:pathLst>
                <a:path extrusionOk="0" h="9523" w="10715">
                  <a:moveTo>
                    <a:pt x="0" y="0"/>
                  </a:moveTo>
                  <a:lnTo>
                    <a:pt x="0" y="9523"/>
                  </a:lnTo>
                  <a:lnTo>
                    <a:pt x="10714" y="952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8"/>
            <p:cNvSpPr/>
            <p:nvPr/>
          </p:nvSpPr>
          <p:spPr>
            <a:xfrm>
              <a:off x="2974170"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8"/>
            <p:cNvSpPr/>
            <p:nvPr/>
          </p:nvSpPr>
          <p:spPr>
            <a:xfrm>
              <a:off x="312208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8"/>
            <p:cNvSpPr/>
            <p:nvPr/>
          </p:nvSpPr>
          <p:spPr>
            <a:xfrm>
              <a:off x="326998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8"/>
            <p:cNvSpPr/>
            <p:nvPr/>
          </p:nvSpPr>
          <p:spPr>
            <a:xfrm>
              <a:off x="341790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8"/>
            <p:cNvSpPr/>
            <p:nvPr/>
          </p:nvSpPr>
          <p:spPr>
            <a:xfrm>
              <a:off x="3565818"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8"/>
            <p:cNvSpPr/>
            <p:nvPr/>
          </p:nvSpPr>
          <p:spPr>
            <a:xfrm>
              <a:off x="3713719" y="2070781"/>
              <a:ext cx="147963" cy="147916"/>
            </a:xfrm>
            <a:custGeom>
              <a:rect b="b" l="l" r="r" t="t"/>
              <a:pathLst>
                <a:path extrusionOk="0" h="9523" w="9526">
                  <a:moveTo>
                    <a:pt x="1" y="0"/>
                  </a:moveTo>
                  <a:lnTo>
                    <a:pt x="1" y="9523"/>
                  </a:lnTo>
                  <a:lnTo>
                    <a:pt x="9525" y="952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8"/>
            <p:cNvSpPr/>
            <p:nvPr/>
          </p:nvSpPr>
          <p:spPr>
            <a:xfrm>
              <a:off x="386166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8"/>
            <p:cNvSpPr/>
            <p:nvPr/>
          </p:nvSpPr>
          <p:spPr>
            <a:xfrm>
              <a:off x="400956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8"/>
            <p:cNvSpPr/>
            <p:nvPr/>
          </p:nvSpPr>
          <p:spPr>
            <a:xfrm>
              <a:off x="415748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8"/>
            <p:cNvSpPr/>
            <p:nvPr/>
          </p:nvSpPr>
          <p:spPr>
            <a:xfrm>
              <a:off x="4305398"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8"/>
            <p:cNvSpPr/>
            <p:nvPr/>
          </p:nvSpPr>
          <p:spPr>
            <a:xfrm>
              <a:off x="2530406"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8"/>
            <p:cNvSpPr/>
            <p:nvPr/>
          </p:nvSpPr>
          <p:spPr>
            <a:xfrm>
              <a:off x="2678322" y="192286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8"/>
            <p:cNvSpPr/>
            <p:nvPr/>
          </p:nvSpPr>
          <p:spPr>
            <a:xfrm>
              <a:off x="2807755" y="1922865"/>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8"/>
            <p:cNvSpPr/>
            <p:nvPr/>
          </p:nvSpPr>
          <p:spPr>
            <a:xfrm>
              <a:off x="2974170" y="192286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8"/>
            <p:cNvSpPr/>
            <p:nvPr/>
          </p:nvSpPr>
          <p:spPr>
            <a:xfrm>
              <a:off x="3122086"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8"/>
            <p:cNvSpPr/>
            <p:nvPr/>
          </p:nvSpPr>
          <p:spPr>
            <a:xfrm>
              <a:off x="3269986"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8"/>
            <p:cNvSpPr/>
            <p:nvPr/>
          </p:nvSpPr>
          <p:spPr>
            <a:xfrm>
              <a:off x="3417902"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8"/>
            <p:cNvSpPr/>
            <p:nvPr/>
          </p:nvSpPr>
          <p:spPr>
            <a:xfrm>
              <a:off x="3565818"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8"/>
            <p:cNvSpPr/>
            <p:nvPr/>
          </p:nvSpPr>
          <p:spPr>
            <a:xfrm>
              <a:off x="3713719" y="1922865"/>
              <a:ext cx="147963" cy="147932"/>
            </a:xfrm>
            <a:custGeom>
              <a:rect b="b" l="l" r="r" t="t"/>
              <a:pathLst>
                <a:path extrusionOk="0" h="9524" w="9526">
                  <a:moveTo>
                    <a:pt x="1" y="1"/>
                  </a:moveTo>
                  <a:lnTo>
                    <a:pt x="1" y="9523"/>
                  </a:lnTo>
                  <a:lnTo>
                    <a:pt x="9525" y="952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8"/>
            <p:cNvSpPr/>
            <p:nvPr/>
          </p:nvSpPr>
          <p:spPr>
            <a:xfrm>
              <a:off x="3861666"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8"/>
            <p:cNvSpPr/>
            <p:nvPr/>
          </p:nvSpPr>
          <p:spPr>
            <a:xfrm>
              <a:off x="4009566"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8"/>
            <p:cNvSpPr/>
            <p:nvPr/>
          </p:nvSpPr>
          <p:spPr>
            <a:xfrm>
              <a:off x="4157482"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8"/>
            <p:cNvSpPr/>
            <p:nvPr/>
          </p:nvSpPr>
          <p:spPr>
            <a:xfrm>
              <a:off x="4305398" y="192286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8"/>
            <p:cNvSpPr/>
            <p:nvPr/>
          </p:nvSpPr>
          <p:spPr>
            <a:xfrm>
              <a:off x="4453314"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8"/>
            <p:cNvSpPr/>
            <p:nvPr/>
          </p:nvSpPr>
          <p:spPr>
            <a:xfrm>
              <a:off x="4601215"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8"/>
            <p:cNvSpPr/>
            <p:nvPr/>
          </p:nvSpPr>
          <p:spPr>
            <a:xfrm>
              <a:off x="2530406"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8"/>
            <p:cNvSpPr/>
            <p:nvPr/>
          </p:nvSpPr>
          <p:spPr>
            <a:xfrm>
              <a:off x="2678322" y="175648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8"/>
            <p:cNvSpPr/>
            <p:nvPr/>
          </p:nvSpPr>
          <p:spPr>
            <a:xfrm>
              <a:off x="2807755" y="175648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8"/>
            <p:cNvSpPr/>
            <p:nvPr/>
          </p:nvSpPr>
          <p:spPr>
            <a:xfrm>
              <a:off x="2974170" y="175648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8"/>
            <p:cNvSpPr/>
            <p:nvPr/>
          </p:nvSpPr>
          <p:spPr>
            <a:xfrm>
              <a:off x="3122086"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8"/>
            <p:cNvSpPr/>
            <p:nvPr/>
          </p:nvSpPr>
          <p:spPr>
            <a:xfrm>
              <a:off x="3269986"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8"/>
            <p:cNvSpPr/>
            <p:nvPr/>
          </p:nvSpPr>
          <p:spPr>
            <a:xfrm>
              <a:off x="3417902"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8"/>
            <p:cNvSpPr/>
            <p:nvPr/>
          </p:nvSpPr>
          <p:spPr>
            <a:xfrm>
              <a:off x="3565818"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8"/>
            <p:cNvSpPr/>
            <p:nvPr/>
          </p:nvSpPr>
          <p:spPr>
            <a:xfrm>
              <a:off x="3713719" y="1756480"/>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8"/>
            <p:cNvSpPr/>
            <p:nvPr/>
          </p:nvSpPr>
          <p:spPr>
            <a:xfrm>
              <a:off x="3861666"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8"/>
            <p:cNvSpPr/>
            <p:nvPr/>
          </p:nvSpPr>
          <p:spPr>
            <a:xfrm>
              <a:off x="4009566"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8"/>
            <p:cNvSpPr/>
            <p:nvPr/>
          </p:nvSpPr>
          <p:spPr>
            <a:xfrm>
              <a:off x="4157482"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8"/>
            <p:cNvSpPr/>
            <p:nvPr/>
          </p:nvSpPr>
          <p:spPr>
            <a:xfrm>
              <a:off x="4305398" y="175648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8"/>
            <p:cNvSpPr/>
            <p:nvPr/>
          </p:nvSpPr>
          <p:spPr>
            <a:xfrm>
              <a:off x="4453314"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8"/>
            <p:cNvSpPr/>
            <p:nvPr/>
          </p:nvSpPr>
          <p:spPr>
            <a:xfrm>
              <a:off x="4601215"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8"/>
            <p:cNvSpPr/>
            <p:nvPr/>
          </p:nvSpPr>
          <p:spPr>
            <a:xfrm>
              <a:off x="2530406"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8"/>
            <p:cNvSpPr/>
            <p:nvPr/>
          </p:nvSpPr>
          <p:spPr>
            <a:xfrm>
              <a:off x="2678322" y="1627048"/>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8"/>
            <p:cNvSpPr/>
            <p:nvPr/>
          </p:nvSpPr>
          <p:spPr>
            <a:xfrm>
              <a:off x="2807755" y="1627048"/>
              <a:ext cx="166431" cy="129448"/>
            </a:xfrm>
            <a:custGeom>
              <a:rect b="b" l="l" r="r" t="t"/>
              <a:pathLst>
                <a:path extrusionOk="0" h="8334"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8"/>
            <p:cNvSpPr/>
            <p:nvPr/>
          </p:nvSpPr>
          <p:spPr>
            <a:xfrm>
              <a:off x="2974170" y="1627048"/>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8"/>
            <p:cNvSpPr/>
            <p:nvPr/>
          </p:nvSpPr>
          <p:spPr>
            <a:xfrm>
              <a:off x="3122086"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8"/>
            <p:cNvSpPr/>
            <p:nvPr/>
          </p:nvSpPr>
          <p:spPr>
            <a:xfrm>
              <a:off x="3269986"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8"/>
            <p:cNvSpPr/>
            <p:nvPr/>
          </p:nvSpPr>
          <p:spPr>
            <a:xfrm>
              <a:off x="3417902"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8"/>
            <p:cNvSpPr/>
            <p:nvPr/>
          </p:nvSpPr>
          <p:spPr>
            <a:xfrm>
              <a:off x="3565818"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8"/>
            <p:cNvSpPr/>
            <p:nvPr/>
          </p:nvSpPr>
          <p:spPr>
            <a:xfrm>
              <a:off x="3713719" y="1627048"/>
              <a:ext cx="147963" cy="129448"/>
            </a:xfrm>
            <a:custGeom>
              <a:rect b="b" l="l" r="r" t="t"/>
              <a:pathLst>
                <a:path extrusionOk="0" h="8334" w="9526">
                  <a:moveTo>
                    <a:pt x="1" y="0"/>
                  </a:moveTo>
                  <a:lnTo>
                    <a:pt x="1" y="8333"/>
                  </a:lnTo>
                  <a:lnTo>
                    <a:pt x="9525" y="833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8"/>
            <p:cNvSpPr/>
            <p:nvPr/>
          </p:nvSpPr>
          <p:spPr>
            <a:xfrm>
              <a:off x="3861666"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8"/>
            <p:cNvSpPr/>
            <p:nvPr/>
          </p:nvSpPr>
          <p:spPr>
            <a:xfrm>
              <a:off x="4009566"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8"/>
            <p:cNvSpPr/>
            <p:nvPr/>
          </p:nvSpPr>
          <p:spPr>
            <a:xfrm>
              <a:off x="4157482"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8"/>
            <p:cNvSpPr/>
            <p:nvPr/>
          </p:nvSpPr>
          <p:spPr>
            <a:xfrm>
              <a:off x="4305398" y="1627048"/>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8"/>
            <p:cNvSpPr/>
            <p:nvPr/>
          </p:nvSpPr>
          <p:spPr>
            <a:xfrm>
              <a:off x="4453314"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8"/>
            <p:cNvSpPr/>
            <p:nvPr/>
          </p:nvSpPr>
          <p:spPr>
            <a:xfrm>
              <a:off x="4601215"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8"/>
            <p:cNvSpPr/>
            <p:nvPr/>
          </p:nvSpPr>
          <p:spPr>
            <a:xfrm>
              <a:off x="2530406"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8"/>
            <p:cNvSpPr/>
            <p:nvPr/>
          </p:nvSpPr>
          <p:spPr>
            <a:xfrm>
              <a:off x="2678322" y="1460633"/>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8"/>
            <p:cNvSpPr/>
            <p:nvPr/>
          </p:nvSpPr>
          <p:spPr>
            <a:xfrm>
              <a:off x="2807755" y="1460633"/>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8"/>
            <p:cNvSpPr/>
            <p:nvPr/>
          </p:nvSpPr>
          <p:spPr>
            <a:xfrm>
              <a:off x="2974170" y="1460633"/>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8"/>
            <p:cNvSpPr/>
            <p:nvPr/>
          </p:nvSpPr>
          <p:spPr>
            <a:xfrm>
              <a:off x="3122086"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8"/>
            <p:cNvSpPr/>
            <p:nvPr/>
          </p:nvSpPr>
          <p:spPr>
            <a:xfrm>
              <a:off x="3269986"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8"/>
            <p:cNvSpPr/>
            <p:nvPr/>
          </p:nvSpPr>
          <p:spPr>
            <a:xfrm>
              <a:off x="3417902"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8"/>
            <p:cNvSpPr/>
            <p:nvPr/>
          </p:nvSpPr>
          <p:spPr>
            <a:xfrm>
              <a:off x="3565818"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8"/>
            <p:cNvSpPr/>
            <p:nvPr/>
          </p:nvSpPr>
          <p:spPr>
            <a:xfrm>
              <a:off x="3713719" y="1460633"/>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8"/>
            <p:cNvSpPr/>
            <p:nvPr/>
          </p:nvSpPr>
          <p:spPr>
            <a:xfrm>
              <a:off x="3861666"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8"/>
            <p:cNvSpPr/>
            <p:nvPr/>
          </p:nvSpPr>
          <p:spPr>
            <a:xfrm>
              <a:off x="4009566"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8"/>
            <p:cNvSpPr/>
            <p:nvPr/>
          </p:nvSpPr>
          <p:spPr>
            <a:xfrm>
              <a:off x="4157482"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8"/>
            <p:cNvSpPr/>
            <p:nvPr/>
          </p:nvSpPr>
          <p:spPr>
            <a:xfrm>
              <a:off x="4305398" y="1460633"/>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8"/>
            <p:cNvSpPr/>
            <p:nvPr/>
          </p:nvSpPr>
          <p:spPr>
            <a:xfrm>
              <a:off x="4453314"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8"/>
            <p:cNvSpPr/>
            <p:nvPr/>
          </p:nvSpPr>
          <p:spPr>
            <a:xfrm>
              <a:off x="4601215"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8"/>
            <p:cNvSpPr/>
            <p:nvPr/>
          </p:nvSpPr>
          <p:spPr>
            <a:xfrm>
              <a:off x="2530406"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8"/>
            <p:cNvSpPr/>
            <p:nvPr/>
          </p:nvSpPr>
          <p:spPr>
            <a:xfrm>
              <a:off x="2678322" y="1331201"/>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8"/>
            <p:cNvSpPr/>
            <p:nvPr/>
          </p:nvSpPr>
          <p:spPr>
            <a:xfrm>
              <a:off x="2807755" y="1331201"/>
              <a:ext cx="166431" cy="129448"/>
            </a:xfrm>
            <a:custGeom>
              <a:rect b="b" l="l" r="r" t="t"/>
              <a:pathLst>
                <a:path extrusionOk="0" h="8334"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8"/>
            <p:cNvSpPr/>
            <p:nvPr/>
          </p:nvSpPr>
          <p:spPr>
            <a:xfrm>
              <a:off x="2974170" y="1331201"/>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8"/>
            <p:cNvSpPr/>
            <p:nvPr/>
          </p:nvSpPr>
          <p:spPr>
            <a:xfrm>
              <a:off x="3122086"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8"/>
            <p:cNvSpPr/>
            <p:nvPr/>
          </p:nvSpPr>
          <p:spPr>
            <a:xfrm>
              <a:off x="3269986"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8"/>
            <p:cNvSpPr/>
            <p:nvPr/>
          </p:nvSpPr>
          <p:spPr>
            <a:xfrm>
              <a:off x="3417902"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8"/>
            <p:cNvSpPr/>
            <p:nvPr/>
          </p:nvSpPr>
          <p:spPr>
            <a:xfrm>
              <a:off x="3565818"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8"/>
            <p:cNvSpPr/>
            <p:nvPr/>
          </p:nvSpPr>
          <p:spPr>
            <a:xfrm>
              <a:off x="3713719" y="1331201"/>
              <a:ext cx="147963" cy="129448"/>
            </a:xfrm>
            <a:custGeom>
              <a:rect b="b" l="l" r="r" t="t"/>
              <a:pathLst>
                <a:path extrusionOk="0" h="8334" w="9526">
                  <a:moveTo>
                    <a:pt x="1" y="0"/>
                  </a:moveTo>
                  <a:lnTo>
                    <a:pt x="1" y="8333"/>
                  </a:lnTo>
                  <a:lnTo>
                    <a:pt x="9525" y="833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8"/>
            <p:cNvSpPr/>
            <p:nvPr/>
          </p:nvSpPr>
          <p:spPr>
            <a:xfrm>
              <a:off x="3861666"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8"/>
            <p:cNvSpPr/>
            <p:nvPr/>
          </p:nvSpPr>
          <p:spPr>
            <a:xfrm>
              <a:off x="4009566"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8"/>
            <p:cNvSpPr/>
            <p:nvPr/>
          </p:nvSpPr>
          <p:spPr>
            <a:xfrm>
              <a:off x="4157482"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8"/>
            <p:cNvSpPr/>
            <p:nvPr/>
          </p:nvSpPr>
          <p:spPr>
            <a:xfrm>
              <a:off x="4305398" y="1331201"/>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8"/>
            <p:cNvSpPr/>
            <p:nvPr/>
          </p:nvSpPr>
          <p:spPr>
            <a:xfrm>
              <a:off x="4453314"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8"/>
            <p:cNvSpPr/>
            <p:nvPr/>
          </p:nvSpPr>
          <p:spPr>
            <a:xfrm>
              <a:off x="4601215"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8"/>
            <p:cNvSpPr/>
            <p:nvPr/>
          </p:nvSpPr>
          <p:spPr>
            <a:xfrm>
              <a:off x="2530406"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8"/>
            <p:cNvSpPr/>
            <p:nvPr/>
          </p:nvSpPr>
          <p:spPr>
            <a:xfrm>
              <a:off x="2678322" y="118328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8"/>
            <p:cNvSpPr/>
            <p:nvPr/>
          </p:nvSpPr>
          <p:spPr>
            <a:xfrm>
              <a:off x="2807755" y="1183285"/>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8"/>
            <p:cNvSpPr/>
            <p:nvPr/>
          </p:nvSpPr>
          <p:spPr>
            <a:xfrm>
              <a:off x="2974170" y="118328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8"/>
            <p:cNvSpPr/>
            <p:nvPr/>
          </p:nvSpPr>
          <p:spPr>
            <a:xfrm>
              <a:off x="3122086"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8"/>
            <p:cNvSpPr/>
            <p:nvPr/>
          </p:nvSpPr>
          <p:spPr>
            <a:xfrm>
              <a:off x="3269986"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8"/>
            <p:cNvSpPr/>
            <p:nvPr/>
          </p:nvSpPr>
          <p:spPr>
            <a:xfrm>
              <a:off x="3417902"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8"/>
            <p:cNvSpPr/>
            <p:nvPr/>
          </p:nvSpPr>
          <p:spPr>
            <a:xfrm>
              <a:off x="3565818"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8"/>
            <p:cNvSpPr/>
            <p:nvPr/>
          </p:nvSpPr>
          <p:spPr>
            <a:xfrm>
              <a:off x="3713719" y="1183285"/>
              <a:ext cx="147963" cy="147932"/>
            </a:xfrm>
            <a:custGeom>
              <a:rect b="b" l="l" r="r" t="t"/>
              <a:pathLst>
                <a:path extrusionOk="0" h="9524" w="9526">
                  <a:moveTo>
                    <a:pt x="1" y="1"/>
                  </a:moveTo>
                  <a:lnTo>
                    <a:pt x="1" y="9523"/>
                  </a:lnTo>
                  <a:lnTo>
                    <a:pt x="9525" y="952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8"/>
            <p:cNvSpPr/>
            <p:nvPr/>
          </p:nvSpPr>
          <p:spPr>
            <a:xfrm>
              <a:off x="3861666"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8"/>
            <p:cNvSpPr/>
            <p:nvPr/>
          </p:nvSpPr>
          <p:spPr>
            <a:xfrm>
              <a:off x="4009566"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8"/>
            <p:cNvSpPr/>
            <p:nvPr/>
          </p:nvSpPr>
          <p:spPr>
            <a:xfrm>
              <a:off x="4157482"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8"/>
            <p:cNvSpPr/>
            <p:nvPr/>
          </p:nvSpPr>
          <p:spPr>
            <a:xfrm>
              <a:off x="4305398"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8"/>
            <p:cNvSpPr/>
            <p:nvPr/>
          </p:nvSpPr>
          <p:spPr>
            <a:xfrm>
              <a:off x="2530406"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8"/>
            <p:cNvSpPr/>
            <p:nvPr/>
          </p:nvSpPr>
          <p:spPr>
            <a:xfrm>
              <a:off x="2678322" y="101690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8"/>
            <p:cNvSpPr/>
            <p:nvPr/>
          </p:nvSpPr>
          <p:spPr>
            <a:xfrm>
              <a:off x="2807755" y="101690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8"/>
            <p:cNvSpPr/>
            <p:nvPr/>
          </p:nvSpPr>
          <p:spPr>
            <a:xfrm>
              <a:off x="2974170" y="101690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8"/>
            <p:cNvSpPr/>
            <p:nvPr/>
          </p:nvSpPr>
          <p:spPr>
            <a:xfrm>
              <a:off x="3122086"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8"/>
            <p:cNvSpPr/>
            <p:nvPr/>
          </p:nvSpPr>
          <p:spPr>
            <a:xfrm>
              <a:off x="3269986"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8"/>
            <p:cNvSpPr/>
            <p:nvPr/>
          </p:nvSpPr>
          <p:spPr>
            <a:xfrm>
              <a:off x="3417902"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8"/>
            <p:cNvSpPr/>
            <p:nvPr/>
          </p:nvSpPr>
          <p:spPr>
            <a:xfrm>
              <a:off x="3565818"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8"/>
            <p:cNvSpPr/>
            <p:nvPr/>
          </p:nvSpPr>
          <p:spPr>
            <a:xfrm>
              <a:off x="3713719" y="1016900"/>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8"/>
            <p:cNvSpPr/>
            <p:nvPr/>
          </p:nvSpPr>
          <p:spPr>
            <a:xfrm>
              <a:off x="3861666"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8"/>
            <p:cNvSpPr/>
            <p:nvPr/>
          </p:nvSpPr>
          <p:spPr>
            <a:xfrm>
              <a:off x="4009566"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8"/>
            <p:cNvSpPr/>
            <p:nvPr/>
          </p:nvSpPr>
          <p:spPr>
            <a:xfrm>
              <a:off x="4157482"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8"/>
            <p:cNvSpPr/>
            <p:nvPr/>
          </p:nvSpPr>
          <p:spPr>
            <a:xfrm>
              <a:off x="2530406"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8"/>
            <p:cNvSpPr/>
            <p:nvPr/>
          </p:nvSpPr>
          <p:spPr>
            <a:xfrm>
              <a:off x="2678322" y="887468"/>
              <a:ext cx="129448" cy="129448"/>
            </a:xfrm>
            <a:custGeom>
              <a:rect b="b" l="l" r="r" t="t"/>
              <a:pathLst>
                <a:path extrusionOk="0" h="8334" w="8334">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8"/>
            <p:cNvSpPr/>
            <p:nvPr/>
          </p:nvSpPr>
          <p:spPr>
            <a:xfrm>
              <a:off x="2807755" y="887468"/>
              <a:ext cx="166431" cy="129448"/>
            </a:xfrm>
            <a:custGeom>
              <a:rect b="b" l="l" r="r" t="t"/>
              <a:pathLst>
                <a:path extrusionOk="0" h="8334" w="10715">
                  <a:moveTo>
                    <a:pt x="0" y="1"/>
                  </a:moveTo>
                  <a:lnTo>
                    <a:pt x="0" y="8333"/>
                  </a:lnTo>
                  <a:lnTo>
                    <a:pt x="10714" y="833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8"/>
            <p:cNvSpPr/>
            <p:nvPr/>
          </p:nvSpPr>
          <p:spPr>
            <a:xfrm>
              <a:off x="2974170" y="887468"/>
              <a:ext cx="147932" cy="129448"/>
            </a:xfrm>
            <a:custGeom>
              <a:rect b="b" l="l" r="r" t="t"/>
              <a:pathLst>
                <a:path extrusionOk="0" h="8334" w="9524">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8"/>
            <p:cNvSpPr/>
            <p:nvPr/>
          </p:nvSpPr>
          <p:spPr>
            <a:xfrm>
              <a:off x="3122086"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8"/>
            <p:cNvSpPr/>
            <p:nvPr/>
          </p:nvSpPr>
          <p:spPr>
            <a:xfrm>
              <a:off x="3269986"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8"/>
            <p:cNvSpPr/>
            <p:nvPr/>
          </p:nvSpPr>
          <p:spPr>
            <a:xfrm>
              <a:off x="3417902"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8"/>
            <p:cNvSpPr/>
            <p:nvPr/>
          </p:nvSpPr>
          <p:spPr>
            <a:xfrm>
              <a:off x="3565818"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8"/>
            <p:cNvSpPr/>
            <p:nvPr/>
          </p:nvSpPr>
          <p:spPr>
            <a:xfrm>
              <a:off x="3713719" y="887468"/>
              <a:ext cx="147963" cy="129448"/>
            </a:xfrm>
            <a:custGeom>
              <a:rect b="b" l="l" r="r" t="t"/>
              <a:pathLst>
                <a:path extrusionOk="0" h="8334" w="9526">
                  <a:moveTo>
                    <a:pt x="1" y="1"/>
                  </a:moveTo>
                  <a:lnTo>
                    <a:pt x="1" y="8333"/>
                  </a:lnTo>
                  <a:lnTo>
                    <a:pt x="9525" y="833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8"/>
            <p:cNvSpPr/>
            <p:nvPr/>
          </p:nvSpPr>
          <p:spPr>
            <a:xfrm>
              <a:off x="3861666"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8"/>
            <p:cNvSpPr/>
            <p:nvPr/>
          </p:nvSpPr>
          <p:spPr>
            <a:xfrm>
              <a:off x="4009566"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8"/>
            <p:cNvSpPr/>
            <p:nvPr/>
          </p:nvSpPr>
          <p:spPr>
            <a:xfrm>
              <a:off x="4157482"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8"/>
            <p:cNvSpPr/>
            <p:nvPr/>
          </p:nvSpPr>
          <p:spPr>
            <a:xfrm>
              <a:off x="2530406" y="739552"/>
              <a:ext cx="147932" cy="147932"/>
            </a:xfrm>
            <a:custGeom>
              <a:rect b="b" l="l" r="r" t="t"/>
              <a:pathLst>
                <a:path extrusionOk="0" h="9524" w="9524">
                  <a:moveTo>
                    <a:pt x="1" y="1"/>
                  </a:moveTo>
                  <a:lnTo>
                    <a:pt x="1"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8"/>
            <p:cNvSpPr/>
            <p:nvPr/>
          </p:nvSpPr>
          <p:spPr>
            <a:xfrm>
              <a:off x="2678322" y="739552"/>
              <a:ext cx="129448" cy="147932"/>
            </a:xfrm>
            <a:custGeom>
              <a:rect b="b" l="l" r="r" t="t"/>
              <a:pathLst>
                <a:path extrusionOk="0" h="9524" w="8334">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8"/>
            <p:cNvSpPr/>
            <p:nvPr/>
          </p:nvSpPr>
          <p:spPr>
            <a:xfrm>
              <a:off x="2807755" y="739552"/>
              <a:ext cx="166431" cy="147932"/>
            </a:xfrm>
            <a:custGeom>
              <a:rect b="b" l="l" r="r" t="t"/>
              <a:pathLst>
                <a:path extrusionOk="0" h="9524" w="10715">
                  <a:moveTo>
                    <a:pt x="0" y="1"/>
                  </a:moveTo>
                  <a:lnTo>
                    <a:pt x="0" y="9524"/>
                  </a:lnTo>
                  <a:lnTo>
                    <a:pt x="10714" y="9524"/>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8"/>
            <p:cNvSpPr/>
            <p:nvPr/>
          </p:nvSpPr>
          <p:spPr>
            <a:xfrm>
              <a:off x="2974170" y="739552"/>
              <a:ext cx="147932" cy="147932"/>
            </a:xfrm>
            <a:custGeom>
              <a:rect b="b" l="l" r="r" t="t"/>
              <a:pathLst>
                <a:path extrusionOk="0" h="9524" w="9524">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8"/>
            <p:cNvSpPr/>
            <p:nvPr/>
          </p:nvSpPr>
          <p:spPr>
            <a:xfrm>
              <a:off x="3122086"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8"/>
            <p:cNvSpPr/>
            <p:nvPr/>
          </p:nvSpPr>
          <p:spPr>
            <a:xfrm>
              <a:off x="3269986"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8"/>
            <p:cNvSpPr/>
            <p:nvPr/>
          </p:nvSpPr>
          <p:spPr>
            <a:xfrm>
              <a:off x="3417902" y="739552"/>
              <a:ext cx="147932" cy="147932"/>
            </a:xfrm>
            <a:custGeom>
              <a:rect b="b" l="l" r="r" t="t"/>
              <a:pathLst>
                <a:path extrusionOk="0" h="9524" w="9524">
                  <a:moveTo>
                    <a:pt x="1" y="1"/>
                  </a:moveTo>
                  <a:lnTo>
                    <a:pt x="1"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8"/>
            <p:cNvSpPr/>
            <p:nvPr/>
          </p:nvSpPr>
          <p:spPr>
            <a:xfrm>
              <a:off x="3565818"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8"/>
            <p:cNvSpPr/>
            <p:nvPr/>
          </p:nvSpPr>
          <p:spPr>
            <a:xfrm>
              <a:off x="3713719" y="739552"/>
              <a:ext cx="147963" cy="147932"/>
            </a:xfrm>
            <a:custGeom>
              <a:rect b="b" l="l" r="r" t="t"/>
              <a:pathLst>
                <a:path extrusionOk="0" h="9524" w="9526">
                  <a:moveTo>
                    <a:pt x="1" y="1"/>
                  </a:moveTo>
                  <a:lnTo>
                    <a:pt x="1" y="9524"/>
                  </a:lnTo>
                  <a:lnTo>
                    <a:pt x="9525" y="9524"/>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8"/>
            <p:cNvSpPr/>
            <p:nvPr/>
          </p:nvSpPr>
          <p:spPr>
            <a:xfrm>
              <a:off x="3861666"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8"/>
            <p:cNvSpPr/>
            <p:nvPr/>
          </p:nvSpPr>
          <p:spPr>
            <a:xfrm>
              <a:off x="400956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8"/>
            <p:cNvSpPr/>
            <p:nvPr/>
          </p:nvSpPr>
          <p:spPr>
            <a:xfrm>
              <a:off x="2530406" y="573137"/>
              <a:ext cx="147932" cy="166431"/>
            </a:xfrm>
            <a:custGeom>
              <a:rect b="b" l="l" r="r" t="t"/>
              <a:pathLst>
                <a:path extrusionOk="0" h="10715" w="9524">
                  <a:moveTo>
                    <a:pt x="1" y="1"/>
                  </a:moveTo>
                  <a:lnTo>
                    <a:pt x="1"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8"/>
            <p:cNvSpPr/>
            <p:nvPr/>
          </p:nvSpPr>
          <p:spPr>
            <a:xfrm>
              <a:off x="2678322" y="573137"/>
              <a:ext cx="129448" cy="166431"/>
            </a:xfrm>
            <a:custGeom>
              <a:rect b="b" l="l" r="r" t="t"/>
              <a:pathLst>
                <a:path extrusionOk="0" h="10715" w="8334">
                  <a:moveTo>
                    <a:pt x="0" y="1"/>
                  </a:moveTo>
                  <a:lnTo>
                    <a:pt x="0" y="10715"/>
                  </a:lnTo>
                  <a:lnTo>
                    <a:pt x="8333" y="10715"/>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8"/>
            <p:cNvSpPr/>
            <p:nvPr/>
          </p:nvSpPr>
          <p:spPr>
            <a:xfrm>
              <a:off x="2807755" y="573137"/>
              <a:ext cx="166431" cy="166431"/>
            </a:xfrm>
            <a:custGeom>
              <a:rect b="b" l="l" r="r" t="t"/>
              <a:pathLst>
                <a:path extrusionOk="0" h="10715" w="10715">
                  <a:moveTo>
                    <a:pt x="0" y="1"/>
                  </a:moveTo>
                  <a:lnTo>
                    <a:pt x="0" y="10715"/>
                  </a:lnTo>
                  <a:lnTo>
                    <a:pt x="10714" y="10715"/>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8"/>
            <p:cNvSpPr/>
            <p:nvPr/>
          </p:nvSpPr>
          <p:spPr>
            <a:xfrm>
              <a:off x="2974170" y="573137"/>
              <a:ext cx="147932" cy="166431"/>
            </a:xfrm>
            <a:custGeom>
              <a:rect b="b" l="l" r="r" t="t"/>
              <a:pathLst>
                <a:path extrusionOk="0" h="10715" w="9524">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8"/>
            <p:cNvSpPr/>
            <p:nvPr/>
          </p:nvSpPr>
          <p:spPr>
            <a:xfrm>
              <a:off x="3122086" y="573137"/>
              <a:ext cx="147916" cy="166431"/>
            </a:xfrm>
            <a:custGeom>
              <a:rect b="b" l="l" r="r" t="t"/>
              <a:pathLst>
                <a:path extrusionOk="0" h="10715" w="9523">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8"/>
            <p:cNvSpPr/>
            <p:nvPr/>
          </p:nvSpPr>
          <p:spPr>
            <a:xfrm>
              <a:off x="3269986" y="573137"/>
              <a:ext cx="147932" cy="166431"/>
            </a:xfrm>
            <a:custGeom>
              <a:rect b="b" l="l" r="r" t="t"/>
              <a:pathLst>
                <a:path extrusionOk="0" h="10715" w="9524">
                  <a:moveTo>
                    <a:pt x="1" y="1"/>
                  </a:moveTo>
                  <a:lnTo>
                    <a:pt x="1" y="10715"/>
                  </a:lnTo>
                  <a:lnTo>
                    <a:pt x="9524" y="10715"/>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8"/>
            <p:cNvSpPr/>
            <p:nvPr/>
          </p:nvSpPr>
          <p:spPr>
            <a:xfrm>
              <a:off x="3417902" y="573137"/>
              <a:ext cx="147932" cy="166431"/>
            </a:xfrm>
            <a:custGeom>
              <a:rect b="b" l="l" r="r" t="t"/>
              <a:pathLst>
                <a:path extrusionOk="0" h="10715" w="9524">
                  <a:moveTo>
                    <a:pt x="1" y="1"/>
                  </a:moveTo>
                  <a:lnTo>
                    <a:pt x="1"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8"/>
            <p:cNvSpPr/>
            <p:nvPr/>
          </p:nvSpPr>
          <p:spPr>
            <a:xfrm>
              <a:off x="2530406" y="443705"/>
              <a:ext cx="147932" cy="129448"/>
            </a:xfrm>
            <a:custGeom>
              <a:rect b="b" l="l" r="r" t="t"/>
              <a:pathLst>
                <a:path extrusionOk="0" h="8334" w="9524">
                  <a:moveTo>
                    <a:pt x="1" y="1"/>
                  </a:moveTo>
                  <a:lnTo>
                    <a:pt x="1"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8"/>
            <p:cNvSpPr/>
            <p:nvPr/>
          </p:nvSpPr>
          <p:spPr>
            <a:xfrm>
              <a:off x="2678322" y="443705"/>
              <a:ext cx="129448" cy="129448"/>
            </a:xfrm>
            <a:custGeom>
              <a:rect b="b" l="l" r="r" t="t"/>
              <a:pathLst>
                <a:path extrusionOk="0" h="8334" w="8334">
                  <a:moveTo>
                    <a:pt x="0" y="1"/>
                  </a:moveTo>
                  <a:lnTo>
                    <a:pt x="0" y="8334"/>
                  </a:lnTo>
                  <a:lnTo>
                    <a:pt x="8333" y="833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8"/>
            <p:cNvSpPr/>
            <p:nvPr/>
          </p:nvSpPr>
          <p:spPr>
            <a:xfrm>
              <a:off x="2807755" y="443705"/>
              <a:ext cx="166431" cy="129448"/>
            </a:xfrm>
            <a:custGeom>
              <a:rect b="b" l="l" r="r" t="t"/>
              <a:pathLst>
                <a:path extrusionOk="0" h="8334" w="10715">
                  <a:moveTo>
                    <a:pt x="0" y="1"/>
                  </a:moveTo>
                  <a:lnTo>
                    <a:pt x="0" y="8334"/>
                  </a:lnTo>
                  <a:lnTo>
                    <a:pt x="10714" y="8334"/>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8"/>
            <p:cNvSpPr/>
            <p:nvPr/>
          </p:nvSpPr>
          <p:spPr>
            <a:xfrm>
              <a:off x="2974170" y="443705"/>
              <a:ext cx="147932" cy="129448"/>
            </a:xfrm>
            <a:custGeom>
              <a:rect b="b" l="l" r="r" t="t"/>
              <a:pathLst>
                <a:path extrusionOk="0" h="8334" w="9524">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8"/>
            <p:cNvSpPr/>
            <p:nvPr/>
          </p:nvSpPr>
          <p:spPr>
            <a:xfrm>
              <a:off x="3122086" y="443705"/>
              <a:ext cx="147916" cy="129448"/>
            </a:xfrm>
            <a:custGeom>
              <a:rect b="b" l="l" r="r" t="t"/>
              <a:pathLst>
                <a:path extrusionOk="0" h="8334" w="9523">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8"/>
            <p:cNvSpPr/>
            <p:nvPr/>
          </p:nvSpPr>
          <p:spPr>
            <a:xfrm>
              <a:off x="3269986" y="443705"/>
              <a:ext cx="147932" cy="129448"/>
            </a:xfrm>
            <a:custGeom>
              <a:rect b="b" l="l" r="r" t="t"/>
              <a:pathLst>
                <a:path extrusionOk="0" h="8334" w="9524">
                  <a:moveTo>
                    <a:pt x="1" y="1"/>
                  </a:moveTo>
                  <a:lnTo>
                    <a:pt x="1" y="8334"/>
                  </a:lnTo>
                  <a:lnTo>
                    <a:pt x="9524" y="833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8"/>
            <p:cNvSpPr/>
            <p:nvPr/>
          </p:nvSpPr>
          <p:spPr>
            <a:xfrm>
              <a:off x="3417902" y="443705"/>
              <a:ext cx="147932" cy="129448"/>
            </a:xfrm>
            <a:custGeom>
              <a:rect b="b" l="l" r="r" t="t"/>
              <a:pathLst>
                <a:path extrusionOk="0" h="8334" w="9524">
                  <a:moveTo>
                    <a:pt x="1" y="1"/>
                  </a:moveTo>
                  <a:lnTo>
                    <a:pt x="1"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8"/>
            <p:cNvSpPr/>
            <p:nvPr/>
          </p:nvSpPr>
          <p:spPr>
            <a:xfrm>
              <a:off x="2530406" y="27732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8"/>
            <p:cNvSpPr/>
            <p:nvPr/>
          </p:nvSpPr>
          <p:spPr>
            <a:xfrm>
              <a:off x="2678322" y="27732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8"/>
            <p:cNvSpPr/>
            <p:nvPr/>
          </p:nvSpPr>
          <p:spPr>
            <a:xfrm>
              <a:off x="2807755" y="27732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8"/>
            <p:cNvSpPr/>
            <p:nvPr/>
          </p:nvSpPr>
          <p:spPr>
            <a:xfrm>
              <a:off x="2974170" y="27732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8"/>
            <p:cNvSpPr/>
            <p:nvPr/>
          </p:nvSpPr>
          <p:spPr>
            <a:xfrm>
              <a:off x="3122086" y="27732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8"/>
            <p:cNvSpPr/>
            <p:nvPr/>
          </p:nvSpPr>
          <p:spPr>
            <a:xfrm>
              <a:off x="3269986"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8"/>
            <p:cNvSpPr/>
            <p:nvPr/>
          </p:nvSpPr>
          <p:spPr>
            <a:xfrm>
              <a:off x="2530406" y="129404"/>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8"/>
            <p:cNvSpPr/>
            <p:nvPr/>
          </p:nvSpPr>
          <p:spPr>
            <a:xfrm>
              <a:off x="2678322" y="129404"/>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8"/>
            <p:cNvSpPr/>
            <p:nvPr/>
          </p:nvSpPr>
          <p:spPr>
            <a:xfrm>
              <a:off x="2807755" y="129404"/>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8"/>
            <p:cNvSpPr/>
            <p:nvPr/>
          </p:nvSpPr>
          <p:spPr>
            <a:xfrm>
              <a:off x="2974170" y="129404"/>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8"/>
            <p:cNvSpPr/>
            <p:nvPr/>
          </p:nvSpPr>
          <p:spPr>
            <a:xfrm>
              <a:off x="3122086"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8"/>
            <p:cNvSpPr/>
            <p:nvPr/>
          </p:nvSpPr>
          <p:spPr>
            <a:xfrm>
              <a:off x="2530406" y="-12"/>
              <a:ext cx="147932" cy="129432"/>
            </a:xfrm>
            <a:custGeom>
              <a:rect b="b" l="l" r="r" t="t"/>
              <a:pathLst>
                <a:path extrusionOk="0" h="8333"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8"/>
            <p:cNvSpPr/>
            <p:nvPr/>
          </p:nvSpPr>
          <p:spPr>
            <a:xfrm>
              <a:off x="2678322" y="-12"/>
              <a:ext cx="129448" cy="129432"/>
            </a:xfrm>
            <a:custGeom>
              <a:rect b="b" l="l" r="r" t="t"/>
              <a:pathLst>
                <a:path extrusionOk="0" h="8333"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8"/>
            <p:cNvSpPr/>
            <p:nvPr/>
          </p:nvSpPr>
          <p:spPr>
            <a:xfrm>
              <a:off x="2807755" y="-12"/>
              <a:ext cx="166431" cy="129432"/>
            </a:xfrm>
            <a:custGeom>
              <a:rect b="b" l="l" r="r" t="t"/>
              <a:pathLst>
                <a:path extrusionOk="0" h="8333"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8"/>
            <p:cNvSpPr/>
            <p:nvPr/>
          </p:nvSpPr>
          <p:spPr>
            <a:xfrm>
              <a:off x="2974170" y="-12"/>
              <a:ext cx="147932" cy="129432"/>
            </a:xfrm>
            <a:custGeom>
              <a:rect b="b" l="l" r="r" t="t"/>
              <a:pathLst>
                <a:path extrusionOk="0" h="8333"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9" name="Google Shape;1779;p8"/>
          <p:cNvGrpSpPr/>
          <p:nvPr/>
        </p:nvGrpSpPr>
        <p:grpSpPr>
          <a:xfrm>
            <a:off x="4103916" y="1106508"/>
            <a:ext cx="264001" cy="226285"/>
            <a:chOff x="753950" y="238125"/>
            <a:chExt cx="6111125" cy="5238075"/>
          </a:xfrm>
        </p:grpSpPr>
        <p:sp>
          <p:nvSpPr>
            <p:cNvPr id="1780" name="Google Shape;1780;p8"/>
            <p:cNvSpPr/>
            <p:nvPr/>
          </p:nvSpPr>
          <p:spPr>
            <a:xfrm>
              <a:off x="1627000" y="238125"/>
              <a:ext cx="873075" cy="873075"/>
            </a:xfrm>
            <a:custGeom>
              <a:rect b="b" l="l" r="r" t="t"/>
              <a:pathLst>
                <a:path extrusionOk="0" h="34923" w="34923">
                  <a:moveTo>
                    <a:pt x="0" y="0"/>
                  </a:moveTo>
                  <a:lnTo>
                    <a:pt x="0" y="34922"/>
                  </a:lnTo>
                  <a:lnTo>
                    <a:pt x="34922" y="34922"/>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8"/>
            <p:cNvSpPr/>
            <p:nvPr/>
          </p:nvSpPr>
          <p:spPr>
            <a:xfrm>
              <a:off x="2500050" y="238125"/>
              <a:ext cx="873000" cy="873075"/>
            </a:xfrm>
            <a:custGeom>
              <a:rect b="b" l="l" r="r" t="t"/>
              <a:pathLst>
                <a:path extrusionOk="0" h="34923" w="34920">
                  <a:moveTo>
                    <a:pt x="0" y="0"/>
                  </a:moveTo>
                  <a:lnTo>
                    <a:pt x="0" y="34922"/>
                  </a:lnTo>
                  <a:lnTo>
                    <a:pt x="34919" y="34922"/>
                  </a:lnTo>
                  <a:lnTo>
                    <a:pt x="34919"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8"/>
            <p:cNvSpPr/>
            <p:nvPr/>
          </p:nvSpPr>
          <p:spPr>
            <a:xfrm>
              <a:off x="4246075" y="238125"/>
              <a:ext cx="872975" cy="873075"/>
            </a:xfrm>
            <a:custGeom>
              <a:rect b="b" l="l" r="r" t="t"/>
              <a:pathLst>
                <a:path extrusionOk="0" h="34923" w="34919">
                  <a:moveTo>
                    <a:pt x="0" y="0"/>
                  </a:moveTo>
                  <a:lnTo>
                    <a:pt x="0" y="34922"/>
                  </a:lnTo>
                  <a:lnTo>
                    <a:pt x="34918" y="34922"/>
                  </a:lnTo>
                  <a:lnTo>
                    <a:pt x="34918"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8"/>
            <p:cNvSpPr/>
            <p:nvPr/>
          </p:nvSpPr>
          <p:spPr>
            <a:xfrm>
              <a:off x="5119025" y="238125"/>
              <a:ext cx="873000" cy="873075"/>
            </a:xfrm>
            <a:custGeom>
              <a:rect b="b" l="l" r="r" t="t"/>
              <a:pathLst>
                <a:path extrusionOk="0" h="34923" w="34920">
                  <a:moveTo>
                    <a:pt x="0" y="0"/>
                  </a:moveTo>
                  <a:lnTo>
                    <a:pt x="0" y="34922"/>
                  </a:lnTo>
                  <a:lnTo>
                    <a:pt x="34920" y="34922"/>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8"/>
            <p:cNvSpPr/>
            <p:nvPr/>
          </p:nvSpPr>
          <p:spPr>
            <a:xfrm>
              <a:off x="753950" y="1111175"/>
              <a:ext cx="873075" cy="872925"/>
            </a:xfrm>
            <a:custGeom>
              <a:rect b="b" l="l" r="r" t="t"/>
              <a:pathLst>
                <a:path extrusionOk="0" h="34917" w="34923">
                  <a:moveTo>
                    <a:pt x="0" y="0"/>
                  </a:moveTo>
                  <a:lnTo>
                    <a:pt x="0" y="34917"/>
                  </a:lnTo>
                  <a:lnTo>
                    <a:pt x="34922" y="34917"/>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8"/>
            <p:cNvSpPr/>
            <p:nvPr/>
          </p:nvSpPr>
          <p:spPr>
            <a:xfrm>
              <a:off x="1627000" y="1111175"/>
              <a:ext cx="873075" cy="872925"/>
            </a:xfrm>
            <a:custGeom>
              <a:rect b="b" l="l" r="r" t="t"/>
              <a:pathLst>
                <a:path extrusionOk="0" h="34917" w="34923">
                  <a:moveTo>
                    <a:pt x="0" y="0"/>
                  </a:moveTo>
                  <a:lnTo>
                    <a:pt x="0" y="34917"/>
                  </a:lnTo>
                  <a:lnTo>
                    <a:pt x="34922" y="34917"/>
                  </a:lnTo>
                  <a:lnTo>
                    <a:pt x="34922" y="0"/>
                  </a:lnTo>
                  <a:close/>
                </a:path>
              </a:pathLst>
            </a:cu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8"/>
            <p:cNvSpPr/>
            <p:nvPr/>
          </p:nvSpPr>
          <p:spPr>
            <a:xfrm>
              <a:off x="2500050" y="1111175"/>
              <a:ext cx="873000" cy="872925"/>
            </a:xfrm>
            <a:custGeom>
              <a:rect b="b" l="l" r="r" t="t"/>
              <a:pathLst>
                <a:path extrusionOk="0" h="34917" w="34920">
                  <a:moveTo>
                    <a:pt x="0" y="0"/>
                  </a:moveTo>
                  <a:lnTo>
                    <a:pt x="0" y="34917"/>
                  </a:lnTo>
                  <a:lnTo>
                    <a:pt x="34919" y="34917"/>
                  </a:lnTo>
                  <a:lnTo>
                    <a:pt x="3491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8"/>
            <p:cNvSpPr/>
            <p:nvPr/>
          </p:nvSpPr>
          <p:spPr>
            <a:xfrm>
              <a:off x="3372944" y="1111175"/>
              <a:ext cx="873075" cy="872925"/>
            </a:xfrm>
            <a:custGeom>
              <a:rect b="b" l="l" r="r" t="t"/>
              <a:pathLst>
                <a:path extrusionOk="0" h="34917" w="34923">
                  <a:moveTo>
                    <a:pt x="0" y="0"/>
                  </a:moveTo>
                  <a:lnTo>
                    <a:pt x="0" y="34917"/>
                  </a:lnTo>
                  <a:lnTo>
                    <a:pt x="34922" y="34917"/>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8"/>
            <p:cNvSpPr/>
            <p:nvPr/>
          </p:nvSpPr>
          <p:spPr>
            <a:xfrm>
              <a:off x="4245994" y="1111175"/>
              <a:ext cx="872975" cy="872925"/>
            </a:xfrm>
            <a:custGeom>
              <a:rect b="b" l="l" r="r" t="t"/>
              <a:pathLst>
                <a:path extrusionOk="0" h="34917" w="34919">
                  <a:moveTo>
                    <a:pt x="0" y="0"/>
                  </a:moveTo>
                  <a:lnTo>
                    <a:pt x="0" y="34917"/>
                  </a:lnTo>
                  <a:lnTo>
                    <a:pt x="34918" y="34917"/>
                  </a:lnTo>
                  <a:lnTo>
                    <a:pt x="3491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8"/>
            <p:cNvSpPr/>
            <p:nvPr/>
          </p:nvSpPr>
          <p:spPr>
            <a:xfrm>
              <a:off x="5119025" y="1111175"/>
              <a:ext cx="873000" cy="872925"/>
            </a:xfrm>
            <a:custGeom>
              <a:rect b="b" l="l" r="r" t="t"/>
              <a:pathLst>
                <a:path extrusionOk="0" h="34917" w="34920">
                  <a:moveTo>
                    <a:pt x="0" y="0"/>
                  </a:moveTo>
                  <a:lnTo>
                    <a:pt x="0" y="34917"/>
                  </a:lnTo>
                  <a:lnTo>
                    <a:pt x="34920" y="34917"/>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8"/>
            <p:cNvSpPr/>
            <p:nvPr/>
          </p:nvSpPr>
          <p:spPr>
            <a:xfrm>
              <a:off x="5992000" y="1111175"/>
              <a:ext cx="873075" cy="872925"/>
            </a:xfrm>
            <a:custGeom>
              <a:rect b="b" l="l" r="r" t="t"/>
              <a:pathLst>
                <a:path extrusionOk="0" h="34917" w="34923">
                  <a:moveTo>
                    <a:pt x="1" y="0"/>
                  </a:moveTo>
                  <a:lnTo>
                    <a:pt x="1" y="34917"/>
                  </a:lnTo>
                  <a:lnTo>
                    <a:pt x="34923" y="34917"/>
                  </a:lnTo>
                  <a:lnTo>
                    <a:pt x="349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8"/>
            <p:cNvSpPr/>
            <p:nvPr/>
          </p:nvSpPr>
          <p:spPr>
            <a:xfrm>
              <a:off x="753950"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8"/>
            <p:cNvSpPr/>
            <p:nvPr/>
          </p:nvSpPr>
          <p:spPr>
            <a:xfrm>
              <a:off x="1627000"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8"/>
            <p:cNvSpPr/>
            <p:nvPr/>
          </p:nvSpPr>
          <p:spPr>
            <a:xfrm>
              <a:off x="2500050" y="1984125"/>
              <a:ext cx="873000" cy="873025"/>
            </a:xfrm>
            <a:custGeom>
              <a:rect b="b" l="l" r="r" t="t"/>
              <a:pathLst>
                <a:path extrusionOk="0" h="34921" w="34920">
                  <a:moveTo>
                    <a:pt x="0" y="0"/>
                  </a:moveTo>
                  <a:lnTo>
                    <a:pt x="0" y="34921"/>
                  </a:lnTo>
                  <a:lnTo>
                    <a:pt x="34919" y="34921"/>
                  </a:lnTo>
                  <a:lnTo>
                    <a:pt x="3491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8"/>
            <p:cNvSpPr/>
            <p:nvPr/>
          </p:nvSpPr>
          <p:spPr>
            <a:xfrm>
              <a:off x="3372944"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8"/>
            <p:cNvSpPr/>
            <p:nvPr/>
          </p:nvSpPr>
          <p:spPr>
            <a:xfrm>
              <a:off x="4245994" y="1984125"/>
              <a:ext cx="872975" cy="873025"/>
            </a:xfrm>
            <a:custGeom>
              <a:rect b="b" l="l" r="r" t="t"/>
              <a:pathLst>
                <a:path extrusionOk="0" h="34921" w="34919">
                  <a:moveTo>
                    <a:pt x="0" y="0"/>
                  </a:moveTo>
                  <a:lnTo>
                    <a:pt x="0" y="34921"/>
                  </a:lnTo>
                  <a:lnTo>
                    <a:pt x="34918" y="34921"/>
                  </a:lnTo>
                  <a:lnTo>
                    <a:pt x="3491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8"/>
            <p:cNvSpPr/>
            <p:nvPr/>
          </p:nvSpPr>
          <p:spPr>
            <a:xfrm>
              <a:off x="5119025" y="1984125"/>
              <a:ext cx="873000" cy="873025"/>
            </a:xfrm>
            <a:custGeom>
              <a:rect b="b" l="l" r="r" t="t"/>
              <a:pathLst>
                <a:path extrusionOk="0" h="34921" w="34920">
                  <a:moveTo>
                    <a:pt x="0" y="0"/>
                  </a:moveTo>
                  <a:lnTo>
                    <a:pt x="0" y="34921"/>
                  </a:lnTo>
                  <a:lnTo>
                    <a:pt x="34920" y="34921"/>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8"/>
            <p:cNvSpPr/>
            <p:nvPr/>
          </p:nvSpPr>
          <p:spPr>
            <a:xfrm>
              <a:off x="5992000" y="1984125"/>
              <a:ext cx="873075" cy="873025"/>
            </a:xfrm>
            <a:custGeom>
              <a:rect b="b" l="l" r="r" t="t"/>
              <a:pathLst>
                <a:path extrusionOk="0" h="34921" w="34923">
                  <a:moveTo>
                    <a:pt x="1" y="0"/>
                  </a:moveTo>
                  <a:lnTo>
                    <a:pt x="1" y="34921"/>
                  </a:lnTo>
                  <a:lnTo>
                    <a:pt x="34923" y="34921"/>
                  </a:lnTo>
                  <a:lnTo>
                    <a:pt x="349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8"/>
            <p:cNvSpPr/>
            <p:nvPr/>
          </p:nvSpPr>
          <p:spPr>
            <a:xfrm>
              <a:off x="1627000" y="2857125"/>
              <a:ext cx="873075" cy="873125"/>
            </a:xfrm>
            <a:custGeom>
              <a:rect b="b" l="l" r="r" t="t"/>
              <a:pathLst>
                <a:path extrusionOk="0" h="34925" w="34923">
                  <a:moveTo>
                    <a:pt x="0" y="1"/>
                  </a:moveTo>
                  <a:lnTo>
                    <a:pt x="0" y="34924"/>
                  </a:lnTo>
                  <a:lnTo>
                    <a:pt x="34922" y="34924"/>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8"/>
            <p:cNvSpPr/>
            <p:nvPr/>
          </p:nvSpPr>
          <p:spPr>
            <a:xfrm>
              <a:off x="2499969" y="2857125"/>
              <a:ext cx="873000" cy="873125"/>
            </a:xfrm>
            <a:custGeom>
              <a:rect b="b" l="l" r="r" t="t"/>
              <a:pathLst>
                <a:path extrusionOk="0" h="34925" w="34920">
                  <a:moveTo>
                    <a:pt x="0" y="1"/>
                  </a:moveTo>
                  <a:lnTo>
                    <a:pt x="0" y="34924"/>
                  </a:lnTo>
                  <a:lnTo>
                    <a:pt x="34919" y="34924"/>
                  </a:lnTo>
                  <a:lnTo>
                    <a:pt x="3491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8"/>
            <p:cNvSpPr/>
            <p:nvPr/>
          </p:nvSpPr>
          <p:spPr>
            <a:xfrm>
              <a:off x="3372944" y="2857125"/>
              <a:ext cx="873075" cy="873125"/>
            </a:xfrm>
            <a:custGeom>
              <a:rect b="b" l="l" r="r" t="t"/>
              <a:pathLst>
                <a:path extrusionOk="0" h="34925" w="34923">
                  <a:moveTo>
                    <a:pt x="0" y="1"/>
                  </a:moveTo>
                  <a:lnTo>
                    <a:pt x="0" y="34924"/>
                  </a:lnTo>
                  <a:lnTo>
                    <a:pt x="34922" y="34924"/>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8"/>
            <p:cNvSpPr/>
            <p:nvPr/>
          </p:nvSpPr>
          <p:spPr>
            <a:xfrm>
              <a:off x="4246075" y="2857125"/>
              <a:ext cx="872975" cy="873125"/>
            </a:xfrm>
            <a:custGeom>
              <a:rect b="b" l="l" r="r" t="t"/>
              <a:pathLst>
                <a:path extrusionOk="0" h="34925" w="34919">
                  <a:moveTo>
                    <a:pt x="0" y="1"/>
                  </a:moveTo>
                  <a:lnTo>
                    <a:pt x="0" y="34924"/>
                  </a:lnTo>
                  <a:lnTo>
                    <a:pt x="34918" y="34924"/>
                  </a:lnTo>
                  <a:lnTo>
                    <a:pt x="3491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8"/>
            <p:cNvSpPr/>
            <p:nvPr/>
          </p:nvSpPr>
          <p:spPr>
            <a:xfrm>
              <a:off x="5119025" y="2857125"/>
              <a:ext cx="873000" cy="873125"/>
            </a:xfrm>
            <a:custGeom>
              <a:rect b="b" l="l" r="r" t="t"/>
              <a:pathLst>
                <a:path extrusionOk="0" h="34925" w="34920">
                  <a:moveTo>
                    <a:pt x="0" y="1"/>
                  </a:moveTo>
                  <a:lnTo>
                    <a:pt x="0" y="34924"/>
                  </a:lnTo>
                  <a:lnTo>
                    <a:pt x="34920" y="34924"/>
                  </a:lnTo>
                  <a:lnTo>
                    <a:pt x="3492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8"/>
            <p:cNvSpPr/>
            <p:nvPr/>
          </p:nvSpPr>
          <p:spPr>
            <a:xfrm>
              <a:off x="2500050" y="3730175"/>
              <a:ext cx="873000" cy="872975"/>
            </a:xfrm>
            <a:custGeom>
              <a:rect b="b" l="l" r="r" t="t"/>
              <a:pathLst>
                <a:path extrusionOk="0" h="34919" w="34920">
                  <a:moveTo>
                    <a:pt x="0" y="1"/>
                  </a:moveTo>
                  <a:lnTo>
                    <a:pt x="0" y="34919"/>
                  </a:lnTo>
                  <a:lnTo>
                    <a:pt x="34919" y="34919"/>
                  </a:lnTo>
                  <a:lnTo>
                    <a:pt x="34919"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8"/>
            <p:cNvSpPr/>
            <p:nvPr/>
          </p:nvSpPr>
          <p:spPr>
            <a:xfrm>
              <a:off x="3373025" y="3730175"/>
              <a:ext cx="873075" cy="872975"/>
            </a:xfrm>
            <a:custGeom>
              <a:rect b="b" l="l" r="r" t="t"/>
              <a:pathLst>
                <a:path extrusionOk="0" h="34919" w="34923">
                  <a:moveTo>
                    <a:pt x="0" y="1"/>
                  </a:moveTo>
                  <a:lnTo>
                    <a:pt x="0" y="34919"/>
                  </a:lnTo>
                  <a:lnTo>
                    <a:pt x="34922" y="34919"/>
                  </a:lnTo>
                  <a:lnTo>
                    <a:pt x="3492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8"/>
            <p:cNvSpPr/>
            <p:nvPr/>
          </p:nvSpPr>
          <p:spPr>
            <a:xfrm>
              <a:off x="4246075" y="3730175"/>
              <a:ext cx="872975" cy="872975"/>
            </a:xfrm>
            <a:custGeom>
              <a:rect b="b" l="l" r="r" t="t"/>
              <a:pathLst>
                <a:path extrusionOk="0" h="34919" w="34919">
                  <a:moveTo>
                    <a:pt x="0" y="1"/>
                  </a:moveTo>
                  <a:lnTo>
                    <a:pt x="0" y="34919"/>
                  </a:lnTo>
                  <a:lnTo>
                    <a:pt x="34918" y="34919"/>
                  </a:lnTo>
                  <a:lnTo>
                    <a:pt x="3491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8"/>
            <p:cNvSpPr/>
            <p:nvPr/>
          </p:nvSpPr>
          <p:spPr>
            <a:xfrm>
              <a:off x="3373025" y="4603125"/>
              <a:ext cx="873075" cy="873075"/>
            </a:xfrm>
            <a:custGeom>
              <a:rect b="b" l="l" r="r" t="t"/>
              <a:pathLst>
                <a:path extrusionOk="0" h="34923" w="34923">
                  <a:moveTo>
                    <a:pt x="0" y="1"/>
                  </a:moveTo>
                  <a:lnTo>
                    <a:pt x="0" y="34923"/>
                  </a:lnTo>
                  <a:lnTo>
                    <a:pt x="34922" y="34923"/>
                  </a:lnTo>
                  <a:lnTo>
                    <a:pt x="3492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7" name="Google Shape;1807;p8"/>
          <p:cNvGrpSpPr/>
          <p:nvPr/>
        </p:nvGrpSpPr>
        <p:grpSpPr>
          <a:xfrm>
            <a:off x="4439996" y="1106508"/>
            <a:ext cx="264001" cy="226285"/>
            <a:chOff x="753950" y="238125"/>
            <a:chExt cx="6111125" cy="5238075"/>
          </a:xfrm>
        </p:grpSpPr>
        <p:sp>
          <p:nvSpPr>
            <p:cNvPr id="1808" name="Google Shape;1808;p8"/>
            <p:cNvSpPr/>
            <p:nvPr/>
          </p:nvSpPr>
          <p:spPr>
            <a:xfrm>
              <a:off x="1627000" y="238125"/>
              <a:ext cx="873075" cy="873075"/>
            </a:xfrm>
            <a:custGeom>
              <a:rect b="b" l="l" r="r" t="t"/>
              <a:pathLst>
                <a:path extrusionOk="0" h="34923" w="34923">
                  <a:moveTo>
                    <a:pt x="0" y="0"/>
                  </a:moveTo>
                  <a:lnTo>
                    <a:pt x="0" y="34922"/>
                  </a:lnTo>
                  <a:lnTo>
                    <a:pt x="34922" y="34922"/>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8"/>
            <p:cNvSpPr/>
            <p:nvPr/>
          </p:nvSpPr>
          <p:spPr>
            <a:xfrm>
              <a:off x="2500050" y="238125"/>
              <a:ext cx="873000" cy="873075"/>
            </a:xfrm>
            <a:custGeom>
              <a:rect b="b" l="l" r="r" t="t"/>
              <a:pathLst>
                <a:path extrusionOk="0" h="34923" w="34920">
                  <a:moveTo>
                    <a:pt x="0" y="0"/>
                  </a:moveTo>
                  <a:lnTo>
                    <a:pt x="0" y="34922"/>
                  </a:lnTo>
                  <a:lnTo>
                    <a:pt x="34919" y="34922"/>
                  </a:lnTo>
                  <a:lnTo>
                    <a:pt x="34919"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8"/>
            <p:cNvSpPr/>
            <p:nvPr/>
          </p:nvSpPr>
          <p:spPr>
            <a:xfrm>
              <a:off x="4246075" y="238125"/>
              <a:ext cx="872975" cy="873075"/>
            </a:xfrm>
            <a:custGeom>
              <a:rect b="b" l="l" r="r" t="t"/>
              <a:pathLst>
                <a:path extrusionOk="0" h="34923" w="34919">
                  <a:moveTo>
                    <a:pt x="0" y="0"/>
                  </a:moveTo>
                  <a:lnTo>
                    <a:pt x="0" y="34922"/>
                  </a:lnTo>
                  <a:lnTo>
                    <a:pt x="34918" y="34922"/>
                  </a:lnTo>
                  <a:lnTo>
                    <a:pt x="34918"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8"/>
            <p:cNvSpPr/>
            <p:nvPr/>
          </p:nvSpPr>
          <p:spPr>
            <a:xfrm>
              <a:off x="5119025" y="238125"/>
              <a:ext cx="873000" cy="873075"/>
            </a:xfrm>
            <a:custGeom>
              <a:rect b="b" l="l" r="r" t="t"/>
              <a:pathLst>
                <a:path extrusionOk="0" h="34923" w="34920">
                  <a:moveTo>
                    <a:pt x="0" y="0"/>
                  </a:moveTo>
                  <a:lnTo>
                    <a:pt x="0" y="34922"/>
                  </a:lnTo>
                  <a:lnTo>
                    <a:pt x="34920" y="34922"/>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8"/>
            <p:cNvSpPr/>
            <p:nvPr/>
          </p:nvSpPr>
          <p:spPr>
            <a:xfrm>
              <a:off x="753950" y="1111175"/>
              <a:ext cx="873075" cy="872925"/>
            </a:xfrm>
            <a:custGeom>
              <a:rect b="b" l="l" r="r" t="t"/>
              <a:pathLst>
                <a:path extrusionOk="0" h="34917" w="34923">
                  <a:moveTo>
                    <a:pt x="0" y="0"/>
                  </a:moveTo>
                  <a:lnTo>
                    <a:pt x="0" y="34917"/>
                  </a:lnTo>
                  <a:lnTo>
                    <a:pt x="34922" y="34917"/>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8"/>
            <p:cNvSpPr/>
            <p:nvPr/>
          </p:nvSpPr>
          <p:spPr>
            <a:xfrm>
              <a:off x="1627000" y="1111175"/>
              <a:ext cx="873075" cy="872925"/>
            </a:xfrm>
            <a:custGeom>
              <a:rect b="b" l="l" r="r" t="t"/>
              <a:pathLst>
                <a:path extrusionOk="0" h="34917" w="34923">
                  <a:moveTo>
                    <a:pt x="0" y="0"/>
                  </a:moveTo>
                  <a:lnTo>
                    <a:pt x="0" y="34917"/>
                  </a:lnTo>
                  <a:lnTo>
                    <a:pt x="34922" y="34917"/>
                  </a:lnTo>
                  <a:lnTo>
                    <a:pt x="34922" y="0"/>
                  </a:lnTo>
                  <a:close/>
                </a:path>
              </a:pathLst>
            </a:cu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8"/>
            <p:cNvSpPr/>
            <p:nvPr/>
          </p:nvSpPr>
          <p:spPr>
            <a:xfrm>
              <a:off x="2500050" y="1111175"/>
              <a:ext cx="873000" cy="872925"/>
            </a:xfrm>
            <a:custGeom>
              <a:rect b="b" l="l" r="r" t="t"/>
              <a:pathLst>
                <a:path extrusionOk="0" h="34917" w="34920">
                  <a:moveTo>
                    <a:pt x="0" y="0"/>
                  </a:moveTo>
                  <a:lnTo>
                    <a:pt x="0" y="34917"/>
                  </a:lnTo>
                  <a:lnTo>
                    <a:pt x="34919" y="34917"/>
                  </a:lnTo>
                  <a:lnTo>
                    <a:pt x="3491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8"/>
            <p:cNvSpPr/>
            <p:nvPr/>
          </p:nvSpPr>
          <p:spPr>
            <a:xfrm>
              <a:off x="3372944" y="1111175"/>
              <a:ext cx="873075" cy="872925"/>
            </a:xfrm>
            <a:custGeom>
              <a:rect b="b" l="l" r="r" t="t"/>
              <a:pathLst>
                <a:path extrusionOk="0" h="34917" w="34923">
                  <a:moveTo>
                    <a:pt x="0" y="0"/>
                  </a:moveTo>
                  <a:lnTo>
                    <a:pt x="0" y="34917"/>
                  </a:lnTo>
                  <a:lnTo>
                    <a:pt x="34922" y="34917"/>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8"/>
            <p:cNvSpPr/>
            <p:nvPr/>
          </p:nvSpPr>
          <p:spPr>
            <a:xfrm>
              <a:off x="4245994" y="1111175"/>
              <a:ext cx="872975" cy="872925"/>
            </a:xfrm>
            <a:custGeom>
              <a:rect b="b" l="l" r="r" t="t"/>
              <a:pathLst>
                <a:path extrusionOk="0" h="34917" w="34919">
                  <a:moveTo>
                    <a:pt x="0" y="0"/>
                  </a:moveTo>
                  <a:lnTo>
                    <a:pt x="0" y="34917"/>
                  </a:lnTo>
                  <a:lnTo>
                    <a:pt x="34918" y="34917"/>
                  </a:lnTo>
                  <a:lnTo>
                    <a:pt x="3491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8"/>
            <p:cNvSpPr/>
            <p:nvPr/>
          </p:nvSpPr>
          <p:spPr>
            <a:xfrm>
              <a:off x="5119025" y="1111175"/>
              <a:ext cx="873000" cy="872925"/>
            </a:xfrm>
            <a:custGeom>
              <a:rect b="b" l="l" r="r" t="t"/>
              <a:pathLst>
                <a:path extrusionOk="0" h="34917" w="34920">
                  <a:moveTo>
                    <a:pt x="0" y="0"/>
                  </a:moveTo>
                  <a:lnTo>
                    <a:pt x="0" y="34917"/>
                  </a:lnTo>
                  <a:lnTo>
                    <a:pt x="34920" y="34917"/>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8"/>
            <p:cNvSpPr/>
            <p:nvPr/>
          </p:nvSpPr>
          <p:spPr>
            <a:xfrm>
              <a:off x="5992000" y="1111175"/>
              <a:ext cx="873075" cy="872925"/>
            </a:xfrm>
            <a:custGeom>
              <a:rect b="b" l="l" r="r" t="t"/>
              <a:pathLst>
                <a:path extrusionOk="0" h="34917" w="34923">
                  <a:moveTo>
                    <a:pt x="1" y="0"/>
                  </a:moveTo>
                  <a:lnTo>
                    <a:pt x="1" y="34917"/>
                  </a:lnTo>
                  <a:lnTo>
                    <a:pt x="34923" y="34917"/>
                  </a:lnTo>
                  <a:lnTo>
                    <a:pt x="349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8"/>
            <p:cNvSpPr/>
            <p:nvPr/>
          </p:nvSpPr>
          <p:spPr>
            <a:xfrm>
              <a:off x="753950"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8"/>
            <p:cNvSpPr/>
            <p:nvPr/>
          </p:nvSpPr>
          <p:spPr>
            <a:xfrm>
              <a:off x="1627000"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8"/>
            <p:cNvSpPr/>
            <p:nvPr/>
          </p:nvSpPr>
          <p:spPr>
            <a:xfrm>
              <a:off x="2500050" y="1984125"/>
              <a:ext cx="873000" cy="873025"/>
            </a:xfrm>
            <a:custGeom>
              <a:rect b="b" l="l" r="r" t="t"/>
              <a:pathLst>
                <a:path extrusionOk="0" h="34921" w="34920">
                  <a:moveTo>
                    <a:pt x="0" y="0"/>
                  </a:moveTo>
                  <a:lnTo>
                    <a:pt x="0" y="34921"/>
                  </a:lnTo>
                  <a:lnTo>
                    <a:pt x="34919" y="34921"/>
                  </a:lnTo>
                  <a:lnTo>
                    <a:pt x="3491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8"/>
            <p:cNvSpPr/>
            <p:nvPr/>
          </p:nvSpPr>
          <p:spPr>
            <a:xfrm>
              <a:off x="3372944"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8"/>
            <p:cNvSpPr/>
            <p:nvPr/>
          </p:nvSpPr>
          <p:spPr>
            <a:xfrm>
              <a:off x="4245994" y="1984125"/>
              <a:ext cx="872975" cy="873025"/>
            </a:xfrm>
            <a:custGeom>
              <a:rect b="b" l="l" r="r" t="t"/>
              <a:pathLst>
                <a:path extrusionOk="0" h="34921" w="34919">
                  <a:moveTo>
                    <a:pt x="0" y="0"/>
                  </a:moveTo>
                  <a:lnTo>
                    <a:pt x="0" y="34921"/>
                  </a:lnTo>
                  <a:lnTo>
                    <a:pt x="34918" y="34921"/>
                  </a:lnTo>
                  <a:lnTo>
                    <a:pt x="3491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8"/>
            <p:cNvSpPr/>
            <p:nvPr/>
          </p:nvSpPr>
          <p:spPr>
            <a:xfrm>
              <a:off x="5119025" y="1984125"/>
              <a:ext cx="873000" cy="873025"/>
            </a:xfrm>
            <a:custGeom>
              <a:rect b="b" l="l" r="r" t="t"/>
              <a:pathLst>
                <a:path extrusionOk="0" h="34921" w="34920">
                  <a:moveTo>
                    <a:pt x="0" y="0"/>
                  </a:moveTo>
                  <a:lnTo>
                    <a:pt x="0" y="34921"/>
                  </a:lnTo>
                  <a:lnTo>
                    <a:pt x="34920" y="34921"/>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8"/>
            <p:cNvSpPr/>
            <p:nvPr/>
          </p:nvSpPr>
          <p:spPr>
            <a:xfrm>
              <a:off x="5992000" y="1984125"/>
              <a:ext cx="873075" cy="873025"/>
            </a:xfrm>
            <a:custGeom>
              <a:rect b="b" l="l" r="r" t="t"/>
              <a:pathLst>
                <a:path extrusionOk="0" h="34921" w="34923">
                  <a:moveTo>
                    <a:pt x="1" y="0"/>
                  </a:moveTo>
                  <a:lnTo>
                    <a:pt x="1" y="34921"/>
                  </a:lnTo>
                  <a:lnTo>
                    <a:pt x="34923" y="34921"/>
                  </a:lnTo>
                  <a:lnTo>
                    <a:pt x="349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8"/>
            <p:cNvSpPr/>
            <p:nvPr/>
          </p:nvSpPr>
          <p:spPr>
            <a:xfrm>
              <a:off x="1627000" y="2857125"/>
              <a:ext cx="873075" cy="873125"/>
            </a:xfrm>
            <a:custGeom>
              <a:rect b="b" l="l" r="r" t="t"/>
              <a:pathLst>
                <a:path extrusionOk="0" h="34925" w="34923">
                  <a:moveTo>
                    <a:pt x="0" y="1"/>
                  </a:moveTo>
                  <a:lnTo>
                    <a:pt x="0" y="34924"/>
                  </a:lnTo>
                  <a:lnTo>
                    <a:pt x="34922" y="34924"/>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8"/>
            <p:cNvSpPr/>
            <p:nvPr/>
          </p:nvSpPr>
          <p:spPr>
            <a:xfrm>
              <a:off x="2499969" y="2857125"/>
              <a:ext cx="873000" cy="873125"/>
            </a:xfrm>
            <a:custGeom>
              <a:rect b="b" l="l" r="r" t="t"/>
              <a:pathLst>
                <a:path extrusionOk="0" h="34925" w="34920">
                  <a:moveTo>
                    <a:pt x="0" y="1"/>
                  </a:moveTo>
                  <a:lnTo>
                    <a:pt x="0" y="34924"/>
                  </a:lnTo>
                  <a:lnTo>
                    <a:pt x="34919" y="34924"/>
                  </a:lnTo>
                  <a:lnTo>
                    <a:pt x="3491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8"/>
            <p:cNvSpPr/>
            <p:nvPr/>
          </p:nvSpPr>
          <p:spPr>
            <a:xfrm>
              <a:off x="3372944" y="2857125"/>
              <a:ext cx="873075" cy="873125"/>
            </a:xfrm>
            <a:custGeom>
              <a:rect b="b" l="l" r="r" t="t"/>
              <a:pathLst>
                <a:path extrusionOk="0" h="34925" w="34923">
                  <a:moveTo>
                    <a:pt x="0" y="1"/>
                  </a:moveTo>
                  <a:lnTo>
                    <a:pt x="0" y="34924"/>
                  </a:lnTo>
                  <a:lnTo>
                    <a:pt x="34922" y="34924"/>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8"/>
            <p:cNvSpPr/>
            <p:nvPr/>
          </p:nvSpPr>
          <p:spPr>
            <a:xfrm>
              <a:off x="4246075" y="2857125"/>
              <a:ext cx="872975" cy="873125"/>
            </a:xfrm>
            <a:custGeom>
              <a:rect b="b" l="l" r="r" t="t"/>
              <a:pathLst>
                <a:path extrusionOk="0" h="34925" w="34919">
                  <a:moveTo>
                    <a:pt x="0" y="1"/>
                  </a:moveTo>
                  <a:lnTo>
                    <a:pt x="0" y="34924"/>
                  </a:lnTo>
                  <a:lnTo>
                    <a:pt x="34918" y="34924"/>
                  </a:lnTo>
                  <a:lnTo>
                    <a:pt x="3491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8"/>
            <p:cNvSpPr/>
            <p:nvPr/>
          </p:nvSpPr>
          <p:spPr>
            <a:xfrm>
              <a:off x="5119025" y="2857125"/>
              <a:ext cx="873000" cy="873125"/>
            </a:xfrm>
            <a:custGeom>
              <a:rect b="b" l="l" r="r" t="t"/>
              <a:pathLst>
                <a:path extrusionOk="0" h="34925" w="34920">
                  <a:moveTo>
                    <a:pt x="0" y="1"/>
                  </a:moveTo>
                  <a:lnTo>
                    <a:pt x="0" y="34924"/>
                  </a:lnTo>
                  <a:lnTo>
                    <a:pt x="34920" y="34924"/>
                  </a:lnTo>
                  <a:lnTo>
                    <a:pt x="3492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8"/>
            <p:cNvSpPr/>
            <p:nvPr/>
          </p:nvSpPr>
          <p:spPr>
            <a:xfrm>
              <a:off x="2500050" y="3730175"/>
              <a:ext cx="873000" cy="872975"/>
            </a:xfrm>
            <a:custGeom>
              <a:rect b="b" l="l" r="r" t="t"/>
              <a:pathLst>
                <a:path extrusionOk="0" h="34919" w="34920">
                  <a:moveTo>
                    <a:pt x="0" y="1"/>
                  </a:moveTo>
                  <a:lnTo>
                    <a:pt x="0" y="34919"/>
                  </a:lnTo>
                  <a:lnTo>
                    <a:pt x="34919" y="34919"/>
                  </a:lnTo>
                  <a:lnTo>
                    <a:pt x="34919"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8"/>
            <p:cNvSpPr/>
            <p:nvPr/>
          </p:nvSpPr>
          <p:spPr>
            <a:xfrm>
              <a:off x="3373025" y="3730175"/>
              <a:ext cx="873075" cy="872975"/>
            </a:xfrm>
            <a:custGeom>
              <a:rect b="b" l="l" r="r" t="t"/>
              <a:pathLst>
                <a:path extrusionOk="0" h="34919" w="34923">
                  <a:moveTo>
                    <a:pt x="0" y="1"/>
                  </a:moveTo>
                  <a:lnTo>
                    <a:pt x="0" y="34919"/>
                  </a:lnTo>
                  <a:lnTo>
                    <a:pt x="34922" y="34919"/>
                  </a:lnTo>
                  <a:lnTo>
                    <a:pt x="3492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8"/>
            <p:cNvSpPr/>
            <p:nvPr/>
          </p:nvSpPr>
          <p:spPr>
            <a:xfrm>
              <a:off x="4246075" y="3730175"/>
              <a:ext cx="872975" cy="872975"/>
            </a:xfrm>
            <a:custGeom>
              <a:rect b="b" l="l" r="r" t="t"/>
              <a:pathLst>
                <a:path extrusionOk="0" h="34919" w="34919">
                  <a:moveTo>
                    <a:pt x="0" y="1"/>
                  </a:moveTo>
                  <a:lnTo>
                    <a:pt x="0" y="34919"/>
                  </a:lnTo>
                  <a:lnTo>
                    <a:pt x="34918" y="34919"/>
                  </a:lnTo>
                  <a:lnTo>
                    <a:pt x="3491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8"/>
            <p:cNvSpPr/>
            <p:nvPr/>
          </p:nvSpPr>
          <p:spPr>
            <a:xfrm>
              <a:off x="3373025" y="4603125"/>
              <a:ext cx="873075" cy="873075"/>
            </a:xfrm>
            <a:custGeom>
              <a:rect b="b" l="l" r="r" t="t"/>
              <a:pathLst>
                <a:path extrusionOk="0" h="34923" w="34923">
                  <a:moveTo>
                    <a:pt x="0" y="1"/>
                  </a:moveTo>
                  <a:lnTo>
                    <a:pt x="0" y="34923"/>
                  </a:lnTo>
                  <a:lnTo>
                    <a:pt x="34922" y="34923"/>
                  </a:lnTo>
                  <a:lnTo>
                    <a:pt x="3492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5" name="Google Shape;1835;p8"/>
          <p:cNvGrpSpPr/>
          <p:nvPr/>
        </p:nvGrpSpPr>
        <p:grpSpPr>
          <a:xfrm>
            <a:off x="4776076" y="1106508"/>
            <a:ext cx="264001" cy="226285"/>
            <a:chOff x="753950" y="238125"/>
            <a:chExt cx="6111125" cy="5238075"/>
          </a:xfrm>
        </p:grpSpPr>
        <p:sp>
          <p:nvSpPr>
            <p:cNvPr id="1836" name="Google Shape;1836;p8"/>
            <p:cNvSpPr/>
            <p:nvPr/>
          </p:nvSpPr>
          <p:spPr>
            <a:xfrm>
              <a:off x="1627000" y="238125"/>
              <a:ext cx="873075" cy="873075"/>
            </a:xfrm>
            <a:custGeom>
              <a:rect b="b" l="l" r="r" t="t"/>
              <a:pathLst>
                <a:path extrusionOk="0" h="34923" w="34923">
                  <a:moveTo>
                    <a:pt x="0" y="0"/>
                  </a:moveTo>
                  <a:lnTo>
                    <a:pt x="0" y="34922"/>
                  </a:lnTo>
                  <a:lnTo>
                    <a:pt x="34922" y="34922"/>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8"/>
            <p:cNvSpPr/>
            <p:nvPr/>
          </p:nvSpPr>
          <p:spPr>
            <a:xfrm>
              <a:off x="2500050" y="238125"/>
              <a:ext cx="873000" cy="873075"/>
            </a:xfrm>
            <a:custGeom>
              <a:rect b="b" l="l" r="r" t="t"/>
              <a:pathLst>
                <a:path extrusionOk="0" h="34923" w="34920">
                  <a:moveTo>
                    <a:pt x="0" y="0"/>
                  </a:moveTo>
                  <a:lnTo>
                    <a:pt x="0" y="34922"/>
                  </a:lnTo>
                  <a:lnTo>
                    <a:pt x="34919" y="34922"/>
                  </a:lnTo>
                  <a:lnTo>
                    <a:pt x="34919"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8"/>
            <p:cNvSpPr/>
            <p:nvPr/>
          </p:nvSpPr>
          <p:spPr>
            <a:xfrm>
              <a:off x="4246075" y="238125"/>
              <a:ext cx="872975" cy="873075"/>
            </a:xfrm>
            <a:custGeom>
              <a:rect b="b" l="l" r="r" t="t"/>
              <a:pathLst>
                <a:path extrusionOk="0" h="34923" w="34919">
                  <a:moveTo>
                    <a:pt x="0" y="0"/>
                  </a:moveTo>
                  <a:lnTo>
                    <a:pt x="0" y="34922"/>
                  </a:lnTo>
                  <a:lnTo>
                    <a:pt x="34918" y="34922"/>
                  </a:lnTo>
                  <a:lnTo>
                    <a:pt x="34918"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8"/>
            <p:cNvSpPr/>
            <p:nvPr/>
          </p:nvSpPr>
          <p:spPr>
            <a:xfrm>
              <a:off x="5119025" y="238125"/>
              <a:ext cx="873000" cy="873075"/>
            </a:xfrm>
            <a:custGeom>
              <a:rect b="b" l="l" r="r" t="t"/>
              <a:pathLst>
                <a:path extrusionOk="0" h="34923" w="34920">
                  <a:moveTo>
                    <a:pt x="0" y="0"/>
                  </a:moveTo>
                  <a:lnTo>
                    <a:pt x="0" y="34922"/>
                  </a:lnTo>
                  <a:lnTo>
                    <a:pt x="34920" y="34922"/>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8"/>
            <p:cNvSpPr/>
            <p:nvPr/>
          </p:nvSpPr>
          <p:spPr>
            <a:xfrm>
              <a:off x="753950" y="1111175"/>
              <a:ext cx="873075" cy="872925"/>
            </a:xfrm>
            <a:custGeom>
              <a:rect b="b" l="l" r="r" t="t"/>
              <a:pathLst>
                <a:path extrusionOk="0" h="34917" w="34923">
                  <a:moveTo>
                    <a:pt x="0" y="0"/>
                  </a:moveTo>
                  <a:lnTo>
                    <a:pt x="0" y="34917"/>
                  </a:lnTo>
                  <a:lnTo>
                    <a:pt x="34922" y="34917"/>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8"/>
            <p:cNvSpPr/>
            <p:nvPr/>
          </p:nvSpPr>
          <p:spPr>
            <a:xfrm>
              <a:off x="1627000" y="1111175"/>
              <a:ext cx="873075" cy="872925"/>
            </a:xfrm>
            <a:custGeom>
              <a:rect b="b" l="l" r="r" t="t"/>
              <a:pathLst>
                <a:path extrusionOk="0" h="34917" w="34923">
                  <a:moveTo>
                    <a:pt x="0" y="0"/>
                  </a:moveTo>
                  <a:lnTo>
                    <a:pt x="0" y="34917"/>
                  </a:lnTo>
                  <a:lnTo>
                    <a:pt x="34922" y="34917"/>
                  </a:lnTo>
                  <a:lnTo>
                    <a:pt x="34922" y="0"/>
                  </a:lnTo>
                  <a:close/>
                </a:path>
              </a:pathLst>
            </a:cu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8"/>
            <p:cNvSpPr/>
            <p:nvPr/>
          </p:nvSpPr>
          <p:spPr>
            <a:xfrm>
              <a:off x="2500050" y="1111175"/>
              <a:ext cx="873000" cy="872925"/>
            </a:xfrm>
            <a:custGeom>
              <a:rect b="b" l="l" r="r" t="t"/>
              <a:pathLst>
                <a:path extrusionOk="0" h="34917" w="34920">
                  <a:moveTo>
                    <a:pt x="0" y="0"/>
                  </a:moveTo>
                  <a:lnTo>
                    <a:pt x="0" y="34917"/>
                  </a:lnTo>
                  <a:lnTo>
                    <a:pt x="34919" y="34917"/>
                  </a:lnTo>
                  <a:lnTo>
                    <a:pt x="3491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8"/>
            <p:cNvSpPr/>
            <p:nvPr/>
          </p:nvSpPr>
          <p:spPr>
            <a:xfrm>
              <a:off x="3372944" y="1111175"/>
              <a:ext cx="873075" cy="872925"/>
            </a:xfrm>
            <a:custGeom>
              <a:rect b="b" l="l" r="r" t="t"/>
              <a:pathLst>
                <a:path extrusionOk="0" h="34917" w="34923">
                  <a:moveTo>
                    <a:pt x="0" y="0"/>
                  </a:moveTo>
                  <a:lnTo>
                    <a:pt x="0" y="34917"/>
                  </a:lnTo>
                  <a:lnTo>
                    <a:pt x="34922" y="34917"/>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8"/>
            <p:cNvSpPr/>
            <p:nvPr/>
          </p:nvSpPr>
          <p:spPr>
            <a:xfrm>
              <a:off x="4245994" y="1111175"/>
              <a:ext cx="872975" cy="872925"/>
            </a:xfrm>
            <a:custGeom>
              <a:rect b="b" l="l" r="r" t="t"/>
              <a:pathLst>
                <a:path extrusionOk="0" h="34917" w="34919">
                  <a:moveTo>
                    <a:pt x="0" y="0"/>
                  </a:moveTo>
                  <a:lnTo>
                    <a:pt x="0" y="34917"/>
                  </a:lnTo>
                  <a:lnTo>
                    <a:pt x="34918" y="34917"/>
                  </a:lnTo>
                  <a:lnTo>
                    <a:pt x="3491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8"/>
            <p:cNvSpPr/>
            <p:nvPr/>
          </p:nvSpPr>
          <p:spPr>
            <a:xfrm>
              <a:off x="5119025" y="1111175"/>
              <a:ext cx="873000" cy="872925"/>
            </a:xfrm>
            <a:custGeom>
              <a:rect b="b" l="l" r="r" t="t"/>
              <a:pathLst>
                <a:path extrusionOk="0" h="34917" w="34920">
                  <a:moveTo>
                    <a:pt x="0" y="0"/>
                  </a:moveTo>
                  <a:lnTo>
                    <a:pt x="0" y="34917"/>
                  </a:lnTo>
                  <a:lnTo>
                    <a:pt x="34920" y="34917"/>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8"/>
            <p:cNvSpPr/>
            <p:nvPr/>
          </p:nvSpPr>
          <p:spPr>
            <a:xfrm>
              <a:off x="5992000" y="1111175"/>
              <a:ext cx="873075" cy="872925"/>
            </a:xfrm>
            <a:custGeom>
              <a:rect b="b" l="l" r="r" t="t"/>
              <a:pathLst>
                <a:path extrusionOk="0" h="34917" w="34923">
                  <a:moveTo>
                    <a:pt x="1" y="0"/>
                  </a:moveTo>
                  <a:lnTo>
                    <a:pt x="1" y="34917"/>
                  </a:lnTo>
                  <a:lnTo>
                    <a:pt x="34923" y="34917"/>
                  </a:lnTo>
                  <a:lnTo>
                    <a:pt x="349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8"/>
            <p:cNvSpPr/>
            <p:nvPr/>
          </p:nvSpPr>
          <p:spPr>
            <a:xfrm>
              <a:off x="753950"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8"/>
            <p:cNvSpPr/>
            <p:nvPr/>
          </p:nvSpPr>
          <p:spPr>
            <a:xfrm>
              <a:off x="1627000"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8"/>
            <p:cNvSpPr/>
            <p:nvPr/>
          </p:nvSpPr>
          <p:spPr>
            <a:xfrm>
              <a:off x="2500050" y="1984125"/>
              <a:ext cx="873000" cy="873025"/>
            </a:xfrm>
            <a:custGeom>
              <a:rect b="b" l="l" r="r" t="t"/>
              <a:pathLst>
                <a:path extrusionOk="0" h="34921" w="34920">
                  <a:moveTo>
                    <a:pt x="0" y="0"/>
                  </a:moveTo>
                  <a:lnTo>
                    <a:pt x="0" y="34921"/>
                  </a:lnTo>
                  <a:lnTo>
                    <a:pt x="34919" y="34921"/>
                  </a:lnTo>
                  <a:lnTo>
                    <a:pt x="3491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8"/>
            <p:cNvSpPr/>
            <p:nvPr/>
          </p:nvSpPr>
          <p:spPr>
            <a:xfrm>
              <a:off x="3372944"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8"/>
            <p:cNvSpPr/>
            <p:nvPr/>
          </p:nvSpPr>
          <p:spPr>
            <a:xfrm>
              <a:off x="4245994" y="1984125"/>
              <a:ext cx="872975" cy="873025"/>
            </a:xfrm>
            <a:custGeom>
              <a:rect b="b" l="l" r="r" t="t"/>
              <a:pathLst>
                <a:path extrusionOk="0" h="34921" w="34919">
                  <a:moveTo>
                    <a:pt x="0" y="0"/>
                  </a:moveTo>
                  <a:lnTo>
                    <a:pt x="0" y="34921"/>
                  </a:lnTo>
                  <a:lnTo>
                    <a:pt x="34918" y="34921"/>
                  </a:lnTo>
                  <a:lnTo>
                    <a:pt x="3491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8"/>
            <p:cNvSpPr/>
            <p:nvPr/>
          </p:nvSpPr>
          <p:spPr>
            <a:xfrm>
              <a:off x="5119025" y="1984125"/>
              <a:ext cx="873000" cy="873025"/>
            </a:xfrm>
            <a:custGeom>
              <a:rect b="b" l="l" r="r" t="t"/>
              <a:pathLst>
                <a:path extrusionOk="0" h="34921" w="34920">
                  <a:moveTo>
                    <a:pt x="0" y="0"/>
                  </a:moveTo>
                  <a:lnTo>
                    <a:pt x="0" y="34921"/>
                  </a:lnTo>
                  <a:lnTo>
                    <a:pt x="34920" y="34921"/>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8"/>
            <p:cNvSpPr/>
            <p:nvPr/>
          </p:nvSpPr>
          <p:spPr>
            <a:xfrm>
              <a:off x="5992000" y="1984125"/>
              <a:ext cx="873075" cy="873025"/>
            </a:xfrm>
            <a:custGeom>
              <a:rect b="b" l="l" r="r" t="t"/>
              <a:pathLst>
                <a:path extrusionOk="0" h="34921" w="34923">
                  <a:moveTo>
                    <a:pt x="1" y="0"/>
                  </a:moveTo>
                  <a:lnTo>
                    <a:pt x="1" y="34921"/>
                  </a:lnTo>
                  <a:lnTo>
                    <a:pt x="34923" y="34921"/>
                  </a:lnTo>
                  <a:lnTo>
                    <a:pt x="349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8"/>
            <p:cNvSpPr/>
            <p:nvPr/>
          </p:nvSpPr>
          <p:spPr>
            <a:xfrm>
              <a:off x="1627000" y="2857125"/>
              <a:ext cx="873075" cy="873125"/>
            </a:xfrm>
            <a:custGeom>
              <a:rect b="b" l="l" r="r" t="t"/>
              <a:pathLst>
                <a:path extrusionOk="0" h="34925" w="34923">
                  <a:moveTo>
                    <a:pt x="0" y="1"/>
                  </a:moveTo>
                  <a:lnTo>
                    <a:pt x="0" y="34924"/>
                  </a:lnTo>
                  <a:lnTo>
                    <a:pt x="34922" y="34924"/>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8"/>
            <p:cNvSpPr/>
            <p:nvPr/>
          </p:nvSpPr>
          <p:spPr>
            <a:xfrm>
              <a:off x="2499969" y="2857125"/>
              <a:ext cx="873000" cy="873125"/>
            </a:xfrm>
            <a:custGeom>
              <a:rect b="b" l="l" r="r" t="t"/>
              <a:pathLst>
                <a:path extrusionOk="0" h="34925" w="34920">
                  <a:moveTo>
                    <a:pt x="0" y="1"/>
                  </a:moveTo>
                  <a:lnTo>
                    <a:pt x="0" y="34924"/>
                  </a:lnTo>
                  <a:lnTo>
                    <a:pt x="34919" y="34924"/>
                  </a:lnTo>
                  <a:lnTo>
                    <a:pt x="3491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8"/>
            <p:cNvSpPr/>
            <p:nvPr/>
          </p:nvSpPr>
          <p:spPr>
            <a:xfrm>
              <a:off x="3372944" y="2857125"/>
              <a:ext cx="873075" cy="873125"/>
            </a:xfrm>
            <a:custGeom>
              <a:rect b="b" l="l" r="r" t="t"/>
              <a:pathLst>
                <a:path extrusionOk="0" h="34925" w="34923">
                  <a:moveTo>
                    <a:pt x="0" y="1"/>
                  </a:moveTo>
                  <a:lnTo>
                    <a:pt x="0" y="34924"/>
                  </a:lnTo>
                  <a:lnTo>
                    <a:pt x="34922" y="34924"/>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8"/>
            <p:cNvSpPr/>
            <p:nvPr/>
          </p:nvSpPr>
          <p:spPr>
            <a:xfrm>
              <a:off x="4246075" y="2857125"/>
              <a:ext cx="872975" cy="873125"/>
            </a:xfrm>
            <a:custGeom>
              <a:rect b="b" l="l" r="r" t="t"/>
              <a:pathLst>
                <a:path extrusionOk="0" h="34925" w="34919">
                  <a:moveTo>
                    <a:pt x="0" y="1"/>
                  </a:moveTo>
                  <a:lnTo>
                    <a:pt x="0" y="34924"/>
                  </a:lnTo>
                  <a:lnTo>
                    <a:pt x="34918" y="34924"/>
                  </a:lnTo>
                  <a:lnTo>
                    <a:pt x="3491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8"/>
            <p:cNvSpPr/>
            <p:nvPr/>
          </p:nvSpPr>
          <p:spPr>
            <a:xfrm>
              <a:off x="5119025" y="2857125"/>
              <a:ext cx="873000" cy="873125"/>
            </a:xfrm>
            <a:custGeom>
              <a:rect b="b" l="l" r="r" t="t"/>
              <a:pathLst>
                <a:path extrusionOk="0" h="34925" w="34920">
                  <a:moveTo>
                    <a:pt x="0" y="1"/>
                  </a:moveTo>
                  <a:lnTo>
                    <a:pt x="0" y="34924"/>
                  </a:lnTo>
                  <a:lnTo>
                    <a:pt x="34920" y="34924"/>
                  </a:lnTo>
                  <a:lnTo>
                    <a:pt x="3492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8"/>
            <p:cNvSpPr/>
            <p:nvPr/>
          </p:nvSpPr>
          <p:spPr>
            <a:xfrm>
              <a:off x="2500050" y="3730175"/>
              <a:ext cx="873000" cy="872975"/>
            </a:xfrm>
            <a:custGeom>
              <a:rect b="b" l="l" r="r" t="t"/>
              <a:pathLst>
                <a:path extrusionOk="0" h="34919" w="34920">
                  <a:moveTo>
                    <a:pt x="0" y="1"/>
                  </a:moveTo>
                  <a:lnTo>
                    <a:pt x="0" y="34919"/>
                  </a:lnTo>
                  <a:lnTo>
                    <a:pt x="34919" y="34919"/>
                  </a:lnTo>
                  <a:lnTo>
                    <a:pt x="34919"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8"/>
            <p:cNvSpPr/>
            <p:nvPr/>
          </p:nvSpPr>
          <p:spPr>
            <a:xfrm>
              <a:off x="3373025" y="3730175"/>
              <a:ext cx="873075" cy="872975"/>
            </a:xfrm>
            <a:custGeom>
              <a:rect b="b" l="l" r="r" t="t"/>
              <a:pathLst>
                <a:path extrusionOk="0" h="34919" w="34923">
                  <a:moveTo>
                    <a:pt x="0" y="1"/>
                  </a:moveTo>
                  <a:lnTo>
                    <a:pt x="0" y="34919"/>
                  </a:lnTo>
                  <a:lnTo>
                    <a:pt x="34922" y="34919"/>
                  </a:lnTo>
                  <a:lnTo>
                    <a:pt x="3492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8"/>
            <p:cNvSpPr/>
            <p:nvPr/>
          </p:nvSpPr>
          <p:spPr>
            <a:xfrm>
              <a:off x="4246075" y="3730175"/>
              <a:ext cx="872975" cy="872975"/>
            </a:xfrm>
            <a:custGeom>
              <a:rect b="b" l="l" r="r" t="t"/>
              <a:pathLst>
                <a:path extrusionOk="0" h="34919" w="34919">
                  <a:moveTo>
                    <a:pt x="0" y="1"/>
                  </a:moveTo>
                  <a:lnTo>
                    <a:pt x="0" y="34919"/>
                  </a:lnTo>
                  <a:lnTo>
                    <a:pt x="34918" y="34919"/>
                  </a:lnTo>
                  <a:lnTo>
                    <a:pt x="3491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8"/>
            <p:cNvSpPr/>
            <p:nvPr/>
          </p:nvSpPr>
          <p:spPr>
            <a:xfrm>
              <a:off x="3373025" y="4603125"/>
              <a:ext cx="873075" cy="873075"/>
            </a:xfrm>
            <a:custGeom>
              <a:rect b="b" l="l" r="r" t="t"/>
              <a:pathLst>
                <a:path extrusionOk="0" h="34923" w="34923">
                  <a:moveTo>
                    <a:pt x="0" y="1"/>
                  </a:moveTo>
                  <a:lnTo>
                    <a:pt x="0" y="34923"/>
                  </a:lnTo>
                  <a:lnTo>
                    <a:pt x="34922" y="34923"/>
                  </a:lnTo>
                  <a:lnTo>
                    <a:pt x="3492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63" name="Shape 1863"/>
        <p:cNvGrpSpPr/>
        <p:nvPr/>
      </p:nvGrpSpPr>
      <p:grpSpPr>
        <a:xfrm>
          <a:off x="0" y="0"/>
          <a:ext cx="0" cy="0"/>
          <a:chOff x="0" y="0"/>
          <a:chExt cx="0" cy="0"/>
        </a:xfrm>
      </p:grpSpPr>
      <p:sp>
        <p:nvSpPr>
          <p:cNvPr id="1864" name="Google Shape;1864;p9"/>
          <p:cNvSpPr txBox="1"/>
          <p:nvPr>
            <p:ph idx="1" type="subTitle"/>
          </p:nvPr>
        </p:nvSpPr>
        <p:spPr>
          <a:xfrm>
            <a:off x="4090675" y="633550"/>
            <a:ext cx="3101700" cy="1235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1600"/>
              <a:buFont typeface="Orbitron"/>
              <a:buNone/>
              <a:defRPr b="1" sz="1600">
                <a:latin typeface="Orbitron"/>
                <a:ea typeface="Orbitron"/>
                <a:cs typeface="Orbitron"/>
                <a:sym typeface="Orbitron"/>
              </a:defRPr>
            </a:lvl1pPr>
            <a:lvl2pPr lvl="1" rtl="0">
              <a:lnSpc>
                <a:spcPct val="100000"/>
              </a:lnSpc>
              <a:spcBef>
                <a:spcPts val="0"/>
              </a:spcBef>
              <a:spcAft>
                <a:spcPts val="0"/>
              </a:spcAft>
              <a:buSzPts val="1600"/>
              <a:buFont typeface="Orbitron"/>
              <a:buNone/>
              <a:defRPr b="1" sz="1600">
                <a:latin typeface="Orbitron"/>
                <a:ea typeface="Orbitron"/>
                <a:cs typeface="Orbitron"/>
                <a:sym typeface="Orbitron"/>
              </a:defRPr>
            </a:lvl2pPr>
            <a:lvl3pPr lvl="2" rtl="0">
              <a:lnSpc>
                <a:spcPct val="100000"/>
              </a:lnSpc>
              <a:spcBef>
                <a:spcPts val="0"/>
              </a:spcBef>
              <a:spcAft>
                <a:spcPts val="0"/>
              </a:spcAft>
              <a:buSzPts val="1600"/>
              <a:buFont typeface="Orbitron"/>
              <a:buNone/>
              <a:defRPr b="1" sz="1600">
                <a:latin typeface="Orbitron"/>
                <a:ea typeface="Orbitron"/>
                <a:cs typeface="Orbitron"/>
                <a:sym typeface="Orbitron"/>
              </a:defRPr>
            </a:lvl3pPr>
            <a:lvl4pPr lvl="3" rtl="0">
              <a:lnSpc>
                <a:spcPct val="100000"/>
              </a:lnSpc>
              <a:spcBef>
                <a:spcPts val="0"/>
              </a:spcBef>
              <a:spcAft>
                <a:spcPts val="0"/>
              </a:spcAft>
              <a:buSzPts val="1600"/>
              <a:buFont typeface="Orbitron"/>
              <a:buNone/>
              <a:defRPr b="1" sz="1600">
                <a:latin typeface="Orbitron"/>
                <a:ea typeface="Orbitron"/>
                <a:cs typeface="Orbitron"/>
                <a:sym typeface="Orbitron"/>
              </a:defRPr>
            </a:lvl4pPr>
            <a:lvl5pPr lvl="4" rtl="0">
              <a:lnSpc>
                <a:spcPct val="100000"/>
              </a:lnSpc>
              <a:spcBef>
                <a:spcPts val="0"/>
              </a:spcBef>
              <a:spcAft>
                <a:spcPts val="0"/>
              </a:spcAft>
              <a:buSzPts val="1600"/>
              <a:buFont typeface="Orbitron"/>
              <a:buNone/>
              <a:defRPr b="1" sz="1600">
                <a:latin typeface="Orbitron"/>
                <a:ea typeface="Orbitron"/>
                <a:cs typeface="Orbitron"/>
                <a:sym typeface="Orbitron"/>
              </a:defRPr>
            </a:lvl5pPr>
            <a:lvl6pPr lvl="5" rtl="0">
              <a:lnSpc>
                <a:spcPct val="100000"/>
              </a:lnSpc>
              <a:spcBef>
                <a:spcPts val="0"/>
              </a:spcBef>
              <a:spcAft>
                <a:spcPts val="0"/>
              </a:spcAft>
              <a:buSzPts val="1600"/>
              <a:buFont typeface="Orbitron"/>
              <a:buNone/>
              <a:defRPr b="1" sz="1600">
                <a:latin typeface="Orbitron"/>
                <a:ea typeface="Orbitron"/>
                <a:cs typeface="Orbitron"/>
                <a:sym typeface="Orbitron"/>
              </a:defRPr>
            </a:lvl6pPr>
            <a:lvl7pPr lvl="6" rtl="0">
              <a:lnSpc>
                <a:spcPct val="100000"/>
              </a:lnSpc>
              <a:spcBef>
                <a:spcPts val="0"/>
              </a:spcBef>
              <a:spcAft>
                <a:spcPts val="0"/>
              </a:spcAft>
              <a:buSzPts val="1600"/>
              <a:buFont typeface="Orbitron"/>
              <a:buNone/>
              <a:defRPr b="1" sz="1600">
                <a:latin typeface="Orbitron"/>
                <a:ea typeface="Orbitron"/>
                <a:cs typeface="Orbitron"/>
                <a:sym typeface="Orbitron"/>
              </a:defRPr>
            </a:lvl7pPr>
            <a:lvl8pPr lvl="7" rtl="0">
              <a:lnSpc>
                <a:spcPct val="100000"/>
              </a:lnSpc>
              <a:spcBef>
                <a:spcPts val="0"/>
              </a:spcBef>
              <a:spcAft>
                <a:spcPts val="0"/>
              </a:spcAft>
              <a:buSzPts val="1600"/>
              <a:buFont typeface="Orbitron"/>
              <a:buNone/>
              <a:defRPr b="1" sz="1600">
                <a:latin typeface="Orbitron"/>
                <a:ea typeface="Orbitron"/>
                <a:cs typeface="Orbitron"/>
                <a:sym typeface="Orbitron"/>
              </a:defRPr>
            </a:lvl8pPr>
            <a:lvl9pPr lvl="8" rtl="0">
              <a:lnSpc>
                <a:spcPct val="100000"/>
              </a:lnSpc>
              <a:spcBef>
                <a:spcPts val="0"/>
              </a:spcBef>
              <a:spcAft>
                <a:spcPts val="0"/>
              </a:spcAft>
              <a:buSzPts val="1600"/>
              <a:buFont typeface="Orbitron"/>
              <a:buNone/>
              <a:defRPr b="1" sz="1600">
                <a:latin typeface="Orbitron"/>
                <a:ea typeface="Orbitron"/>
                <a:cs typeface="Orbitron"/>
                <a:sym typeface="Orbitron"/>
              </a:defRPr>
            </a:lvl9pPr>
          </a:lstStyle>
          <a:p/>
        </p:txBody>
      </p:sp>
      <p:sp>
        <p:nvSpPr>
          <p:cNvPr id="1865" name="Google Shape;1865;p9"/>
          <p:cNvSpPr txBox="1"/>
          <p:nvPr>
            <p:ph idx="2" type="body"/>
          </p:nvPr>
        </p:nvSpPr>
        <p:spPr>
          <a:xfrm>
            <a:off x="4090675" y="1964600"/>
            <a:ext cx="4291200" cy="25503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sz="1600"/>
            </a:lvl2pPr>
            <a:lvl3pPr indent="-317500" lvl="2" marL="1371600" rtl="0">
              <a:spcBef>
                <a:spcPts val="1600"/>
              </a:spcBef>
              <a:spcAft>
                <a:spcPts val="0"/>
              </a:spcAft>
              <a:buSzPts val="1400"/>
              <a:buChar char="■"/>
              <a:defRPr sz="1600"/>
            </a:lvl3pPr>
            <a:lvl4pPr indent="-317500" lvl="3" marL="1828800" rtl="0">
              <a:spcBef>
                <a:spcPts val="1600"/>
              </a:spcBef>
              <a:spcAft>
                <a:spcPts val="0"/>
              </a:spcAft>
              <a:buSzPts val="1400"/>
              <a:buChar char="●"/>
              <a:defRPr sz="1600"/>
            </a:lvl4pPr>
            <a:lvl5pPr indent="-317500" lvl="4" marL="2286000" rtl="0">
              <a:spcBef>
                <a:spcPts val="1600"/>
              </a:spcBef>
              <a:spcAft>
                <a:spcPts val="0"/>
              </a:spcAft>
              <a:buSzPts val="1400"/>
              <a:buChar char="○"/>
              <a:defRPr sz="1600"/>
            </a:lvl5pPr>
            <a:lvl6pPr indent="-317500" lvl="5" marL="2743200" rtl="0">
              <a:spcBef>
                <a:spcPts val="1600"/>
              </a:spcBef>
              <a:spcAft>
                <a:spcPts val="0"/>
              </a:spcAft>
              <a:buSzPts val="1400"/>
              <a:buChar char="■"/>
              <a:defRPr sz="1600"/>
            </a:lvl6pPr>
            <a:lvl7pPr indent="-317500" lvl="6" marL="3200400" rtl="0">
              <a:spcBef>
                <a:spcPts val="1600"/>
              </a:spcBef>
              <a:spcAft>
                <a:spcPts val="0"/>
              </a:spcAft>
              <a:buSzPts val="1400"/>
              <a:buChar char="●"/>
              <a:defRPr sz="1600"/>
            </a:lvl7pPr>
            <a:lvl8pPr indent="-317500" lvl="7" marL="3657600" rtl="0">
              <a:spcBef>
                <a:spcPts val="1600"/>
              </a:spcBef>
              <a:spcAft>
                <a:spcPts val="0"/>
              </a:spcAft>
              <a:buSzPts val="1400"/>
              <a:buChar char="○"/>
              <a:defRPr sz="1600"/>
            </a:lvl8pPr>
            <a:lvl9pPr indent="-317500" lvl="8" marL="4114800" rtl="0">
              <a:spcBef>
                <a:spcPts val="1600"/>
              </a:spcBef>
              <a:spcAft>
                <a:spcPts val="1600"/>
              </a:spcAft>
              <a:buSzPts val="1400"/>
              <a:buChar char="■"/>
              <a:defRPr sz="1600"/>
            </a:lvl9pPr>
          </a:lstStyle>
          <a:p/>
        </p:txBody>
      </p:sp>
      <p:sp>
        <p:nvSpPr>
          <p:cNvPr id="1866" name="Google Shape;1866;p9"/>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867" name="Google Shape;1867;p9"/>
          <p:cNvGrpSpPr/>
          <p:nvPr/>
        </p:nvGrpSpPr>
        <p:grpSpPr>
          <a:xfrm>
            <a:off x="0" y="4025575"/>
            <a:ext cx="3271200" cy="1302100"/>
            <a:chOff x="0" y="4025575"/>
            <a:chExt cx="3271200" cy="1302100"/>
          </a:xfrm>
        </p:grpSpPr>
        <p:sp>
          <p:nvSpPr>
            <p:cNvPr id="1868" name="Google Shape;1868;p9"/>
            <p:cNvSpPr/>
            <p:nvPr/>
          </p:nvSpPr>
          <p:spPr>
            <a:xfrm>
              <a:off x="0" y="4025575"/>
              <a:ext cx="3271200" cy="5670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9"/>
            <p:cNvSpPr/>
            <p:nvPr/>
          </p:nvSpPr>
          <p:spPr>
            <a:xfrm>
              <a:off x="0" y="4598775"/>
              <a:ext cx="3271200" cy="155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9"/>
            <p:cNvSpPr/>
            <p:nvPr/>
          </p:nvSpPr>
          <p:spPr>
            <a:xfrm>
              <a:off x="0" y="4760675"/>
              <a:ext cx="3271200" cy="5670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1" name="Google Shape;1871;p9"/>
          <p:cNvGrpSpPr/>
          <p:nvPr/>
        </p:nvGrpSpPr>
        <p:grpSpPr>
          <a:xfrm>
            <a:off x="1180687" y="1797419"/>
            <a:ext cx="925262" cy="2313176"/>
            <a:chOff x="2761775" y="238125"/>
            <a:chExt cx="2094300" cy="5235800"/>
          </a:xfrm>
        </p:grpSpPr>
        <p:sp>
          <p:nvSpPr>
            <p:cNvPr id="1872" name="Google Shape;1872;p9"/>
            <p:cNvSpPr/>
            <p:nvPr/>
          </p:nvSpPr>
          <p:spPr>
            <a:xfrm>
              <a:off x="4018325" y="4845575"/>
              <a:ext cx="209425" cy="418875"/>
            </a:xfrm>
            <a:custGeom>
              <a:rect b="b" l="l" r="r" t="t"/>
              <a:pathLst>
                <a:path extrusionOk="0" h="16755" w="8377">
                  <a:moveTo>
                    <a:pt x="1" y="0"/>
                  </a:moveTo>
                  <a:lnTo>
                    <a:pt x="1" y="16755"/>
                  </a:lnTo>
                  <a:lnTo>
                    <a:pt x="8376" y="16755"/>
                  </a:lnTo>
                  <a:lnTo>
                    <a:pt x="8376"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9"/>
            <p:cNvSpPr/>
            <p:nvPr/>
          </p:nvSpPr>
          <p:spPr>
            <a:xfrm>
              <a:off x="3390000" y="4845575"/>
              <a:ext cx="209500" cy="418875"/>
            </a:xfrm>
            <a:custGeom>
              <a:rect b="b" l="l" r="r" t="t"/>
              <a:pathLst>
                <a:path extrusionOk="0" h="16755" w="8380">
                  <a:moveTo>
                    <a:pt x="0" y="0"/>
                  </a:moveTo>
                  <a:lnTo>
                    <a:pt x="0" y="16755"/>
                  </a:lnTo>
                  <a:lnTo>
                    <a:pt x="8380" y="16755"/>
                  </a:lnTo>
                  <a:lnTo>
                    <a:pt x="8380"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9"/>
            <p:cNvSpPr/>
            <p:nvPr/>
          </p:nvSpPr>
          <p:spPr>
            <a:xfrm>
              <a:off x="2761775" y="866450"/>
              <a:ext cx="2094300" cy="1675475"/>
            </a:xfrm>
            <a:custGeom>
              <a:rect b="b" l="l" r="r" t="t"/>
              <a:pathLst>
                <a:path extrusionOk="0" h="67019" w="83772">
                  <a:moveTo>
                    <a:pt x="33509" y="16755"/>
                  </a:moveTo>
                  <a:lnTo>
                    <a:pt x="33509" y="25130"/>
                  </a:lnTo>
                  <a:lnTo>
                    <a:pt x="25133" y="25130"/>
                  </a:lnTo>
                  <a:lnTo>
                    <a:pt x="25133" y="16755"/>
                  </a:lnTo>
                  <a:close/>
                  <a:moveTo>
                    <a:pt x="58642" y="16755"/>
                  </a:moveTo>
                  <a:lnTo>
                    <a:pt x="58642" y="25130"/>
                  </a:lnTo>
                  <a:lnTo>
                    <a:pt x="50263" y="25130"/>
                  </a:lnTo>
                  <a:lnTo>
                    <a:pt x="50263" y="16755"/>
                  </a:lnTo>
                  <a:close/>
                  <a:moveTo>
                    <a:pt x="50263" y="33509"/>
                  </a:moveTo>
                  <a:lnTo>
                    <a:pt x="50263" y="41885"/>
                  </a:lnTo>
                  <a:lnTo>
                    <a:pt x="33509" y="41885"/>
                  </a:lnTo>
                  <a:lnTo>
                    <a:pt x="33509" y="33509"/>
                  </a:lnTo>
                  <a:close/>
                  <a:moveTo>
                    <a:pt x="58642" y="1"/>
                  </a:moveTo>
                  <a:lnTo>
                    <a:pt x="58642" y="8376"/>
                  </a:lnTo>
                  <a:lnTo>
                    <a:pt x="8379" y="8376"/>
                  </a:lnTo>
                  <a:lnTo>
                    <a:pt x="8379" y="16755"/>
                  </a:lnTo>
                  <a:lnTo>
                    <a:pt x="0" y="16755"/>
                  </a:lnTo>
                  <a:lnTo>
                    <a:pt x="0" y="25130"/>
                  </a:lnTo>
                  <a:lnTo>
                    <a:pt x="8379" y="25130"/>
                  </a:lnTo>
                  <a:lnTo>
                    <a:pt x="8379" y="50264"/>
                  </a:lnTo>
                  <a:lnTo>
                    <a:pt x="33509" y="50264"/>
                  </a:lnTo>
                  <a:lnTo>
                    <a:pt x="33509" y="67018"/>
                  </a:lnTo>
                  <a:lnTo>
                    <a:pt x="50263" y="67018"/>
                  </a:lnTo>
                  <a:lnTo>
                    <a:pt x="50263" y="50264"/>
                  </a:lnTo>
                  <a:lnTo>
                    <a:pt x="75396" y="50264"/>
                  </a:lnTo>
                  <a:lnTo>
                    <a:pt x="75396" y="25130"/>
                  </a:lnTo>
                  <a:lnTo>
                    <a:pt x="83771" y="25130"/>
                  </a:lnTo>
                  <a:lnTo>
                    <a:pt x="83771" y="16755"/>
                  </a:lnTo>
                  <a:lnTo>
                    <a:pt x="75396" y="16755"/>
                  </a:lnTo>
                  <a:lnTo>
                    <a:pt x="75396" y="8376"/>
                  </a:lnTo>
                  <a:lnTo>
                    <a:pt x="67017" y="8376"/>
                  </a:lnTo>
                  <a:lnTo>
                    <a:pt x="67017" y="1"/>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9"/>
            <p:cNvSpPr/>
            <p:nvPr/>
          </p:nvSpPr>
          <p:spPr>
            <a:xfrm>
              <a:off x="2971250" y="2332400"/>
              <a:ext cx="1675450" cy="1466100"/>
            </a:xfrm>
            <a:custGeom>
              <a:rect b="b" l="l" r="r" t="t"/>
              <a:pathLst>
                <a:path extrusionOk="0" h="58644" w="67018">
                  <a:moveTo>
                    <a:pt x="0" y="1"/>
                  </a:moveTo>
                  <a:lnTo>
                    <a:pt x="0" y="16755"/>
                  </a:lnTo>
                  <a:lnTo>
                    <a:pt x="8375" y="16755"/>
                  </a:lnTo>
                  <a:lnTo>
                    <a:pt x="8375" y="58643"/>
                  </a:lnTo>
                  <a:lnTo>
                    <a:pt x="58638" y="58643"/>
                  </a:lnTo>
                  <a:lnTo>
                    <a:pt x="58638" y="16755"/>
                  </a:lnTo>
                  <a:lnTo>
                    <a:pt x="67017" y="16755"/>
                  </a:lnTo>
                  <a:lnTo>
                    <a:pt x="67017" y="1"/>
                  </a:lnTo>
                  <a:lnTo>
                    <a:pt x="41884" y="1"/>
                  </a:lnTo>
                  <a:lnTo>
                    <a:pt x="41884" y="8380"/>
                  </a:lnTo>
                  <a:lnTo>
                    <a:pt x="25130" y="8380"/>
                  </a:lnTo>
                  <a:lnTo>
                    <a:pt x="2513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9"/>
            <p:cNvSpPr/>
            <p:nvPr/>
          </p:nvSpPr>
          <p:spPr>
            <a:xfrm>
              <a:off x="4018325" y="1285300"/>
              <a:ext cx="209425" cy="209425"/>
            </a:xfrm>
            <a:custGeom>
              <a:rect b="b" l="l" r="r" t="t"/>
              <a:pathLst>
                <a:path extrusionOk="0" h="8377" w="8377">
                  <a:moveTo>
                    <a:pt x="1" y="1"/>
                  </a:moveTo>
                  <a:lnTo>
                    <a:pt x="1" y="8376"/>
                  </a:lnTo>
                  <a:lnTo>
                    <a:pt x="8376" y="8376"/>
                  </a:lnTo>
                  <a:lnTo>
                    <a:pt x="83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9"/>
            <p:cNvSpPr/>
            <p:nvPr/>
          </p:nvSpPr>
          <p:spPr>
            <a:xfrm>
              <a:off x="3390000" y="1285300"/>
              <a:ext cx="209500" cy="209425"/>
            </a:xfrm>
            <a:custGeom>
              <a:rect b="b" l="l" r="r" t="t"/>
              <a:pathLst>
                <a:path extrusionOk="0" h="8377" w="8380">
                  <a:moveTo>
                    <a:pt x="0" y="1"/>
                  </a:moveTo>
                  <a:lnTo>
                    <a:pt x="0" y="8376"/>
                  </a:lnTo>
                  <a:lnTo>
                    <a:pt x="8380" y="8376"/>
                  </a:lnTo>
                  <a:lnTo>
                    <a:pt x="838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9"/>
            <p:cNvSpPr/>
            <p:nvPr/>
          </p:nvSpPr>
          <p:spPr>
            <a:xfrm>
              <a:off x="3599475" y="1704075"/>
              <a:ext cx="418875" cy="209500"/>
            </a:xfrm>
            <a:custGeom>
              <a:rect b="b" l="l" r="r" t="t"/>
              <a:pathLst>
                <a:path extrusionOk="0" h="8380" w="16755">
                  <a:moveTo>
                    <a:pt x="1" y="0"/>
                  </a:moveTo>
                  <a:lnTo>
                    <a:pt x="1" y="8380"/>
                  </a:lnTo>
                  <a:lnTo>
                    <a:pt x="16755" y="8380"/>
                  </a:lnTo>
                  <a:lnTo>
                    <a:pt x="1675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9"/>
            <p:cNvSpPr/>
            <p:nvPr/>
          </p:nvSpPr>
          <p:spPr>
            <a:xfrm>
              <a:off x="4437200" y="2751275"/>
              <a:ext cx="209500" cy="1466075"/>
            </a:xfrm>
            <a:custGeom>
              <a:rect b="b" l="l" r="r" t="t"/>
              <a:pathLst>
                <a:path extrusionOk="0" h="58643" w="8380">
                  <a:moveTo>
                    <a:pt x="0" y="0"/>
                  </a:moveTo>
                  <a:lnTo>
                    <a:pt x="0" y="41888"/>
                  </a:lnTo>
                  <a:lnTo>
                    <a:pt x="0" y="50264"/>
                  </a:lnTo>
                  <a:lnTo>
                    <a:pt x="0" y="58643"/>
                  </a:lnTo>
                  <a:lnTo>
                    <a:pt x="8379" y="58643"/>
                  </a:lnTo>
                  <a:lnTo>
                    <a:pt x="837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9"/>
            <p:cNvSpPr/>
            <p:nvPr/>
          </p:nvSpPr>
          <p:spPr>
            <a:xfrm>
              <a:off x="2971250" y="2751275"/>
              <a:ext cx="209400" cy="1466075"/>
            </a:xfrm>
            <a:custGeom>
              <a:rect b="b" l="l" r="r" t="t"/>
              <a:pathLst>
                <a:path extrusionOk="0" h="58643" w="8376">
                  <a:moveTo>
                    <a:pt x="0" y="0"/>
                  </a:moveTo>
                  <a:lnTo>
                    <a:pt x="0" y="58643"/>
                  </a:lnTo>
                  <a:lnTo>
                    <a:pt x="8375" y="58643"/>
                  </a:lnTo>
                  <a:lnTo>
                    <a:pt x="8375" y="50264"/>
                  </a:lnTo>
                  <a:lnTo>
                    <a:pt x="8375" y="41888"/>
                  </a:lnTo>
                  <a:lnTo>
                    <a:pt x="8375"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9"/>
            <p:cNvSpPr/>
            <p:nvPr/>
          </p:nvSpPr>
          <p:spPr>
            <a:xfrm>
              <a:off x="4018325" y="5264425"/>
              <a:ext cx="418900" cy="209500"/>
            </a:xfrm>
            <a:custGeom>
              <a:rect b="b" l="l" r="r" t="t"/>
              <a:pathLst>
                <a:path extrusionOk="0" h="8380" w="16756">
                  <a:moveTo>
                    <a:pt x="1" y="1"/>
                  </a:moveTo>
                  <a:lnTo>
                    <a:pt x="1" y="8380"/>
                  </a:lnTo>
                  <a:lnTo>
                    <a:pt x="16755" y="8380"/>
                  </a:lnTo>
                  <a:lnTo>
                    <a:pt x="1675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9"/>
            <p:cNvSpPr/>
            <p:nvPr/>
          </p:nvSpPr>
          <p:spPr>
            <a:xfrm>
              <a:off x="3180625" y="5264425"/>
              <a:ext cx="418875" cy="209500"/>
            </a:xfrm>
            <a:custGeom>
              <a:rect b="b" l="l" r="r" t="t"/>
              <a:pathLst>
                <a:path extrusionOk="0" h="8380" w="16755">
                  <a:moveTo>
                    <a:pt x="0" y="1"/>
                  </a:moveTo>
                  <a:lnTo>
                    <a:pt x="0" y="8380"/>
                  </a:lnTo>
                  <a:lnTo>
                    <a:pt x="16755" y="8380"/>
                  </a:lnTo>
                  <a:lnTo>
                    <a:pt x="1675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9"/>
            <p:cNvSpPr/>
            <p:nvPr/>
          </p:nvSpPr>
          <p:spPr>
            <a:xfrm>
              <a:off x="2761775" y="238125"/>
              <a:ext cx="2094300" cy="1047200"/>
            </a:xfrm>
            <a:custGeom>
              <a:rect b="b" l="l" r="r" t="t"/>
              <a:pathLst>
                <a:path extrusionOk="0" h="41888" w="83772">
                  <a:moveTo>
                    <a:pt x="16754" y="0"/>
                  </a:moveTo>
                  <a:lnTo>
                    <a:pt x="16754" y="8379"/>
                  </a:lnTo>
                  <a:lnTo>
                    <a:pt x="8379" y="8379"/>
                  </a:lnTo>
                  <a:lnTo>
                    <a:pt x="8379" y="16754"/>
                  </a:lnTo>
                  <a:lnTo>
                    <a:pt x="0" y="16754"/>
                  </a:lnTo>
                  <a:lnTo>
                    <a:pt x="0" y="25134"/>
                  </a:lnTo>
                  <a:lnTo>
                    <a:pt x="0" y="33509"/>
                  </a:lnTo>
                  <a:lnTo>
                    <a:pt x="0" y="41888"/>
                  </a:lnTo>
                  <a:lnTo>
                    <a:pt x="8379" y="41888"/>
                  </a:lnTo>
                  <a:lnTo>
                    <a:pt x="8379" y="33509"/>
                  </a:lnTo>
                  <a:lnTo>
                    <a:pt x="58642" y="33509"/>
                  </a:lnTo>
                  <a:lnTo>
                    <a:pt x="58642" y="25134"/>
                  </a:lnTo>
                  <a:lnTo>
                    <a:pt x="67017" y="25134"/>
                  </a:lnTo>
                  <a:lnTo>
                    <a:pt x="67017" y="33509"/>
                  </a:lnTo>
                  <a:lnTo>
                    <a:pt x="75396" y="33509"/>
                  </a:lnTo>
                  <a:lnTo>
                    <a:pt x="75396" y="41888"/>
                  </a:lnTo>
                  <a:lnTo>
                    <a:pt x="83771" y="41888"/>
                  </a:lnTo>
                  <a:lnTo>
                    <a:pt x="83771" y="33509"/>
                  </a:lnTo>
                  <a:lnTo>
                    <a:pt x="83771" y="25134"/>
                  </a:lnTo>
                  <a:lnTo>
                    <a:pt x="83771" y="16754"/>
                  </a:lnTo>
                  <a:lnTo>
                    <a:pt x="75396" y="16754"/>
                  </a:lnTo>
                  <a:lnTo>
                    <a:pt x="75396" y="8379"/>
                  </a:lnTo>
                  <a:lnTo>
                    <a:pt x="67017" y="8379"/>
                  </a:lnTo>
                  <a:lnTo>
                    <a:pt x="6701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9"/>
            <p:cNvSpPr/>
            <p:nvPr/>
          </p:nvSpPr>
          <p:spPr>
            <a:xfrm>
              <a:off x="3180625" y="3798475"/>
              <a:ext cx="1256600" cy="1047125"/>
            </a:xfrm>
            <a:custGeom>
              <a:rect b="b" l="l" r="r" t="t"/>
              <a:pathLst>
                <a:path extrusionOk="0" h="41885" w="50264">
                  <a:moveTo>
                    <a:pt x="0" y="0"/>
                  </a:moveTo>
                  <a:lnTo>
                    <a:pt x="0" y="8376"/>
                  </a:lnTo>
                  <a:lnTo>
                    <a:pt x="0" y="16755"/>
                  </a:lnTo>
                  <a:lnTo>
                    <a:pt x="0" y="41884"/>
                  </a:lnTo>
                  <a:lnTo>
                    <a:pt x="16755" y="41884"/>
                  </a:lnTo>
                  <a:lnTo>
                    <a:pt x="16755" y="16755"/>
                  </a:lnTo>
                  <a:lnTo>
                    <a:pt x="33509" y="16755"/>
                  </a:lnTo>
                  <a:lnTo>
                    <a:pt x="33509" y="41884"/>
                  </a:lnTo>
                  <a:lnTo>
                    <a:pt x="50263" y="41884"/>
                  </a:lnTo>
                  <a:lnTo>
                    <a:pt x="50263" y="16755"/>
                  </a:lnTo>
                  <a:lnTo>
                    <a:pt x="50263" y="8376"/>
                  </a:lnTo>
                  <a:lnTo>
                    <a:pt x="5026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9"/>
            <p:cNvSpPr/>
            <p:nvPr/>
          </p:nvSpPr>
          <p:spPr>
            <a:xfrm>
              <a:off x="2761775" y="1494700"/>
              <a:ext cx="209400" cy="209400"/>
            </a:xfrm>
            <a:custGeom>
              <a:rect b="b" l="l" r="r" t="t"/>
              <a:pathLst>
                <a:path extrusionOk="0" h="8376" w="8376">
                  <a:moveTo>
                    <a:pt x="0" y="0"/>
                  </a:moveTo>
                  <a:lnTo>
                    <a:pt x="0" y="8375"/>
                  </a:lnTo>
                  <a:lnTo>
                    <a:pt x="8375" y="8375"/>
                  </a:lnTo>
                  <a:lnTo>
                    <a:pt x="837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9"/>
            <p:cNvSpPr/>
            <p:nvPr/>
          </p:nvSpPr>
          <p:spPr>
            <a:xfrm>
              <a:off x="4646675" y="1494700"/>
              <a:ext cx="209400" cy="209400"/>
            </a:xfrm>
            <a:custGeom>
              <a:rect b="b" l="l" r="r" t="t"/>
              <a:pathLst>
                <a:path extrusionOk="0" h="8376" w="8376">
                  <a:moveTo>
                    <a:pt x="0" y="0"/>
                  </a:moveTo>
                  <a:lnTo>
                    <a:pt x="0" y="8375"/>
                  </a:lnTo>
                  <a:lnTo>
                    <a:pt x="8375" y="8375"/>
                  </a:lnTo>
                  <a:lnTo>
                    <a:pt x="837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87" name="Shape 1887"/>
        <p:cNvGrpSpPr/>
        <p:nvPr/>
      </p:nvGrpSpPr>
      <p:grpSpPr>
        <a:xfrm>
          <a:off x="0" y="0"/>
          <a:ext cx="0" cy="0"/>
          <a:chOff x="0" y="0"/>
          <a:chExt cx="0" cy="0"/>
        </a:xfrm>
      </p:grpSpPr>
      <p:sp>
        <p:nvSpPr>
          <p:cNvPr id="1888" name="Google Shape;1888;p10"/>
          <p:cNvSpPr/>
          <p:nvPr>
            <p:ph idx="2" type="pic"/>
          </p:nvPr>
        </p:nvSpPr>
        <p:spPr>
          <a:xfrm>
            <a:off x="0" y="6325"/>
            <a:ext cx="9144000" cy="5143500"/>
          </a:xfrm>
          <a:prstGeom prst="rect">
            <a:avLst/>
          </a:prstGeom>
          <a:noFill/>
          <a:ln>
            <a:noFill/>
          </a:ln>
        </p:spPr>
      </p:sp>
      <p:sp>
        <p:nvSpPr>
          <p:cNvPr id="1889" name="Google Shape;1889;p10"/>
          <p:cNvSpPr txBox="1"/>
          <p:nvPr>
            <p:ph type="title"/>
          </p:nvPr>
        </p:nvSpPr>
        <p:spPr>
          <a:xfrm>
            <a:off x="701025" y="627350"/>
            <a:ext cx="2210700" cy="3981000"/>
          </a:xfrm>
          <a:prstGeom prst="rect">
            <a:avLst/>
          </a:prstGeom>
        </p:spPr>
        <p:txBody>
          <a:bodyPr anchorCtr="0" anchor="t" bIns="91425" lIns="91425" spcFirstLastPara="1" rIns="91425" wrap="square" tIns="91425">
            <a:noAutofit/>
          </a:bodyPr>
          <a:lstStyle>
            <a:lvl1pPr lvl="0" rtl="0">
              <a:spcBef>
                <a:spcPts val="0"/>
              </a:spcBef>
              <a:spcAft>
                <a:spcPts val="0"/>
              </a:spcAft>
              <a:buSzPts val="2100"/>
              <a:buNone/>
              <a:defRPr sz="2100"/>
            </a:lvl1pPr>
            <a:lvl2pPr lvl="1" rtl="0">
              <a:spcBef>
                <a:spcPts val="0"/>
              </a:spcBef>
              <a:spcAft>
                <a:spcPts val="0"/>
              </a:spcAft>
              <a:buSzPts val="2100"/>
              <a:buNone/>
              <a:defRPr sz="2100"/>
            </a:lvl2pPr>
            <a:lvl3pPr lvl="2" rtl="0">
              <a:spcBef>
                <a:spcPts val="0"/>
              </a:spcBef>
              <a:spcAft>
                <a:spcPts val="0"/>
              </a:spcAft>
              <a:buSzPts val="2100"/>
              <a:buNone/>
              <a:defRPr sz="2100"/>
            </a:lvl3pPr>
            <a:lvl4pPr lvl="3" rtl="0">
              <a:spcBef>
                <a:spcPts val="0"/>
              </a:spcBef>
              <a:spcAft>
                <a:spcPts val="0"/>
              </a:spcAft>
              <a:buSzPts val="2100"/>
              <a:buNone/>
              <a:defRPr sz="2100"/>
            </a:lvl4pPr>
            <a:lvl5pPr lvl="4" rtl="0">
              <a:spcBef>
                <a:spcPts val="0"/>
              </a:spcBef>
              <a:spcAft>
                <a:spcPts val="0"/>
              </a:spcAft>
              <a:buSzPts val="2100"/>
              <a:buNone/>
              <a:defRPr sz="2100"/>
            </a:lvl5pPr>
            <a:lvl6pPr lvl="5" rtl="0">
              <a:spcBef>
                <a:spcPts val="0"/>
              </a:spcBef>
              <a:spcAft>
                <a:spcPts val="0"/>
              </a:spcAft>
              <a:buSzPts val="2100"/>
              <a:buNone/>
              <a:defRPr sz="2100"/>
            </a:lvl6pPr>
            <a:lvl7pPr lvl="6" rtl="0">
              <a:spcBef>
                <a:spcPts val="0"/>
              </a:spcBef>
              <a:spcAft>
                <a:spcPts val="0"/>
              </a:spcAft>
              <a:buSzPts val="2100"/>
              <a:buNone/>
              <a:defRPr sz="2100"/>
            </a:lvl7pPr>
            <a:lvl8pPr lvl="7" rtl="0">
              <a:spcBef>
                <a:spcPts val="0"/>
              </a:spcBef>
              <a:spcAft>
                <a:spcPts val="0"/>
              </a:spcAft>
              <a:buSzPts val="2100"/>
              <a:buNone/>
              <a:defRPr sz="2100"/>
            </a:lvl8pPr>
            <a:lvl9pPr lvl="8" rtl="0">
              <a:spcBef>
                <a:spcPts val="0"/>
              </a:spcBef>
              <a:spcAft>
                <a:spcPts val="0"/>
              </a:spcAft>
              <a:buSzPts val="2100"/>
              <a:buNone/>
              <a:defRPr sz="21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90" name="Shape 1890"/>
        <p:cNvGrpSpPr/>
        <p:nvPr/>
      </p:nvGrpSpPr>
      <p:grpSpPr>
        <a:xfrm>
          <a:off x="0" y="0"/>
          <a:ext cx="0" cy="0"/>
          <a:chOff x="0" y="0"/>
          <a:chExt cx="0" cy="0"/>
        </a:xfrm>
      </p:grpSpPr>
      <p:sp>
        <p:nvSpPr>
          <p:cNvPr id="1891" name="Google Shape;1891;p11"/>
          <p:cNvSpPr txBox="1"/>
          <p:nvPr>
            <p:ph hasCustomPrompt="1" type="title"/>
          </p:nvPr>
        </p:nvSpPr>
        <p:spPr>
          <a:xfrm>
            <a:off x="1949125" y="1106125"/>
            <a:ext cx="52458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0000"/>
              <a:buNone/>
              <a:defRPr sz="10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892" name="Google Shape;1892;p11"/>
          <p:cNvSpPr txBox="1"/>
          <p:nvPr>
            <p:ph idx="1" type="body"/>
          </p:nvPr>
        </p:nvSpPr>
        <p:spPr>
          <a:xfrm>
            <a:off x="1949075" y="3152225"/>
            <a:ext cx="5245800" cy="717600"/>
          </a:xfrm>
          <a:prstGeom prst="rect">
            <a:avLst/>
          </a:prstGeom>
        </p:spPr>
        <p:txBody>
          <a:bodyPr anchorCtr="0" anchor="t" bIns="91425" lIns="91425" spcFirstLastPara="1" rIns="91425" wrap="square" tIns="91425">
            <a:noAutofit/>
          </a:bodyPr>
          <a:lstStyle>
            <a:lvl1pPr indent="-355600" lvl="0" marL="457200" algn="ctr">
              <a:spcBef>
                <a:spcPts val="0"/>
              </a:spcBef>
              <a:spcAft>
                <a:spcPts val="0"/>
              </a:spcAft>
              <a:buSzPts val="2000"/>
              <a:buChar char="●"/>
              <a:defRPr sz="2000"/>
            </a:lvl1pPr>
            <a:lvl2pPr indent="-355600" lvl="1" marL="914400" algn="ctr">
              <a:spcBef>
                <a:spcPts val="1600"/>
              </a:spcBef>
              <a:spcAft>
                <a:spcPts val="0"/>
              </a:spcAft>
              <a:buSzPts val="2000"/>
              <a:buChar char="○"/>
              <a:defRPr sz="2000"/>
            </a:lvl2pPr>
            <a:lvl3pPr indent="-355600" lvl="2" marL="1371600" algn="ctr">
              <a:spcBef>
                <a:spcPts val="1600"/>
              </a:spcBef>
              <a:spcAft>
                <a:spcPts val="0"/>
              </a:spcAft>
              <a:buSzPts val="2000"/>
              <a:buChar char="■"/>
              <a:defRPr sz="2000"/>
            </a:lvl3pPr>
            <a:lvl4pPr indent="-355600" lvl="3" marL="1828800" algn="ctr">
              <a:spcBef>
                <a:spcPts val="1600"/>
              </a:spcBef>
              <a:spcAft>
                <a:spcPts val="0"/>
              </a:spcAft>
              <a:buSzPts val="2000"/>
              <a:buChar char="●"/>
              <a:defRPr sz="2000"/>
            </a:lvl4pPr>
            <a:lvl5pPr indent="-355600" lvl="4" marL="2286000" algn="ctr">
              <a:spcBef>
                <a:spcPts val="1600"/>
              </a:spcBef>
              <a:spcAft>
                <a:spcPts val="0"/>
              </a:spcAft>
              <a:buSzPts val="2000"/>
              <a:buChar char="○"/>
              <a:defRPr sz="2000"/>
            </a:lvl5pPr>
            <a:lvl6pPr indent="-355600" lvl="5" marL="2743200" algn="ctr">
              <a:spcBef>
                <a:spcPts val="1600"/>
              </a:spcBef>
              <a:spcAft>
                <a:spcPts val="0"/>
              </a:spcAft>
              <a:buSzPts val="2000"/>
              <a:buChar char="■"/>
              <a:defRPr sz="2000"/>
            </a:lvl6pPr>
            <a:lvl7pPr indent="-355600" lvl="6" marL="3200400" algn="ctr">
              <a:spcBef>
                <a:spcPts val="1600"/>
              </a:spcBef>
              <a:spcAft>
                <a:spcPts val="0"/>
              </a:spcAft>
              <a:buSzPts val="2000"/>
              <a:buChar char="●"/>
              <a:defRPr sz="2000"/>
            </a:lvl7pPr>
            <a:lvl8pPr indent="-355600" lvl="7" marL="3657600" algn="ctr">
              <a:spcBef>
                <a:spcPts val="1600"/>
              </a:spcBef>
              <a:spcAft>
                <a:spcPts val="0"/>
              </a:spcAft>
              <a:buSzPts val="2000"/>
              <a:buChar char="○"/>
              <a:defRPr sz="2000"/>
            </a:lvl8pPr>
            <a:lvl9pPr indent="-355600" lvl="8" marL="4114800" algn="ctr">
              <a:spcBef>
                <a:spcPts val="1600"/>
              </a:spcBef>
              <a:spcAft>
                <a:spcPts val="1600"/>
              </a:spcAft>
              <a:buSzPts val="2000"/>
              <a:buChar char="■"/>
              <a:defRPr sz="20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893" name="Shape 18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AND_BODY_1">
    <p:bg>
      <p:bgPr>
        <a:solidFill>
          <a:schemeClr val="accent6"/>
        </a:solidFill>
      </p:bgPr>
    </p:bg>
    <p:spTree>
      <p:nvGrpSpPr>
        <p:cNvPr id="1894" name="Shape 1894"/>
        <p:cNvGrpSpPr/>
        <p:nvPr/>
      </p:nvGrpSpPr>
      <p:grpSpPr>
        <a:xfrm>
          <a:off x="0" y="0"/>
          <a:ext cx="0" cy="0"/>
          <a:chOff x="0" y="0"/>
          <a:chExt cx="0" cy="0"/>
        </a:xfrm>
      </p:grpSpPr>
      <p:cxnSp>
        <p:nvCxnSpPr>
          <p:cNvPr id="1895" name="Google Shape;1895;p13"/>
          <p:cNvCxnSpPr/>
          <p:nvPr/>
        </p:nvCxnSpPr>
        <p:spPr>
          <a:xfrm>
            <a:off x="1039500" y="2424889"/>
            <a:ext cx="7065000" cy="0"/>
          </a:xfrm>
          <a:prstGeom prst="straightConnector1">
            <a:avLst/>
          </a:prstGeom>
          <a:noFill/>
          <a:ln cap="flat" cmpd="sng" w="28575">
            <a:solidFill>
              <a:schemeClr val="accent1"/>
            </a:solidFill>
            <a:prstDash val="solid"/>
            <a:round/>
            <a:headEnd len="med" w="med" type="none"/>
            <a:tailEnd len="med" w="med" type="none"/>
          </a:ln>
        </p:spPr>
      </p:cxnSp>
      <p:cxnSp>
        <p:nvCxnSpPr>
          <p:cNvPr id="1896" name="Google Shape;1896;p13"/>
          <p:cNvCxnSpPr/>
          <p:nvPr/>
        </p:nvCxnSpPr>
        <p:spPr>
          <a:xfrm>
            <a:off x="1039500" y="3608864"/>
            <a:ext cx="7065000" cy="0"/>
          </a:xfrm>
          <a:prstGeom prst="straightConnector1">
            <a:avLst/>
          </a:prstGeom>
          <a:noFill/>
          <a:ln cap="flat" cmpd="sng" w="28575">
            <a:solidFill>
              <a:schemeClr val="accent1"/>
            </a:solidFill>
            <a:prstDash val="solid"/>
            <a:round/>
            <a:headEnd len="med" w="med" type="none"/>
            <a:tailEnd len="med" w="med" type="none"/>
          </a:ln>
        </p:spPr>
      </p:cxnSp>
      <p:sp>
        <p:nvSpPr>
          <p:cNvPr id="1897" name="Google Shape;1897;p13"/>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98" name="Google Shape;1898;p13"/>
          <p:cNvSpPr txBox="1"/>
          <p:nvPr>
            <p:ph idx="2" type="title"/>
          </p:nvPr>
        </p:nvSpPr>
        <p:spPr>
          <a:xfrm>
            <a:off x="1148450" y="1397525"/>
            <a:ext cx="30888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899" name="Google Shape;1899;p13"/>
          <p:cNvSpPr txBox="1"/>
          <p:nvPr>
            <p:ph idx="1" type="subTitle"/>
          </p:nvPr>
        </p:nvSpPr>
        <p:spPr>
          <a:xfrm>
            <a:off x="1148450" y="1657334"/>
            <a:ext cx="3088800" cy="39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900" name="Google Shape;1900;p13"/>
          <p:cNvSpPr txBox="1"/>
          <p:nvPr>
            <p:ph idx="3" type="title"/>
          </p:nvPr>
        </p:nvSpPr>
        <p:spPr>
          <a:xfrm>
            <a:off x="1148450" y="2569096"/>
            <a:ext cx="30888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901" name="Google Shape;1901;p13"/>
          <p:cNvSpPr txBox="1"/>
          <p:nvPr>
            <p:ph idx="4" type="subTitle"/>
          </p:nvPr>
        </p:nvSpPr>
        <p:spPr>
          <a:xfrm>
            <a:off x="1148450" y="2828905"/>
            <a:ext cx="3088800" cy="39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902" name="Google Shape;1902;p13"/>
          <p:cNvSpPr txBox="1"/>
          <p:nvPr>
            <p:ph idx="5" type="title"/>
          </p:nvPr>
        </p:nvSpPr>
        <p:spPr>
          <a:xfrm>
            <a:off x="1148450" y="3740666"/>
            <a:ext cx="30888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903" name="Google Shape;1903;p13"/>
          <p:cNvSpPr txBox="1"/>
          <p:nvPr>
            <p:ph idx="6" type="subTitle"/>
          </p:nvPr>
        </p:nvSpPr>
        <p:spPr>
          <a:xfrm>
            <a:off x="1148450" y="4000475"/>
            <a:ext cx="3088800" cy="63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904" name="Google Shape;1904;p13"/>
          <p:cNvSpPr txBox="1"/>
          <p:nvPr>
            <p:ph idx="7" type="title"/>
          </p:nvPr>
        </p:nvSpPr>
        <p:spPr>
          <a:xfrm>
            <a:off x="4906750" y="1397525"/>
            <a:ext cx="30888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905" name="Google Shape;1905;p13"/>
          <p:cNvSpPr txBox="1"/>
          <p:nvPr>
            <p:ph idx="8" type="subTitle"/>
          </p:nvPr>
        </p:nvSpPr>
        <p:spPr>
          <a:xfrm>
            <a:off x="4906750" y="1657338"/>
            <a:ext cx="3088800" cy="39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906" name="Google Shape;1906;p13"/>
          <p:cNvSpPr txBox="1"/>
          <p:nvPr>
            <p:ph idx="9" type="title"/>
          </p:nvPr>
        </p:nvSpPr>
        <p:spPr>
          <a:xfrm>
            <a:off x="4906750" y="2569107"/>
            <a:ext cx="30888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907" name="Google Shape;1907;p13"/>
          <p:cNvSpPr txBox="1"/>
          <p:nvPr>
            <p:ph idx="13" type="subTitle"/>
          </p:nvPr>
        </p:nvSpPr>
        <p:spPr>
          <a:xfrm>
            <a:off x="4906750" y="2828920"/>
            <a:ext cx="3088800" cy="391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grpSp>
        <p:nvGrpSpPr>
          <p:cNvPr id="1908" name="Google Shape;1908;p13"/>
          <p:cNvGrpSpPr/>
          <p:nvPr/>
        </p:nvGrpSpPr>
        <p:grpSpPr>
          <a:xfrm>
            <a:off x="7230575" y="3501811"/>
            <a:ext cx="1540410" cy="1636035"/>
            <a:chOff x="7230575" y="3501811"/>
            <a:chExt cx="1540410" cy="1636035"/>
          </a:xfrm>
        </p:grpSpPr>
        <p:grpSp>
          <p:nvGrpSpPr>
            <p:cNvPr id="1909" name="Google Shape;1909;p13"/>
            <p:cNvGrpSpPr/>
            <p:nvPr/>
          </p:nvGrpSpPr>
          <p:grpSpPr>
            <a:xfrm>
              <a:off x="7655512" y="4362305"/>
              <a:ext cx="775528" cy="775540"/>
              <a:chOff x="7655512" y="4362305"/>
              <a:chExt cx="775528" cy="775540"/>
            </a:xfrm>
          </p:grpSpPr>
          <p:sp>
            <p:nvSpPr>
              <p:cNvPr id="1910" name="Google Shape;1910;p13"/>
              <p:cNvSpPr/>
              <p:nvPr/>
            </p:nvSpPr>
            <p:spPr>
              <a:xfrm flipH="1">
                <a:off x="7825485" y="5042204"/>
                <a:ext cx="95633" cy="95641"/>
              </a:xfrm>
              <a:custGeom>
                <a:rect b="b" l="l" r="r" t="t"/>
                <a:pathLst>
                  <a:path extrusionOk="0" h="12246" w="12245">
                    <a:moveTo>
                      <a:pt x="0" y="0"/>
                    </a:moveTo>
                    <a:lnTo>
                      <a:pt x="0" y="12245"/>
                    </a:lnTo>
                    <a:lnTo>
                      <a:pt x="12245" y="1224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13"/>
              <p:cNvSpPr/>
              <p:nvPr/>
            </p:nvSpPr>
            <p:spPr>
              <a:xfrm flipH="1">
                <a:off x="7921094" y="5042204"/>
                <a:ext cx="74382" cy="95641"/>
              </a:xfrm>
              <a:custGeom>
                <a:rect b="b" l="l" r="r" t="t"/>
                <a:pathLst>
                  <a:path extrusionOk="0" h="12246" w="9524">
                    <a:moveTo>
                      <a:pt x="0" y="0"/>
                    </a:moveTo>
                    <a:lnTo>
                      <a:pt x="0" y="12245"/>
                    </a:lnTo>
                    <a:lnTo>
                      <a:pt x="9523" y="1224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13"/>
              <p:cNvSpPr/>
              <p:nvPr/>
            </p:nvSpPr>
            <p:spPr>
              <a:xfrm flipH="1">
                <a:off x="7995449" y="5042204"/>
                <a:ext cx="85020" cy="95641"/>
              </a:xfrm>
              <a:custGeom>
                <a:rect b="b" l="l" r="r" t="t"/>
                <a:pathLst>
                  <a:path extrusionOk="0" h="12246" w="10886">
                    <a:moveTo>
                      <a:pt x="1" y="0"/>
                    </a:moveTo>
                    <a:lnTo>
                      <a:pt x="1" y="12245"/>
                    </a:lnTo>
                    <a:lnTo>
                      <a:pt x="10885" y="1224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13"/>
              <p:cNvSpPr/>
              <p:nvPr/>
            </p:nvSpPr>
            <p:spPr>
              <a:xfrm flipH="1">
                <a:off x="8080438" y="5042204"/>
                <a:ext cx="95649" cy="95641"/>
              </a:xfrm>
              <a:custGeom>
                <a:rect b="b" l="l" r="r" t="t"/>
                <a:pathLst>
                  <a:path extrusionOk="0" h="12246" w="12247">
                    <a:moveTo>
                      <a:pt x="1" y="0"/>
                    </a:moveTo>
                    <a:lnTo>
                      <a:pt x="1" y="12245"/>
                    </a:lnTo>
                    <a:lnTo>
                      <a:pt x="12247" y="1224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13"/>
              <p:cNvSpPr/>
              <p:nvPr/>
            </p:nvSpPr>
            <p:spPr>
              <a:xfrm flipH="1">
                <a:off x="7825485" y="4957212"/>
                <a:ext cx="95633" cy="85020"/>
              </a:xfrm>
              <a:custGeom>
                <a:rect b="b" l="l" r="r" t="t"/>
                <a:pathLst>
                  <a:path extrusionOk="0" h="10886"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13"/>
              <p:cNvSpPr/>
              <p:nvPr/>
            </p:nvSpPr>
            <p:spPr>
              <a:xfrm flipH="1">
                <a:off x="7921094" y="4957212"/>
                <a:ext cx="74382" cy="85020"/>
              </a:xfrm>
              <a:custGeom>
                <a:rect b="b" l="l" r="r" t="t"/>
                <a:pathLst>
                  <a:path extrusionOk="0" h="10886"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13"/>
              <p:cNvSpPr/>
              <p:nvPr/>
            </p:nvSpPr>
            <p:spPr>
              <a:xfrm flipH="1">
                <a:off x="7995449" y="4957212"/>
                <a:ext cx="85020" cy="8502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13"/>
              <p:cNvSpPr/>
              <p:nvPr/>
            </p:nvSpPr>
            <p:spPr>
              <a:xfrm flipH="1">
                <a:off x="8080438" y="4957212"/>
                <a:ext cx="95649" cy="85020"/>
              </a:xfrm>
              <a:custGeom>
                <a:rect b="b" l="l" r="r" t="t"/>
                <a:pathLst>
                  <a:path extrusionOk="0" h="10886"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13"/>
              <p:cNvSpPr/>
              <p:nvPr/>
            </p:nvSpPr>
            <p:spPr>
              <a:xfrm flipH="1">
                <a:off x="7825485" y="4872228"/>
                <a:ext cx="95633" cy="85012"/>
              </a:xfrm>
              <a:custGeom>
                <a:rect b="b" l="l" r="r" t="t"/>
                <a:pathLst>
                  <a:path extrusionOk="0" h="10885" w="12245">
                    <a:moveTo>
                      <a:pt x="0" y="0"/>
                    </a:moveTo>
                    <a:lnTo>
                      <a:pt x="0"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13"/>
              <p:cNvSpPr/>
              <p:nvPr/>
            </p:nvSpPr>
            <p:spPr>
              <a:xfrm flipH="1">
                <a:off x="7921094" y="4872228"/>
                <a:ext cx="74382" cy="85012"/>
              </a:xfrm>
              <a:custGeom>
                <a:rect b="b" l="l" r="r" t="t"/>
                <a:pathLst>
                  <a:path extrusionOk="0" h="10885" w="9524">
                    <a:moveTo>
                      <a:pt x="0" y="0"/>
                    </a:moveTo>
                    <a:lnTo>
                      <a:pt x="0" y="10885"/>
                    </a:lnTo>
                    <a:lnTo>
                      <a:pt x="9523" y="1088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13"/>
              <p:cNvSpPr/>
              <p:nvPr/>
            </p:nvSpPr>
            <p:spPr>
              <a:xfrm flipH="1">
                <a:off x="7995449" y="4872228"/>
                <a:ext cx="85020" cy="85012"/>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13"/>
              <p:cNvSpPr/>
              <p:nvPr/>
            </p:nvSpPr>
            <p:spPr>
              <a:xfrm flipH="1">
                <a:off x="8080438" y="4872228"/>
                <a:ext cx="95649" cy="85012"/>
              </a:xfrm>
              <a:custGeom>
                <a:rect b="b" l="l" r="r" t="t"/>
                <a:pathLst>
                  <a:path extrusionOk="0" h="10885" w="12247">
                    <a:moveTo>
                      <a:pt x="1" y="0"/>
                    </a:moveTo>
                    <a:lnTo>
                      <a:pt x="1" y="10885"/>
                    </a:lnTo>
                    <a:lnTo>
                      <a:pt x="12247" y="1088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13"/>
              <p:cNvSpPr/>
              <p:nvPr/>
            </p:nvSpPr>
            <p:spPr>
              <a:xfrm flipH="1">
                <a:off x="7825485" y="4787235"/>
                <a:ext cx="95633" cy="85020"/>
              </a:xfrm>
              <a:custGeom>
                <a:rect b="b" l="l" r="r" t="t"/>
                <a:pathLst>
                  <a:path extrusionOk="0" h="10886"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13"/>
              <p:cNvSpPr/>
              <p:nvPr/>
            </p:nvSpPr>
            <p:spPr>
              <a:xfrm flipH="1">
                <a:off x="7921094" y="4787235"/>
                <a:ext cx="74382" cy="85020"/>
              </a:xfrm>
              <a:custGeom>
                <a:rect b="b" l="l" r="r" t="t"/>
                <a:pathLst>
                  <a:path extrusionOk="0" h="10886"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13"/>
              <p:cNvSpPr/>
              <p:nvPr/>
            </p:nvSpPr>
            <p:spPr>
              <a:xfrm flipH="1">
                <a:off x="7995449" y="4787235"/>
                <a:ext cx="85020" cy="8502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13"/>
              <p:cNvSpPr/>
              <p:nvPr/>
            </p:nvSpPr>
            <p:spPr>
              <a:xfrm flipH="1">
                <a:off x="8080438" y="4787235"/>
                <a:ext cx="95649" cy="85020"/>
              </a:xfrm>
              <a:custGeom>
                <a:rect b="b" l="l" r="r" t="t"/>
                <a:pathLst>
                  <a:path extrusionOk="0" h="10886"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13"/>
              <p:cNvSpPr/>
              <p:nvPr/>
            </p:nvSpPr>
            <p:spPr>
              <a:xfrm flipH="1">
                <a:off x="7825485" y="4702251"/>
                <a:ext cx="95633" cy="85012"/>
              </a:xfrm>
              <a:custGeom>
                <a:rect b="b" l="l" r="r" t="t"/>
                <a:pathLst>
                  <a:path extrusionOk="0" h="10885"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13"/>
              <p:cNvSpPr/>
              <p:nvPr/>
            </p:nvSpPr>
            <p:spPr>
              <a:xfrm flipH="1">
                <a:off x="7921094" y="4702251"/>
                <a:ext cx="74382" cy="85012"/>
              </a:xfrm>
              <a:custGeom>
                <a:rect b="b" l="l" r="r" t="t"/>
                <a:pathLst>
                  <a:path extrusionOk="0" h="10885"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13"/>
              <p:cNvSpPr/>
              <p:nvPr/>
            </p:nvSpPr>
            <p:spPr>
              <a:xfrm flipH="1">
                <a:off x="7995449" y="4702251"/>
                <a:ext cx="85020" cy="85012"/>
              </a:xfrm>
              <a:custGeom>
                <a:rect b="b" l="l" r="r" t="t"/>
                <a:pathLst>
                  <a:path extrusionOk="0" h="10885"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13"/>
              <p:cNvSpPr/>
              <p:nvPr/>
            </p:nvSpPr>
            <p:spPr>
              <a:xfrm flipH="1">
                <a:off x="8080438" y="4702251"/>
                <a:ext cx="95649" cy="85012"/>
              </a:xfrm>
              <a:custGeom>
                <a:rect b="b" l="l" r="r" t="t"/>
                <a:pathLst>
                  <a:path extrusionOk="0" h="10885"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13"/>
              <p:cNvSpPr/>
              <p:nvPr/>
            </p:nvSpPr>
            <p:spPr>
              <a:xfrm flipH="1">
                <a:off x="7655512" y="4617267"/>
                <a:ext cx="85012" cy="85012"/>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13"/>
              <p:cNvSpPr/>
              <p:nvPr/>
            </p:nvSpPr>
            <p:spPr>
              <a:xfrm flipH="1">
                <a:off x="7740496" y="4617267"/>
                <a:ext cx="85020" cy="85012"/>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13"/>
              <p:cNvSpPr/>
              <p:nvPr/>
            </p:nvSpPr>
            <p:spPr>
              <a:xfrm flipH="1">
                <a:off x="7825485" y="4617267"/>
                <a:ext cx="95633" cy="85012"/>
              </a:xfrm>
              <a:custGeom>
                <a:rect b="b" l="l" r="r" t="t"/>
                <a:pathLst>
                  <a:path extrusionOk="0" h="10885" w="12245">
                    <a:moveTo>
                      <a:pt x="0" y="0"/>
                    </a:moveTo>
                    <a:lnTo>
                      <a:pt x="0"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13"/>
              <p:cNvSpPr/>
              <p:nvPr/>
            </p:nvSpPr>
            <p:spPr>
              <a:xfrm flipH="1">
                <a:off x="7921094" y="4617267"/>
                <a:ext cx="74382" cy="85012"/>
              </a:xfrm>
              <a:custGeom>
                <a:rect b="b" l="l" r="r" t="t"/>
                <a:pathLst>
                  <a:path extrusionOk="0" h="10885" w="9524">
                    <a:moveTo>
                      <a:pt x="0" y="0"/>
                    </a:moveTo>
                    <a:lnTo>
                      <a:pt x="0" y="10885"/>
                    </a:lnTo>
                    <a:lnTo>
                      <a:pt x="9523" y="1088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13"/>
              <p:cNvSpPr/>
              <p:nvPr/>
            </p:nvSpPr>
            <p:spPr>
              <a:xfrm flipH="1">
                <a:off x="7995449" y="4617267"/>
                <a:ext cx="85020" cy="85012"/>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13"/>
              <p:cNvSpPr/>
              <p:nvPr/>
            </p:nvSpPr>
            <p:spPr>
              <a:xfrm flipH="1">
                <a:off x="8080438" y="4617267"/>
                <a:ext cx="95649" cy="85012"/>
              </a:xfrm>
              <a:custGeom>
                <a:rect b="b" l="l" r="r" t="t"/>
                <a:pathLst>
                  <a:path extrusionOk="0" h="10885" w="12247">
                    <a:moveTo>
                      <a:pt x="1" y="0"/>
                    </a:moveTo>
                    <a:lnTo>
                      <a:pt x="1" y="10885"/>
                    </a:lnTo>
                    <a:lnTo>
                      <a:pt x="12247" y="1088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13"/>
              <p:cNvSpPr/>
              <p:nvPr/>
            </p:nvSpPr>
            <p:spPr>
              <a:xfrm flipH="1">
                <a:off x="8176054" y="4617267"/>
                <a:ext cx="74390" cy="85012"/>
              </a:xfrm>
              <a:custGeom>
                <a:rect b="b" l="l" r="r" t="t"/>
                <a:pathLst>
                  <a:path extrusionOk="0" h="10885" w="9525">
                    <a:moveTo>
                      <a:pt x="1" y="0"/>
                    </a:moveTo>
                    <a:lnTo>
                      <a:pt x="1" y="10885"/>
                    </a:lnTo>
                    <a:lnTo>
                      <a:pt x="9525" y="10885"/>
                    </a:lnTo>
                    <a:lnTo>
                      <a:pt x="952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13"/>
              <p:cNvSpPr/>
              <p:nvPr/>
            </p:nvSpPr>
            <p:spPr>
              <a:xfrm flipH="1">
                <a:off x="8250417" y="4617267"/>
                <a:ext cx="85012" cy="85012"/>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13"/>
              <p:cNvSpPr/>
              <p:nvPr/>
            </p:nvSpPr>
            <p:spPr>
              <a:xfrm flipH="1">
                <a:off x="8335399" y="4617267"/>
                <a:ext cx="95641" cy="85012"/>
              </a:xfrm>
              <a:custGeom>
                <a:rect b="b" l="l" r="r" t="t"/>
                <a:pathLst>
                  <a:path extrusionOk="0" h="10885" w="12246">
                    <a:moveTo>
                      <a:pt x="1" y="0"/>
                    </a:moveTo>
                    <a:lnTo>
                      <a:pt x="1"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13"/>
              <p:cNvSpPr/>
              <p:nvPr/>
            </p:nvSpPr>
            <p:spPr>
              <a:xfrm flipH="1">
                <a:off x="7655512" y="4532274"/>
                <a:ext cx="85012" cy="85020"/>
              </a:xfrm>
              <a:custGeom>
                <a:rect b="b" l="l" r="r" t="t"/>
                <a:pathLst>
                  <a:path extrusionOk="0" h="10886" w="10885">
                    <a:moveTo>
                      <a:pt x="0" y="1"/>
                    </a:moveTo>
                    <a:lnTo>
                      <a:pt x="0"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13"/>
              <p:cNvSpPr/>
              <p:nvPr/>
            </p:nvSpPr>
            <p:spPr>
              <a:xfrm flipH="1">
                <a:off x="7995449" y="4532274"/>
                <a:ext cx="85020" cy="8502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13"/>
              <p:cNvSpPr/>
              <p:nvPr/>
            </p:nvSpPr>
            <p:spPr>
              <a:xfrm flipH="1">
                <a:off x="8335399" y="4532274"/>
                <a:ext cx="95641" cy="85020"/>
              </a:xfrm>
              <a:custGeom>
                <a:rect b="b" l="l" r="r" t="t"/>
                <a:pathLst>
                  <a:path extrusionOk="0" h="10886" w="12246">
                    <a:moveTo>
                      <a:pt x="1" y="1"/>
                    </a:moveTo>
                    <a:lnTo>
                      <a:pt x="1"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13"/>
              <p:cNvSpPr/>
              <p:nvPr/>
            </p:nvSpPr>
            <p:spPr>
              <a:xfrm flipH="1">
                <a:off x="7655512" y="4447290"/>
                <a:ext cx="85012" cy="85012"/>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13"/>
              <p:cNvSpPr/>
              <p:nvPr/>
            </p:nvSpPr>
            <p:spPr>
              <a:xfrm flipH="1">
                <a:off x="7995449" y="4447290"/>
                <a:ext cx="85020" cy="85012"/>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13"/>
              <p:cNvSpPr/>
              <p:nvPr/>
            </p:nvSpPr>
            <p:spPr>
              <a:xfrm flipH="1">
                <a:off x="8335399" y="4447290"/>
                <a:ext cx="95641" cy="85012"/>
              </a:xfrm>
              <a:custGeom>
                <a:rect b="b" l="l" r="r" t="t"/>
                <a:pathLst>
                  <a:path extrusionOk="0" h="10885" w="12246">
                    <a:moveTo>
                      <a:pt x="1" y="0"/>
                    </a:moveTo>
                    <a:lnTo>
                      <a:pt x="1"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13"/>
              <p:cNvSpPr/>
              <p:nvPr/>
            </p:nvSpPr>
            <p:spPr>
              <a:xfrm flipH="1">
                <a:off x="7655512" y="4362305"/>
                <a:ext cx="85012" cy="85020"/>
              </a:xfrm>
              <a:custGeom>
                <a:rect b="b" l="l" r="r" t="t"/>
                <a:pathLst>
                  <a:path extrusionOk="0" h="10886" w="10885">
                    <a:moveTo>
                      <a:pt x="0" y="1"/>
                    </a:moveTo>
                    <a:lnTo>
                      <a:pt x="0"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13"/>
              <p:cNvSpPr/>
              <p:nvPr/>
            </p:nvSpPr>
            <p:spPr>
              <a:xfrm flipH="1">
                <a:off x="7995449" y="4362305"/>
                <a:ext cx="85020" cy="8502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13"/>
              <p:cNvSpPr/>
              <p:nvPr/>
            </p:nvSpPr>
            <p:spPr>
              <a:xfrm flipH="1">
                <a:off x="8335399" y="4362305"/>
                <a:ext cx="95641" cy="85020"/>
              </a:xfrm>
              <a:custGeom>
                <a:rect b="b" l="l" r="r" t="t"/>
                <a:pathLst>
                  <a:path extrusionOk="0" h="10886" w="12246">
                    <a:moveTo>
                      <a:pt x="1" y="1"/>
                    </a:moveTo>
                    <a:lnTo>
                      <a:pt x="1"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8" name="Google Shape;1948;p13"/>
            <p:cNvSpPr/>
            <p:nvPr/>
          </p:nvSpPr>
          <p:spPr>
            <a:xfrm flipH="1">
              <a:off x="7315559" y="3767391"/>
              <a:ext cx="85020" cy="85020"/>
            </a:xfrm>
            <a:custGeom>
              <a:rect b="b" l="l" r="r" t="t"/>
              <a:pathLst>
                <a:path extrusionOk="0" h="10886" w="10886">
                  <a:moveTo>
                    <a:pt x="1" y="1"/>
                  </a:moveTo>
                  <a:lnTo>
                    <a:pt x="1" y="10885"/>
                  </a:lnTo>
                  <a:lnTo>
                    <a:pt x="10885" y="10885"/>
                  </a:lnTo>
                  <a:lnTo>
                    <a:pt x="1088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13"/>
            <p:cNvSpPr/>
            <p:nvPr/>
          </p:nvSpPr>
          <p:spPr>
            <a:xfrm flipH="1">
              <a:off x="7655512" y="3767391"/>
              <a:ext cx="85012" cy="85020"/>
            </a:xfrm>
            <a:custGeom>
              <a:rect b="b" l="l" r="r" t="t"/>
              <a:pathLst>
                <a:path extrusionOk="0" h="10886" w="10885">
                  <a:moveTo>
                    <a:pt x="0" y="1"/>
                  </a:moveTo>
                  <a:lnTo>
                    <a:pt x="0" y="10885"/>
                  </a:lnTo>
                  <a:lnTo>
                    <a:pt x="10885" y="10885"/>
                  </a:lnTo>
                  <a:lnTo>
                    <a:pt x="1088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13"/>
            <p:cNvSpPr/>
            <p:nvPr/>
          </p:nvSpPr>
          <p:spPr>
            <a:xfrm flipH="1">
              <a:off x="8080438" y="3671779"/>
              <a:ext cx="95649" cy="95641"/>
            </a:xfrm>
            <a:custGeom>
              <a:rect b="b" l="l" r="r" t="t"/>
              <a:pathLst>
                <a:path extrusionOk="0" h="12246" w="12247">
                  <a:moveTo>
                    <a:pt x="1" y="1"/>
                  </a:moveTo>
                  <a:lnTo>
                    <a:pt x="1" y="12246"/>
                  </a:lnTo>
                  <a:lnTo>
                    <a:pt x="12247" y="12246"/>
                  </a:lnTo>
                  <a:lnTo>
                    <a:pt x="12247"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13"/>
            <p:cNvSpPr/>
            <p:nvPr/>
          </p:nvSpPr>
          <p:spPr>
            <a:xfrm flipH="1">
              <a:off x="8685973" y="3597414"/>
              <a:ext cx="85012" cy="95641"/>
            </a:xfrm>
            <a:custGeom>
              <a:rect b="b" l="l" r="r" t="t"/>
              <a:pathLst>
                <a:path extrusionOk="0" h="12246" w="10885">
                  <a:moveTo>
                    <a:pt x="0" y="1"/>
                  </a:moveTo>
                  <a:lnTo>
                    <a:pt x="0" y="12245"/>
                  </a:lnTo>
                  <a:lnTo>
                    <a:pt x="10884" y="12245"/>
                  </a:lnTo>
                  <a:lnTo>
                    <a:pt x="10884"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13"/>
            <p:cNvSpPr/>
            <p:nvPr/>
          </p:nvSpPr>
          <p:spPr>
            <a:xfrm flipH="1">
              <a:off x="8685973" y="3767391"/>
              <a:ext cx="85012" cy="85020"/>
            </a:xfrm>
            <a:custGeom>
              <a:rect b="b" l="l" r="r" t="t"/>
              <a:pathLst>
                <a:path extrusionOk="0" h="10886" w="10885">
                  <a:moveTo>
                    <a:pt x="0" y="1"/>
                  </a:moveTo>
                  <a:lnTo>
                    <a:pt x="0" y="10885"/>
                  </a:lnTo>
                  <a:lnTo>
                    <a:pt x="10884" y="10885"/>
                  </a:lnTo>
                  <a:lnTo>
                    <a:pt x="10884"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13"/>
            <p:cNvSpPr/>
            <p:nvPr/>
          </p:nvSpPr>
          <p:spPr>
            <a:xfrm flipH="1">
              <a:off x="8176054" y="3501811"/>
              <a:ext cx="74390" cy="95633"/>
            </a:xfrm>
            <a:custGeom>
              <a:rect b="b" l="l" r="r" t="t"/>
              <a:pathLst>
                <a:path extrusionOk="0" h="12245" w="9525">
                  <a:moveTo>
                    <a:pt x="1" y="0"/>
                  </a:moveTo>
                  <a:lnTo>
                    <a:pt x="1" y="12245"/>
                  </a:lnTo>
                  <a:lnTo>
                    <a:pt x="9525" y="12245"/>
                  </a:lnTo>
                  <a:lnTo>
                    <a:pt x="952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13"/>
            <p:cNvSpPr/>
            <p:nvPr/>
          </p:nvSpPr>
          <p:spPr>
            <a:xfrm flipH="1">
              <a:off x="8250417" y="3501811"/>
              <a:ext cx="85012" cy="95633"/>
            </a:xfrm>
            <a:custGeom>
              <a:rect b="b" l="l" r="r" t="t"/>
              <a:pathLst>
                <a:path extrusionOk="0" h="12245" w="10885">
                  <a:moveTo>
                    <a:pt x="0" y="0"/>
                  </a:moveTo>
                  <a:lnTo>
                    <a:pt x="0" y="12245"/>
                  </a:lnTo>
                  <a:lnTo>
                    <a:pt x="10885" y="12245"/>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55" name="Google Shape;1955;p13"/>
            <p:cNvGrpSpPr/>
            <p:nvPr/>
          </p:nvGrpSpPr>
          <p:grpSpPr>
            <a:xfrm>
              <a:off x="7230575" y="3501811"/>
              <a:ext cx="1540410" cy="860514"/>
              <a:chOff x="7230575" y="3501811"/>
              <a:chExt cx="1540410" cy="860514"/>
            </a:xfrm>
          </p:grpSpPr>
          <p:sp>
            <p:nvSpPr>
              <p:cNvPr id="1956" name="Google Shape;1956;p13"/>
              <p:cNvSpPr/>
              <p:nvPr/>
            </p:nvSpPr>
            <p:spPr>
              <a:xfrm flipH="1">
                <a:off x="7315559" y="4277321"/>
                <a:ext cx="85020" cy="85004"/>
              </a:xfrm>
              <a:custGeom>
                <a:rect b="b" l="l" r="r" t="t"/>
                <a:pathLst>
                  <a:path extrusionOk="0" h="10884" w="10886">
                    <a:moveTo>
                      <a:pt x="1" y="0"/>
                    </a:moveTo>
                    <a:lnTo>
                      <a:pt x="1"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13"/>
              <p:cNvSpPr/>
              <p:nvPr/>
            </p:nvSpPr>
            <p:spPr>
              <a:xfrm flipH="1">
                <a:off x="7400551" y="4277321"/>
                <a:ext cx="85012" cy="85004"/>
              </a:xfrm>
              <a:custGeom>
                <a:rect b="b" l="l" r="r" t="t"/>
                <a:pathLst>
                  <a:path extrusionOk="0" h="10884" w="10885">
                    <a:moveTo>
                      <a:pt x="0" y="0"/>
                    </a:moveTo>
                    <a:lnTo>
                      <a:pt x="0"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13"/>
              <p:cNvSpPr/>
              <p:nvPr/>
            </p:nvSpPr>
            <p:spPr>
              <a:xfrm flipH="1">
                <a:off x="7485535" y="4277321"/>
                <a:ext cx="85012" cy="85004"/>
              </a:xfrm>
              <a:custGeom>
                <a:rect b="b" l="l" r="r" t="t"/>
                <a:pathLst>
                  <a:path extrusionOk="0" h="10884" w="10885">
                    <a:moveTo>
                      <a:pt x="0" y="0"/>
                    </a:moveTo>
                    <a:lnTo>
                      <a:pt x="0" y="10884"/>
                    </a:lnTo>
                    <a:lnTo>
                      <a:pt x="10884" y="10884"/>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13"/>
              <p:cNvSpPr/>
              <p:nvPr/>
            </p:nvSpPr>
            <p:spPr>
              <a:xfrm flipH="1">
                <a:off x="7570520" y="4277321"/>
                <a:ext cx="85020" cy="85004"/>
              </a:xfrm>
              <a:custGeom>
                <a:rect b="b" l="l" r="r" t="t"/>
                <a:pathLst>
                  <a:path extrusionOk="0" h="10884" w="10886">
                    <a:moveTo>
                      <a:pt x="1" y="0"/>
                    </a:moveTo>
                    <a:lnTo>
                      <a:pt x="1"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13"/>
              <p:cNvSpPr/>
              <p:nvPr/>
            </p:nvSpPr>
            <p:spPr>
              <a:xfrm flipH="1">
                <a:off x="7655512" y="4277321"/>
                <a:ext cx="85012" cy="85004"/>
              </a:xfrm>
              <a:custGeom>
                <a:rect b="b" l="l" r="r" t="t"/>
                <a:pathLst>
                  <a:path extrusionOk="0" h="10884" w="10885">
                    <a:moveTo>
                      <a:pt x="0" y="0"/>
                    </a:moveTo>
                    <a:lnTo>
                      <a:pt x="0"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13"/>
              <p:cNvSpPr/>
              <p:nvPr/>
            </p:nvSpPr>
            <p:spPr>
              <a:xfrm flipH="1">
                <a:off x="7740496" y="4277321"/>
                <a:ext cx="85020" cy="85004"/>
              </a:xfrm>
              <a:custGeom>
                <a:rect b="b" l="l" r="r" t="t"/>
                <a:pathLst>
                  <a:path extrusionOk="0" h="10884" w="10886">
                    <a:moveTo>
                      <a:pt x="1" y="0"/>
                    </a:moveTo>
                    <a:lnTo>
                      <a:pt x="1"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13"/>
              <p:cNvSpPr/>
              <p:nvPr/>
            </p:nvSpPr>
            <p:spPr>
              <a:xfrm flipH="1">
                <a:off x="7825485" y="4277321"/>
                <a:ext cx="95633" cy="85004"/>
              </a:xfrm>
              <a:custGeom>
                <a:rect b="b" l="l" r="r" t="t"/>
                <a:pathLst>
                  <a:path extrusionOk="0" h="10884" w="12245">
                    <a:moveTo>
                      <a:pt x="0" y="0"/>
                    </a:moveTo>
                    <a:lnTo>
                      <a:pt x="0" y="10884"/>
                    </a:lnTo>
                    <a:lnTo>
                      <a:pt x="12245" y="1088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13"/>
              <p:cNvSpPr/>
              <p:nvPr/>
            </p:nvSpPr>
            <p:spPr>
              <a:xfrm flipH="1">
                <a:off x="7921094" y="4277321"/>
                <a:ext cx="74382" cy="85004"/>
              </a:xfrm>
              <a:custGeom>
                <a:rect b="b" l="l" r="r" t="t"/>
                <a:pathLst>
                  <a:path extrusionOk="0" h="10884" w="9524">
                    <a:moveTo>
                      <a:pt x="0" y="0"/>
                    </a:moveTo>
                    <a:lnTo>
                      <a:pt x="0" y="10884"/>
                    </a:lnTo>
                    <a:lnTo>
                      <a:pt x="9523" y="10884"/>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13"/>
              <p:cNvSpPr/>
              <p:nvPr/>
            </p:nvSpPr>
            <p:spPr>
              <a:xfrm flipH="1">
                <a:off x="7995449" y="4277321"/>
                <a:ext cx="85020" cy="85004"/>
              </a:xfrm>
              <a:custGeom>
                <a:rect b="b" l="l" r="r" t="t"/>
                <a:pathLst>
                  <a:path extrusionOk="0" h="10884" w="10886">
                    <a:moveTo>
                      <a:pt x="1" y="0"/>
                    </a:moveTo>
                    <a:lnTo>
                      <a:pt x="1"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13"/>
              <p:cNvSpPr/>
              <p:nvPr/>
            </p:nvSpPr>
            <p:spPr>
              <a:xfrm flipH="1">
                <a:off x="8080438" y="4277321"/>
                <a:ext cx="95649" cy="85004"/>
              </a:xfrm>
              <a:custGeom>
                <a:rect b="b" l="l" r="r" t="t"/>
                <a:pathLst>
                  <a:path extrusionOk="0" h="10884" w="12247">
                    <a:moveTo>
                      <a:pt x="1" y="0"/>
                    </a:moveTo>
                    <a:lnTo>
                      <a:pt x="1" y="10884"/>
                    </a:lnTo>
                    <a:lnTo>
                      <a:pt x="12247" y="10884"/>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13"/>
              <p:cNvSpPr/>
              <p:nvPr/>
            </p:nvSpPr>
            <p:spPr>
              <a:xfrm flipH="1">
                <a:off x="8176054" y="4277321"/>
                <a:ext cx="74390" cy="85004"/>
              </a:xfrm>
              <a:custGeom>
                <a:rect b="b" l="l" r="r" t="t"/>
                <a:pathLst>
                  <a:path extrusionOk="0" h="10884" w="9525">
                    <a:moveTo>
                      <a:pt x="1" y="0"/>
                    </a:moveTo>
                    <a:lnTo>
                      <a:pt x="1" y="10884"/>
                    </a:lnTo>
                    <a:lnTo>
                      <a:pt x="9525" y="1088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13"/>
              <p:cNvSpPr/>
              <p:nvPr/>
            </p:nvSpPr>
            <p:spPr>
              <a:xfrm flipH="1">
                <a:off x="8250417" y="4277321"/>
                <a:ext cx="85012" cy="85004"/>
              </a:xfrm>
              <a:custGeom>
                <a:rect b="b" l="l" r="r" t="t"/>
                <a:pathLst>
                  <a:path extrusionOk="0" h="10884" w="10885">
                    <a:moveTo>
                      <a:pt x="0" y="0"/>
                    </a:moveTo>
                    <a:lnTo>
                      <a:pt x="0"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13"/>
              <p:cNvSpPr/>
              <p:nvPr/>
            </p:nvSpPr>
            <p:spPr>
              <a:xfrm flipH="1">
                <a:off x="8335399" y="4277321"/>
                <a:ext cx="95641" cy="85004"/>
              </a:xfrm>
              <a:custGeom>
                <a:rect b="b" l="l" r="r" t="t"/>
                <a:pathLst>
                  <a:path extrusionOk="0" h="10884" w="12246">
                    <a:moveTo>
                      <a:pt x="1" y="0"/>
                    </a:moveTo>
                    <a:lnTo>
                      <a:pt x="1" y="10884"/>
                    </a:lnTo>
                    <a:lnTo>
                      <a:pt x="12245" y="1088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13"/>
              <p:cNvSpPr/>
              <p:nvPr/>
            </p:nvSpPr>
            <p:spPr>
              <a:xfrm flipH="1">
                <a:off x="8431015" y="4277321"/>
                <a:ext cx="74390" cy="85004"/>
              </a:xfrm>
              <a:custGeom>
                <a:rect b="b" l="l" r="r" t="t"/>
                <a:pathLst>
                  <a:path extrusionOk="0" h="10884" w="9525">
                    <a:moveTo>
                      <a:pt x="1" y="0"/>
                    </a:moveTo>
                    <a:lnTo>
                      <a:pt x="1" y="10884"/>
                    </a:lnTo>
                    <a:lnTo>
                      <a:pt x="9525" y="1088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13"/>
              <p:cNvSpPr/>
              <p:nvPr/>
            </p:nvSpPr>
            <p:spPr>
              <a:xfrm flipH="1">
                <a:off x="8505377" y="4277321"/>
                <a:ext cx="85012" cy="85004"/>
              </a:xfrm>
              <a:custGeom>
                <a:rect b="b" l="l" r="r" t="t"/>
                <a:pathLst>
                  <a:path extrusionOk="0" h="10884" w="10885">
                    <a:moveTo>
                      <a:pt x="0" y="0"/>
                    </a:moveTo>
                    <a:lnTo>
                      <a:pt x="0"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13"/>
              <p:cNvSpPr/>
              <p:nvPr/>
            </p:nvSpPr>
            <p:spPr>
              <a:xfrm flipH="1">
                <a:off x="8590359" y="4277321"/>
                <a:ext cx="95641" cy="85004"/>
              </a:xfrm>
              <a:custGeom>
                <a:rect b="b" l="l" r="r" t="t"/>
                <a:pathLst>
                  <a:path extrusionOk="0" h="10884" w="12246">
                    <a:moveTo>
                      <a:pt x="0" y="0"/>
                    </a:moveTo>
                    <a:lnTo>
                      <a:pt x="0" y="10884"/>
                    </a:lnTo>
                    <a:lnTo>
                      <a:pt x="12245" y="1088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13"/>
              <p:cNvSpPr/>
              <p:nvPr/>
            </p:nvSpPr>
            <p:spPr>
              <a:xfrm flipH="1">
                <a:off x="7315559" y="4181710"/>
                <a:ext cx="85020" cy="95641"/>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13"/>
              <p:cNvSpPr/>
              <p:nvPr/>
            </p:nvSpPr>
            <p:spPr>
              <a:xfrm flipH="1">
                <a:off x="7400551" y="4181710"/>
                <a:ext cx="85012" cy="95641"/>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13"/>
              <p:cNvSpPr/>
              <p:nvPr/>
            </p:nvSpPr>
            <p:spPr>
              <a:xfrm flipH="1">
                <a:off x="7485535" y="4181710"/>
                <a:ext cx="85012" cy="95641"/>
              </a:xfrm>
              <a:custGeom>
                <a:rect b="b" l="l" r="r" t="t"/>
                <a:pathLst>
                  <a:path extrusionOk="0" h="12246" w="10885">
                    <a:moveTo>
                      <a:pt x="0" y="1"/>
                    </a:moveTo>
                    <a:lnTo>
                      <a:pt x="0" y="12245"/>
                    </a:lnTo>
                    <a:lnTo>
                      <a:pt x="10884" y="1224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13"/>
              <p:cNvSpPr/>
              <p:nvPr/>
            </p:nvSpPr>
            <p:spPr>
              <a:xfrm flipH="1">
                <a:off x="7570520" y="4181710"/>
                <a:ext cx="85020" cy="95641"/>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13"/>
              <p:cNvSpPr/>
              <p:nvPr/>
            </p:nvSpPr>
            <p:spPr>
              <a:xfrm flipH="1">
                <a:off x="7655512" y="4181710"/>
                <a:ext cx="85012" cy="95641"/>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13"/>
              <p:cNvSpPr/>
              <p:nvPr/>
            </p:nvSpPr>
            <p:spPr>
              <a:xfrm flipH="1">
                <a:off x="7740496" y="4181710"/>
                <a:ext cx="85020" cy="95641"/>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13"/>
              <p:cNvSpPr/>
              <p:nvPr/>
            </p:nvSpPr>
            <p:spPr>
              <a:xfrm flipH="1">
                <a:off x="7825485" y="4181710"/>
                <a:ext cx="95633" cy="95641"/>
              </a:xfrm>
              <a:custGeom>
                <a:rect b="b" l="l" r="r" t="t"/>
                <a:pathLst>
                  <a:path extrusionOk="0" h="12246" w="12245">
                    <a:moveTo>
                      <a:pt x="0" y="1"/>
                    </a:moveTo>
                    <a:lnTo>
                      <a:pt x="0"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13"/>
              <p:cNvSpPr/>
              <p:nvPr/>
            </p:nvSpPr>
            <p:spPr>
              <a:xfrm flipH="1">
                <a:off x="7921094" y="4181710"/>
                <a:ext cx="74382" cy="95641"/>
              </a:xfrm>
              <a:custGeom>
                <a:rect b="b" l="l" r="r" t="t"/>
                <a:pathLst>
                  <a:path extrusionOk="0" h="12246" w="9524">
                    <a:moveTo>
                      <a:pt x="0" y="1"/>
                    </a:moveTo>
                    <a:lnTo>
                      <a:pt x="0" y="12245"/>
                    </a:lnTo>
                    <a:lnTo>
                      <a:pt x="9523" y="1224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13"/>
              <p:cNvSpPr/>
              <p:nvPr/>
            </p:nvSpPr>
            <p:spPr>
              <a:xfrm flipH="1">
                <a:off x="7995449" y="4181710"/>
                <a:ext cx="85020" cy="95641"/>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13"/>
              <p:cNvSpPr/>
              <p:nvPr/>
            </p:nvSpPr>
            <p:spPr>
              <a:xfrm flipH="1">
                <a:off x="8080438" y="4181710"/>
                <a:ext cx="95649" cy="95641"/>
              </a:xfrm>
              <a:custGeom>
                <a:rect b="b" l="l" r="r" t="t"/>
                <a:pathLst>
                  <a:path extrusionOk="0" h="12246" w="12247">
                    <a:moveTo>
                      <a:pt x="1" y="1"/>
                    </a:moveTo>
                    <a:lnTo>
                      <a:pt x="1" y="12245"/>
                    </a:lnTo>
                    <a:lnTo>
                      <a:pt x="12247" y="1224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13"/>
              <p:cNvSpPr/>
              <p:nvPr/>
            </p:nvSpPr>
            <p:spPr>
              <a:xfrm flipH="1">
                <a:off x="8176054" y="4181710"/>
                <a:ext cx="74390" cy="95641"/>
              </a:xfrm>
              <a:custGeom>
                <a:rect b="b" l="l" r="r" t="t"/>
                <a:pathLst>
                  <a:path extrusionOk="0" h="12246" w="9525">
                    <a:moveTo>
                      <a:pt x="1" y="1"/>
                    </a:moveTo>
                    <a:lnTo>
                      <a:pt x="1" y="12245"/>
                    </a:lnTo>
                    <a:lnTo>
                      <a:pt x="9525" y="1224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13"/>
              <p:cNvSpPr/>
              <p:nvPr/>
            </p:nvSpPr>
            <p:spPr>
              <a:xfrm flipH="1">
                <a:off x="8250417" y="4181710"/>
                <a:ext cx="85012" cy="95641"/>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13"/>
              <p:cNvSpPr/>
              <p:nvPr/>
            </p:nvSpPr>
            <p:spPr>
              <a:xfrm flipH="1">
                <a:off x="8335399" y="4181710"/>
                <a:ext cx="95641" cy="95641"/>
              </a:xfrm>
              <a:custGeom>
                <a:rect b="b" l="l" r="r" t="t"/>
                <a:pathLst>
                  <a:path extrusionOk="0" h="12246" w="12246">
                    <a:moveTo>
                      <a:pt x="1" y="1"/>
                    </a:moveTo>
                    <a:lnTo>
                      <a:pt x="1"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13"/>
              <p:cNvSpPr/>
              <p:nvPr/>
            </p:nvSpPr>
            <p:spPr>
              <a:xfrm flipH="1">
                <a:off x="8431015" y="4181710"/>
                <a:ext cx="74390" cy="95641"/>
              </a:xfrm>
              <a:custGeom>
                <a:rect b="b" l="l" r="r" t="t"/>
                <a:pathLst>
                  <a:path extrusionOk="0" h="12246" w="9525">
                    <a:moveTo>
                      <a:pt x="1" y="1"/>
                    </a:moveTo>
                    <a:lnTo>
                      <a:pt x="1" y="12245"/>
                    </a:lnTo>
                    <a:lnTo>
                      <a:pt x="9525" y="1224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13"/>
              <p:cNvSpPr/>
              <p:nvPr/>
            </p:nvSpPr>
            <p:spPr>
              <a:xfrm flipH="1">
                <a:off x="8505377" y="4181710"/>
                <a:ext cx="85012" cy="95641"/>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13"/>
              <p:cNvSpPr/>
              <p:nvPr/>
            </p:nvSpPr>
            <p:spPr>
              <a:xfrm flipH="1">
                <a:off x="8590359" y="4181710"/>
                <a:ext cx="95641" cy="95641"/>
              </a:xfrm>
              <a:custGeom>
                <a:rect b="b" l="l" r="r" t="t"/>
                <a:pathLst>
                  <a:path extrusionOk="0" h="12246" w="12246">
                    <a:moveTo>
                      <a:pt x="0" y="1"/>
                    </a:moveTo>
                    <a:lnTo>
                      <a:pt x="0"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13"/>
              <p:cNvSpPr/>
              <p:nvPr/>
            </p:nvSpPr>
            <p:spPr>
              <a:xfrm flipH="1">
                <a:off x="7315559" y="4107344"/>
                <a:ext cx="85020" cy="74390"/>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13"/>
              <p:cNvSpPr/>
              <p:nvPr/>
            </p:nvSpPr>
            <p:spPr>
              <a:xfrm flipH="1">
                <a:off x="7400551" y="4107344"/>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13"/>
              <p:cNvSpPr/>
              <p:nvPr/>
            </p:nvSpPr>
            <p:spPr>
              <a:xfrm flipH="1">
                <a:off x="7485535" y="4107344"/>
                <a:ext cx="85012" cy="74390"/>
              </a:xfrm>
              <a:custGeom>
                <a:rect b="b" l="l" r="r" t="t"/>
                <a:pathLst>
                  <a:path extrusionOk="0" h="9525" w="10885">
                    <a:moveTo>
                      <a:pt x="0" y="0"/>
                    </a:moveTo>
                    <a:lnTo>
                      <a:pt x="0" y="9525"/>
                    </a:lnTo>
                    <a:lnTo>
                      <a:pt x="10884" y="952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13"/>
              <p:cNvSpPr/>
              <p:nvPr/>
            </p:nvSpPr>
            <p:spPr>
              <a:xfrm flipH="1">
                <a:off x="7570520" y="4107344"/>
                <a:ext cx="85020" cy="74390"/>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13"/>
              <p:cNvSpPr/>
              <p:nvPr/>
            </p:nvSpPr>
            <p:spPr>
              <a:xfrm flipH="1">
                <a:off x="7655512" y="4107344"/>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13"/>
              <p:cNvSpPr/>
              <p:nvPr/>
            </p:nvSpPr>
            <p:spPr>
              <a:xfrm flipH="1">
                <a:off x="7740496" y="4107344"/>
                <a:ext cx="85020" cy="74390"/>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13"/>
              <p:cNvSpPr/>
              <p:nvPr/>
            </p:nvSpPr>
            <p:spPr>
              <a:xfrm flipH="1">
                <a:off x="7825485" y="4107344"/>
                <a:ext cx="95633" cy="74390"/>
              </a:xfrm>
              <a:custGeom>
                <a:rect b="b" l="l" r="r" t="t"/>
                <a:pathLst>
                  <a:path extrusionOk="0" h="9525" w="12245">
                    <a:moveTo>
                      <a:pt x="0" y="0"/>
                    </a:moveTo>
                    <a:lnTo>
                      <a:pt x="0"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13"/>
              <p:cNvSpPr/>
              <p:nvPr/>
            </p:nvSpPr>
            <p:spPr>
              <a:xfrm flipH="1">
                <a:off x="7921094" y="4107344"/>
                <a:ext cx="74382" cy="74390"/>
              </a:xfrm>
              <a:custGeom>
                <a:rect b="b" l="l" r="r" t="t"/>
                <a:pathLst>
                  <a:path extrusionOk="0" h="9525" w="9524">
                    <a:moveTo>
                      <a:pt x="0" y="0"/>
                    </a:moveTo>
                    <a:lnTo>
                      <a:pt x="0" y="9525"/>
                    </a:lnTo>
                    <a:lnTo>
                      <a:pt x="9523" y="9525"/>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13"/>
              <p:cNvSpPr/>
              <p:nvPr/>
            </p:nvSpPr>
            <p:spPr>
              <a:xfrm flipH="1">
                <a:off x="7995449" y="4107344"/>
                <a:ext cx="85020" cy="74390"/>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13"/>
              <p:cNvSpPr/>
              <p:nvPr/>
            </p:nvSpPr>
            <p:spPr>
              <a:xfrm flipH="1">
                <a:off x="8080438" y="4107344"/>
                <a:ext cx="95649" cy="74390"/>
              </a:xfrm>
              <a:custGeom>
                <a:rect b="b" l="l" r="r" t="t"/>
                <a:pathLst>
                  <a:path extrusionOk="0" h="9525" w="12247">
                    <a:moveTo>
                      <a:pt x="1" y="0"/>
                    </a:moveTo>
                    <a:lnTo>
                      <a:pt x="1" y="9525"/>
                    </a:lnTo>
                    <a:lnTo>
                      <a:pt x="12247" y="952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13"/>
              <p:cNvSpPr/>
              <p:nvPr/>
            </p:nvSpPr>
            <p:spPr>
              <a:xfrm flipH="1">
                <a:off x="8176054" y="4107344"/>
                <a:ext cx="74390" cy="74390"/>
              </a:xfrm>
              <a:custGeom>
                <a:rect b="b" l="l" r="r" t="t"/>
                <a:pathLst>
                  <a:path extrusionOk="0" h="9525" w="9525">
                    <a:moveTo>
                      <a:pt x="1" y="0"/>
                    </a:moveTo>
                    <a:lnTo>
                      <a:pt x="1" y="9525"/>
                    </a:lnTo>
                    <a:lnTo>
                      <a:pt x="9525" y="952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13"/>
              <p:cNvSpPr/>
              <p:nvPr/>
            </p:nvSpPr>
            <p:spPr>
              <a:xfrm flipH="1">
                <a:off x="8250417" y="4107344"/>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13"/>
              <p:cNvSpPr/>
              <p:nvPr/>
            </p:nvSpPr>
            <p:spPr>
              <a:xfrm flipH="1">
                <a:off x="8335399" y="4107344"/>
                <a:ext cx="95641" cy="74390"/>
              </a:xfrm>
              <a:custGeom>
                <a:rect b="b" l="l" r="r" t="t"/>
                <a:pathLst>
                  <a:path extrusionOk="0" h="9525" w="12246">
                    <a:moveTo>
                      <a:pt x="1" y="0"/>
                    </a:moveTo>
                    <a:lnTo>
                      <a:pt x="1"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13"/>
              <p:cNvSpPr/>
              <p:nvPr/>
            </p:nvSpPr>
            <p:spPr>
              <a:xfrm flipH="1">
                <a:off x="8431015" y="4107344"/>
                <a:ext cx="74390" cy="74390"/>
              </a:xfrm>
              <a:custGeom>
                <a:rect b="b" l="l" r="r" t="t"/>
                <a:pathLst>
                  <a:path extrusionOk="0" h="9525" w="9525">
                    <a:moveTo>
                      <a:pt x="1" y="0"/>
                    </a:moveTo>
                    <a:lnTo>
                      <a:pt x="1" y="9525"/>
                    </a:lnTo>
                    <a:lnTo>
                      <a:pt x="9525" y="952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13"/>
              <p:cNvSpPr/>
              <p:nvPr/>
            </p:nvSpPr>
            <p:spPr>
              <a:xfrm flipH="1">
                <a:off x="8505377" y="4107344"/>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13"/>
              <p:cNvSpPr/>
              <p:nvPr/>
            </p:nvSpPr>
            <p:spPr>
              <a:xfrm flipH="1">
                <a:off x="8590359" y="4107344"/>
                <a:ext cx="95641" cy="74390"/>
              </a:xfrm>
              <a:custGeom>
                <a:rect b="b" l="l" r="r" t="t"/>
                <a:pathLst>
                  <a:path extrusionOk="0" h="9525" w="12246">
                    <a:moveTo>
                      <a:pt x="0" y="0"/>
                    </a:moveTo>
                    <a:lnTo>
                      <a:pt x="0"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13"/>
              <p:cNvSpPr/>
              <p:nvPr/>
            </p:nvSpPr>
            <p:spPr>
              <a:xfrm flipH="1">
                <a:off x="7315559" y="4022352"/>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13"/>
              <p:cNvSpPr/>
              <p:nvPr/>
            </p:nvSpPr>
            <p:spPr>
              <a:xfrm flipH="1">
                <a:off x="7400551" y="4022352"/>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13"/>
              <p:cNvSpPr/>
              <p:nvPr/>
            </p:nvSpPr>
            <p:spPr>
              <a:xfrm flipH="1">
                <a:off x="7485535" y="4022352"/>
                <a:ext cx="85012" cy="8502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13"/>
              <p:cNvSpPr/>
              <p:nvPr/>
            </p:nvSpPr>
            <p:spPr>
              <a:xfrm flipH="1">
                <a:off x="7570520" y="4022352"/>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13"/>
              <p:cNvSpPr/>
              <p:nvPr/>
            </p:nvSpPr>
            <p:spPr>
              <a:xfrm flipH="1">
                <a:off x="7655512" y="4022352"/>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13"/>
              <p:cNvSpPr/>
              <p:nvPr/>
            </p:nvSpPr>
            <p:spPr>
              <a:xfrm flipH="1">
                <a:off x="7740496" y="4022352"/>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13"/>
              <p:cNvSpPr/>
              <p:nvPr/>
            </p:nvSpPr>
            <p:spPr>
              <a:xfrm flipH="1">
                <a:off x="7825485" y="4022352"/>
                <a:ext cx="95633" cy="85020"/>
              </a:xfrm>
              <a:custGeom>
                <a:rect b="b" l="l" r="r" t="t"/>
                <a:pathLst>
                  <a:path extrusionOk="0" h="10886" w="12245">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13"/>
              <p:cNvSpPr/>
              <p:nvPr/>
            </p:nvSpPr>
            <p:spPr>
              <a:xfrm flipH="1">
                <a:off x="7921094" y="4022352"/>
                <a:ext cx="74382" cy="85020"/>
              </a:xfrm>
              <a:custGeom>
                <a:rect b="b" l="l" r="r" t="t"/>
                <a:pathLst>
                  <a:path extrusionOk="0" h="10886" w="9524">
                    <a:moveTo>
                      <a:pt x="0" y="1"/>
                    </a:moveTo>
                    <a:lnTo>
                      <a:pt x="0" y="10885"/>
                    </a:lnTo>
                    <a:lnTo>
                      <a:pt x="9523" y="1088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13"/>
              <p:cNvSpPr/>
              <p:nvPr/>
            </p:nvSpPr>
            <p:spPr>
              <a:xfrm flipH="1">
                <a:off x="7995449" y="4022352"/>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13"/>
              <p:cNvSpPr/>
              <p:nvPr/>
            </p:nvSpPr>
            <p:spPr>
              <a:xfrm flipH="1">
                <a:off x="8080438" y="4022352"/>
                <a:ext cx="95649" cy="85020"/>
              </a:xfrm>
              <a:custGeom>
                <a:rect b="b" l="l" r="r" t="t"/>
                <a:pathLst>
                  <a:path extrusionOk="0" h="10886" w="12247">
                    <a:moveTo>
                      <a:pt x="1" y="1"/>
                    </a:moveTo>
                    <a:lnTo>
                      <a:pt x="1" y="10885"/>
                    </a:lnTo>
                    <a:lnTo>
                      <a:pt x="12247" y="1088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13"/>
              <p:cNvSpPr/>
              <p:nvPr/>
            </p:nvSpPr>
            <p:spPr>
              <a:xfrm flipH="1">
                <a:off x="8176054" y="4022352"/>
                <a:ext cx="74390" cy="8502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13"/>
              <p:cNvSpPr/>
              <p:nvPr/>
            </p:nvSpPr>
            <p:spPr>
              <a:xfrm flipH="1">
                <a:off x="8250417" y="4022352"/>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13"/>
              <p:cNvSpPr/>
              <p:nvPr/>
            </p:nvSpPr>
            <p:spPr>
              <a:xfrm flipH="1">
                <a:off x="8335399" y="4022352"/>
                <a:ext cx="95641" cy="85020"/>
              </a:xfrm>
              <a:custGeom>
                <a:rect b="b" l="l" r="r" t="t"/>
                <a:pathLst>
                  <a:path extrusionOk="0" h="10886" w="12246">
                    <a:moveTo>
                      <a:pt x="1" y="1"/>
                    </a:moveTo>
                    <a:lnTo>
                      <a:pt x="1"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13"/>
              <p:cNvSpPr/>
              <p:nvPr/>
            </p:nvSpPr>
            <p:spPr>
              <a:xfrm flipH="1">
                <a:off x="8431015" y="4022352"/>
                <a:ext cx="74390" cy="8502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13"/>
              <p:cNvSpPr/>
              <p:nvPr/>
            </p:nvSpPr>
            <p:spPr>
              <a:xfrm flipH="1">
                <a:off x="8505377" y="4022352"/>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13"/>
              <p:cNvSpPr/>
              <p:nvPr/>
            </p:nvSpPr>
            <p:spPr>
              <a:xfrm flipH="1">
                <a:off x="8590359" y="4022352"/>
                <a:ext cx="95641" cy="85020"/>
              </a:xfrm>
              <a:custGeom>
                <a:rect b="b" l="l" r="r" t="t"/>
                <a:pathLst>
                  <a:path extrusionOk="0" h="10886" w="12246">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13"/>
              <p:cNvSpPr/>
              <p:nvPr/>
            </p:nvSpPr>
            <p:spPr>
              <a:xfrm flipH="1">
                <a:off x="7315559" y="3926748"/>
                <a:ext cx="85020" cy="95633"/>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13"/>
              <p:cNvSpPr/>
              <p:nvPr/>
            </p:nvSpPr>
            <p:spPr>
              <a:xfrm flipH="1">
                <a:off x="7400551" y="3926748"/>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13"/>
              <p:cNvSpPr/>
              <p:nvPr/>
            </p:nvSpPr>
            <p:spPr>
              <a:xfrm flipH="1">
                <a:off x="7485535" y="3926748"/>
                <a:ext cx="85012" cy="95633"/>
              </a:xfrm>
              <a:custGeom>
                <a:rect b="b" l="l" r="r" t="t"/>
                <a:pathLst>
                  <a:path extrusionOk="0" h="12245" w="10885">
                    <a:moveTo>
                      <a:pt x="0" y="0"/>
                    </a:moveTo>
                    <a:lnTo>
                      <a:pt x="0" y="12245"/>
                    </a:lnTo>
                    <a:lnTo>
                      <a:pt x="10884" y="1224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13"/>
              <p:cNvSpPr/>
              <p:nvPr/>
            </p:nvSpPr>
            <p:spPr>
              <a:xfrm flipH="1">
                <a:off x="7570520" y="3926748"/>
                <a:ext cx="85020" cy="95633"/>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13"/>
              <p:cNvSpPr/>
              <p:nvPr/>
            </p:nvSpPr>
            <p:spPr>
              <a:xfrm flipH="1">
                <a:off x="7655512" y="3926748"/>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13"/>
              <p:cNvSpPr/>
              <p:nvPr/>
            </p:nvSpPr>
            <p:spPr>
              <a:xfrm flipH="1">
                <a:off x="7740496" y="3926748"/>
                <a:ext cx="85020" cy="95633"/>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13"/>
              <p:cNvSpPr/>
              <p:nvPr/>
            </p:nvSpPr>
            <p:spPr>
              <a:xfrm flipH="1">
                <a:off x="7825485" y="3926748"/>
                <a:ext cx="95633" cy="95633"/>
              </a:xfrm>
              <a:custGeom>
                <a:rect b="b" l="l" r="r" t="t"/>
                <a:pathLst>
                  <a:path extrusionOk="0" h="12245" w="12245">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13"/>
              <p:cNvSpPr/>
              <p:nvPr/>
            </p:nvSpPr>
            <p:spPr>
              <a:xfrm flipH="1">
                <a:off x="7921094" y="3926748"/>
                <a:ext cx="74382" cy="95633"/>
              </a:xfrm>
              <a:custGeom>
                <a:rect b="b" l="l" r="r" t="t"/>
                <a:pathLst>
                  <a:path extrusionOk="0" h="12245" w="9524">
                    <a:moveTo>
                      <a:pt x="0" y="0"/>
                    </a:moveTo>
                    <a:lnTo>
                      <a:pt x="0" y="12245"/>
                    </a:lnTo>
                    <a:lnTo>
                      <a:pt x="9523" y="12245"/>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13"/>
              <p:cNvSpPr/>
              <p:nvPr/>
            </p:nvSpPr>
            <p:spPr>
              <a:xfrm flipH="1">
                <a:off x="7995449" y="3926748"/>
                <a:ext cx="85020" cy="95633"/>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13"/>
              <p:cNvSpPr/>
              <p:nvPr/>
            </p:nvSpPr>
            <p:spPr>
              <a:xfrm flipH="1">
                <a:off x="8080438" y="3926748"/>
                <a:ext cx="95649" cy="95633"/>
              </a:xfrm>
              <a:custGeom>
                <a:rect b="b" l="l" r="r" t="t"/>
                <a:pathLst>
                  <a:path extrusionOk="0" h="12245" w="12247">
                    <a:moveTo>
                      <a:pt x="1" y="0"/>
                    </a:moveTo>
                    <a:lnTo>
                      <a:pt x="1" y="12245"/>
                    </a:lnTo>
                    <a:lnTo>
                      <a:pt x="12247" y="1224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13"/>
              <p:cNvSpPr/>
              <p:nvPr/>
            </p:nvSpPr>
            <p:spPr>
              <a:xfrm flipH="1">
                <a:off x="8176054" y="3926748"/>
                <a:ext cx="74390" cy="95633"/>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13"/>
              <p:cNvSpPr/>
              <p:nvPr/>
            </p:nvSpPr>
            <p:spPr>
              <a:xfrm flipH="1">
                <a:off x="8250417" y="3926748"/>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13"/>
              <p:cNvSpPr/>
              <p:nvPr/>
            </p:nvSpPr>
            <p:spPr>
              <a:xfrm flipH="1">
                <a:off x="8335399" y="3926748"/>
                <a:ext cx="95641" cy="95633"/>
              </a:xfrm>
              <a:custGeom>
                <a:rect b="b" l="l" r="r" t="t"/>
                <a:pathLst>
                  <a:path extrusionOk="0" h="12245" w="12246">
                    <a:moveTo>
                      <a:pt x="1" y="0"/>
                    </a:moveTo>
                    <a:lnTo>
                      <a:pt x="1"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13"/>
              <p:cNvSpPr/>
              <p:nvPr/>
            </p:nvSpPr>
            <p:spPr>
              <a:xfrm flipH="1">
                <a:off x="8431015" y="3926748"/>
                <a:ext cx="74390" cy="95633"/>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13"/>
              <p:cNvSpPr/>
              <p:nvPr/>
            </p:nvSpPr>
            <p:spPr>
              <a:xfrm flipH="1">
                <a:off x="8505377" y="3926748"/>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13"/>
              <p:cNvSpPr/>
              <p:nvPr/>
            </p:nvSpPr>
            <p:spPr>
              <a:xfrm flipH="1">
                <a:off x="8590359" y="3926748"/>
                <a:ext cx="95641" cy="95633"/>
              </a:xfrm>
              <a:custGeom>
                <a:rect b="b" l="l" r="r" t="t"/>
                <a:pathLst>
                  <a:path extrusionOk="0" h="12245" w="12246">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13"/>
              <p:cNvSpPr/>
              <p:nvPr/>
            </p:nvSpPr>
            <p:spPr>
              <a:xfrm flipH="1">
                <a:off x="7315559" y="3852383"/>
                <a:ext cx="85020" cy="74390"/>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13"/>
              <p:cNvSpPr/>
              <p:nvPr/>
            </p:nvSpPr>
            <p:spPr>
              <a:xfrm flipH="1">
                <a:off x="7400551" y="3852383"/>
                <a:ext cx="85012" cy="74390"/>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13"/>
              <p:cNvSpPr/>
              <p:nvPr/>
            </p:nvSpPr>
            <p:spPr>
              <a:xfrm flipH="1">
                <a:off x="7485535" y="3852383"/>
                <a:ext cx="85012" cy="74390"/>
              </a:xfrm>
              <a:custGeom>
                <a:rect b="b" l="l" r="r" t="t"/>
                <a:pathLst>
                  <a:path extrusionOk="0" h="9525" w="10885">
                    <a:moveTo>
                      <a:pt x="0" y="0"/>
                    </a:moveTo>
                    <a:lnTo>
                      <a:pt x="0" y="9524"/>
                    </a:lnTo>
                    <a:lnTo>
                      <a:pt x="10884" y="9524"/>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13"/>
              <p:cNvSpPr/>
              <p:nvPr/>
            </p:nvSpPr>
            <p:spPr>
              <a:xfrm flipH="1">
                <a:off x="7570520" y="3852383"/>
                <a:ext cx="85020" cy="74390"/>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13"/>
              <p:cNvSpPr/>
              <p:nvPr/>
            </p:nvSpPr>
            <p:spPr>
              <a:xfrm flipH="1">
                <a:off x="7655512" y="3852383"/>
                <a:ext cx="85012" cy="74390"/>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13"/>
              <p:cNvSpPr/>
              <p:nvPr/>
            </p:nvSpPr>
            <p:spPr>
              <a:xfrm flipH="1">
                <a:off x="7740496" y="3852383"/>
                <a:ext cx="85020" cy="74390"/>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13"/>
              <p:cNvSpPr/>
              <p:nvPr/>
            </p:nvSpPr>
            <p:spPr>
              <a:xfrm flipH="1">
                <a:off x="7825485" y="3852383"/>
                <a:ext cx="95633" cy="74390"/>
              </a:xfrm>
              <a:custGeom>
                <a:rect b="b" l="l" r="r" t="t"/>
                <a:pathLst>
                  <a:path extrusionOk="0" h="9525" w="12245">
                    <a:moveTo>
                      <a:pt x="0" y="0"/>
                    </a:moveTo>
                    <a:lnTo>
                      <a:pt x="0"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13"/>
              <p:cNvSpPr/>
              <p:nvPr/>
            </p:nvSpPr>
            <p:spPr>
              <a:xfrm flipH="1">
                <a:off x="7921094" y="3852383"/>
                <a:ext cx="74382" cy="74390"/>
              </a:xfrm>
              <a:custGeom>
                <a:rect b="b" l="l" r="r" t="t"/>
                <a:pathLst>
                  <a:path extrusionOk="0" h="9525" w="9524">
                    <a:moveTo>
                      <a:pt x="0" y="0"/>
                    </a:moveTo>
                    <a:lnTo>
                      <a:pt x="0" y="9524"/>
                    </a:lnTo>
                    <a:lnTo>
                      <a:pt x="9523" y="9524"/>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13"/>
              <p:cNvSpPr/>
              <p:nvPr/>
            </p:nvSpPr>
            <p:spPr>
              <a:xfrm flipH="1">
                <a:off x="7995449" y="3852383"/>
                <a:ext cx="85020" cy="74390"/>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13"/>
              <p:cNvSpPr/>
              <p:nvPr/>
            </p:nvSpPr>
            <p:spPr>
              <a:xfrm flipH="1">
                <a:off x="8080438" y="3852383"/>
                <a:ext cx="95649" cy="74390"/>
              </a:xfrm>
              <a:custGeom>
                <a:rect b="b" l="l" r="r" t="t"/>
                <a:pathLst>
                  <a:path extrusionOk="0" h="9525" w="12247">
                    <a:moveTo>
                      <a:pt x="1" y="0"/>
                    </a:moveTo>
                    <a:lnTo>
                      <a:pt x="1" y="9524"/>
                    </a:lnTo>
                    <a:lnTo>
                      <a:pt x="12247" y="9524"/>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13"/>
              <p:cNvSpPr/>
              <p:nvPr/>
            </p:nvSpPr>
            <p:spPr>
              <a:xfrm flipH="1">
                <a:off x="8176054" y="3852383"/>
                <a:ext cx="74390" cy="74390"/>
              </a:xfrm>
              <a:custGeom>
                <a:rect b="b" l="l" r="r" t="t"/>
                <a:pathLst>
                  <a:path extrusionOk="0" h="9525" w="9525">
                    <a:moveTo>
                      <a:pt x="1" y="0"/>
                    </a:moveTo>
                    <a:lnTo>
                      <a:pt x="1" y="9524"/>
                    </a:lnTo>
                    <a:lnTo>
                      <a:pt x="9525" y="952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13"/>
              <p:cNvSpPr/>
              <p:nvPr/>
            </p:nvSpPr>
            <p:spPr>
              <a:xfrm flipH="1">
                <a:off x="8250417" y="3852383"/>
                <a:ext cx="85012" cy="74390"/>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13"/>
              <p:cNvSpPr/>
              <p:nvPr/>
            </p:nvSpPr>
            <p:spPr>
              <a:xfrm flipH="1">
                <a:off x="8335399" y="3852383"/>
                <a:ext cx="95641" cy="74390"/>
              </a:xfrm>
              <a:custGeom>
                <a:rect b="b" l="l" r="r" t="t"/>
                <a:pathLst>
                  <a:path extrusionOk="0" h="9525" w="12246">
                    <a:moveTo>
                      <a:pt x="1" y="0"/>
                    </a:moveTo>
                    <a:lnTo>
                      <a:pt x="1"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13"/>
              <p:cNvSpPr/>
              <p:nvPr/>
            </p:nvSpPr>
            <p:spPr>
              <a:xfrm flipH="1">
                <a:off x="8431015" y="3852383"/>
                <a:ext cx="74390" cy="74390"/>
              </a:xfrm>
              <a:custGeom>
                <a:rect b="b" l="l" r="r" t="t"/>
                <a:pathLst>
                  <a:path extrusionOk="0" h="9525" w="9525">
                    <a:moveTo>
                      <a:pt x="1" y="0"/>
                    </a:moveTo>
                    <a:lnTo>
                      <a:pt x="1" y="9524"/>
                    </a:lnTo>
                    <a:lnTo>
                      <a:pt x="9525" y="952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13"/>
              <p:cNvSpPr/>
              <p:nvPr/>
            </p:nvSpPr>
            <p:spPr>
              <a:xfrm flipH="1">
                <a:off x="8505377" y="3852383"/>
                <a:ext cx="85012" cy="74390"/>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13"/>
              <p:cNvSpPr/>
              <p:nvPr/>
            </p:nvSpPr>
            <p:spPr>
              <a:xfrm flipH="1">
                <a:off x="8590359" y="3852383"/>
                <a:ext cx="95641" cy="74390"/>
              </a:xfrm>
              <a:custGeom>
                <a:rect b="b" l="l" r="r" t="t"/>
                <a:pathLst>
                  <a:path extrusionOk="0" h="9525" w="12246">
                    <a:moveTo>
                      <a:pt x="0" y="0"/>
                    </a:moveTo>
                    <a:lnTo>
                      <a:pt x="0"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13"/>
              <p:cNvSpPr/>
              <p:nvPr/>
            </p:nvSpPr>
            <p:spPr>
              <a:xfrm flipH="1">
                <a:off x="7230575" y="4192329"/>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13"/>
              <p:cNvSpPr/>
              <p:nvPr/>
            </p:nvSpPr>
            <p:spPr>
              <a:xfrm flipH="1">
                <a:off x="7230575" y="4117963"/>
                <a:ext cx="85012" cy="74390"/>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13"/>
              <p:cNvSpPr/>
              <p:nvPr/>
            </p:nvSpPr>
            <p:spPr>
              <a:xfrm flipH="1">
                <a:off x="7230575" y="4022352"/>
                <a:ext cx="85012" cy="95641"/>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13"/>
              <p:cNvSpPr/>
              <p:nvPr/>
            </p:nvSpPr>
            <p:spPr>
              <a:xfrm flipH="1">
                <a:off x="7230575" y="3937368"/>
                <a:ext cx="85012" cy="85012"/>
              </a:xfrm>
              <a:custGeom>
                <a:rect b="b" l="l" r="r" t="t"/>
                <a:pathLst>
                  <a:path extrusionOk="0" h="10885"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13"/>
              <p:cNvSpPr/>
              <p:nvPr/>
            </p:nvSpPr>
            <p:spPr>
              <a:xfrm flipH="1">
                <a:off x="7230575" y="3863002"/>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13"/>
              <p:cNvSpPr/>
              <p:nvPr/>
            </p:nvSpPr>
            <p:spPr>
              <a:xfrm flipH="1">
                <a:off x="7400551" y="3767391"/>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13"/>
              <p:cNvSpPr/>
              <p:nvPr/>
            </p:nvSpPr>
            <p:spPr>
              <a:xfrm flipH="1">
                <a:off x="7485535" y="3767391"/>
                <a:ext cx="85012" cy="8502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13"/>
              <p:cNvSpPr/>
              <p:nvPr/>
            </p:nvSpPr>
            <p:spPr>
              <a:xfrm flipH="1">
                <a:off x="7570520" y="3767391"/>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13"/>
              <p:cNvSpPr/>
              <p:nvPr/>
            </p:nvSpPr>
            <p:spPr>
              <a:xfrm flipH="1">
                <a:off x="7740496" y="3767391"/>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13"/>
              <p:cNvSpPr/>
              <p:nvPr/>
            </p:nvSpPr>
            <p:spPr>
              <a:xfrm flipH="1">
                <a:off x="7825485" y="3767391"/>
                <a:ext cx="95633" cy="85020"/>
              </a:xfrm>
              <a:custGeom>
                <a:rect b="b" l="l" r="r" t="t"/>
                <a:pathLst>
                  <a:path extrusionOk="0" h="10886" w="12245">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13"/>
              <p:cNvSpPr/>
              <p:nvPr/>
            </p:nvSpPr>
            <p:spPr>
              <a:xfrm flipH="1">
                <a:off x="7921094" y="3767391"/>
                <a:ext cx="74382" cy="85020"/>
              </a:xfrm>
              <a:custGeom>
                <a:rect b="b" l="l" r="r" t="t"/>
                <a:pathLst>
                  <a:path extrusionOk="0" h="10886" w="9524">
                    <a:moveTo>
                      <a:pt x="0" y="1"/>
                    </a:moveTo>
                    <a:lnTo>
                      <a:pt x="0" y="10885"/>
                    </a:lnTo>
                    <a:lnTo>
                      <a:pt x="9523" y="1088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13"/>
              <p:cNvSpPr/>
              <p:nvPr/>
            </p:nvSpPr>
            <p:spPr>
              <a:xfrm flipH="1">
                <a:off x="7995449" y="3767391"/>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13"/>
              <p:cNvSpPr/>
              <p:nvPr/>
            </p:nvSpPr>
            <p:spPr>
              <a:xfrm flipH="1">
                <a:off x="8080438" y="3767391"/>
                <a:ext cx="95649" cy="85020"/>
              </a:xfrm>
              <a:custGeom>
                <a:rect b="b" l="l" r="r" t="t"/>
                <a:pathLst>
                  <a:path extrusionOk="0" h="10886" w="12247">
                    <a:moveTo>
                      <a:pt x="1" y="1"/>
                    </a:moveTo>
                    <a:lnTo>
                      <a:pt x="1" y="10885"/>
                    </a:lnTo>
                    <a:lnTo>
                      <a:pt x="12247" y="1088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13"/>
              <p:cNvSpPr/>
              <p:nvPr/>
            </p:nvSpPr>
            <p:spPr>
              <a:xfrm flipH="1">
                <a:off x="8176054" y="3767391"/>
                <a:ext cx="74390" cy="8502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13"/>
              <p:cNvSpPr/>
              <p:nvPr/>
            </p:nvSpPr>
            <p:spPr>
              <a:xfrm flipH="1">
                <a:off x="8250417" y="3767391"/>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13"/>
              <p:cNvSpPr/>
              <p:nvPr/>
            </p:nvSpPr>
            <p:spPr>
              <a:xfrm flipH="1">
                <a:off x="8335399" y="3767391"/>
                <a:ext cx="95641" cy="85020"/>
              </a:xfrm>
              <a:custGeom>
                <a:rect b="b" l="l" r="r" t="t"/>
                <a:pathLst>
                  <a:path extrusionOk="0" h="10886" w="12246">
                    <a:moveTo>
                      <a:pt x="1" y="1"/>
                    </a:moveTo>
                    <a:lnTo>
                      <a:pt x="1"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13"/>
              <p:cNvSpPr/>
              <p:nvPr/>
            </p:nvSpPr>
            <p:spPr>
              <a:xfrm flipH="1">
                <a:off x="8431015" y="3767391"/>
                <a:ext cx="74390" cy="8502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13"/>
              <p:cNvSpPr/>
              <p:nvPr/>
            </p:nvSpPr>
            <p:spPr>
              <a:xfrm flipH="1">
                <a:off x="8505377" y="3767391"/>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13"/>
              <p:cNvSpPr/>
              <p:nvPr/>
            </p:nvSpPr>
            <p:spPr>
              <a:xfrm flipH="1">
                <a:off x="8590359" y="3767391"/>
                <a:ext cx="95641" cy="85020"/>
              </a:xfrm>
              <a:custGeom>
                <a:rect b="b" l="l" r="r" t="t"/>
                <a:pathLst>
                  <a:path extrusionOk="0" h="10886" w="12246">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13"/>
              <p:cNvSpPr/>
              <p:nvPr/>
            </p:nvSpPr>
            <p:spPr>
              <a:xfrm flipH="1">
                <a:off x="8176054" y="3671779"/>
                <a:ext cx="74390" cy="95641"/>
              </a:xfrm>
              <a:custGeom>
                <a:rect b="b" l="l" r="r" t="t"/>
                <a:pathLst>
                  <a:path extrusionOk="0" h="12246" w="9525">
                    <a:moveTo>
                      <a:pt x="1" y="1"/>
                    </a:moveTo>
                    <a:lnTo>
                      <a:pt x="1" y="12246"/>
                    </a:lnTo>
                    <a:lnTo>
                      <a:pt x="9525" y="12246"/>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13"/>
              <p:cNvSpPr/>
              <p:nvPr/>
            </p:nvSpPr>
            <p:spPr>
              <a:xfrm flipH="1">
                <a:off x="8250417" y="3671779"/>
                <a:ext cx="85012" cy="95641"/>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13"/>
              <p:cNvSpPr/>
              <p:nvPr/>
            </p:nvSpPr>
            <p:spPr>
              <a:xfrm flipH="1">
                <a:off x="8335399" y="3671779"/>
                <a:ext cx="95641" cy="95641"/>
              </a:xfrm>
              <a:custGeom>
                <a:rect b="b" l="l" r="r" t="t"/>
                <a:pathLst>
                  <a:path extrusionOk="0" h="12246" w="12246">
                    <a:moveTo>
                      <a:pt x="1" y="1"/>
                    </a:moveTo>
                    <a:lnTo>
                      <a:pt x="1" y="12246"/>
                    </a:lnTo>
                    <a:lnTo>
                      <a:pt x="12245" y="12246"/>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13"/>
              <p:cNvSpPr/>
              <p:nvPr/>
            </p:nvSpPr>
            <p:spPr>
              <a:xfrm flipH="1">
                <a:off x="8431015" y="3671779"/>
                <a:ext cx="74390" cy="95641"/>
              </a:xfrm>
              <a:custGeom>
                <a:rect b="b" l="l" r="r" t="t"/>
                <a:pathLst>
                  <a:path extrusionOk="0" h="12246" w="9525">
                    <a:moveTo>
                      <a:pt x="1" y="1"/>
                    </a:moveTo>
                    <a:lnTo>
                      <a:pt x="1" y="12246"/>
                    </a:lnTo>
                    <a:lnTo>
                      <a:pt x="9525" y="12246"/>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13"/>
              <p:cNvSpPr/>
              <p:nvPr/>
            </p:nvSpPr>
            <p:spPr>
              <a:xfrm flipH="1">
                <a:off x="8505377" y="3671779"/>
                <a:ext cx="85012" cy="95641"/>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13"/>
              <p:cNvSpPr/>
              <p:nvPr/>
            </p:nvSpPr>
            <p:spPr>
              <a:xfrm flipH="1">
                <a:off x="8590359" y="3671779"/>
                <a:ext cx="95641" cy="95641"/>
              </a:xfrm>
              <a:custGeom>
                <a:rect b="b" l="l" r="r" t="t"/>
                <a:pathLst>
                  <a:path extrusionOk="0" h="12246" w="12246">
                    <a:moveTo>
                      <a:pt x="0" y="1"/>
                    </a:moveTo>
                    <a:lnTo>
                      <a:pt x="0" y="12246"/>
                    </a:lnTo>
                    <a:lnTo>
                      <a:pt x="12245" y="12246"/>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13"/>
              <p:cNvSpPr/>
              <p:nvPr/>
            </p:nvSpPr>
            <p:spPr>
              <a:xfrm flipH="1">
                <a:off x="8080438" y="3597414"/>
                <a:ext cx="95649" cy="74390"/>
              </a:xfrm>
              <a:custGeom>
                <a:rect b="b" l="l" r="r" t="t"/>
                <a:pathLst>
                  <a:path extrusionOk="0" h="9525" w="12247">
                    <a:moveTo>
                      <a:pt x="1" y="1"/>
                    </a:moveTo>
                    <a:lnTo>
                      <a:pt x="1" y="9525"/>
                    </a:lnTo>
                    <a:lnTo>
                      <a:pt x="12247" y="952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13"/>
              <p:cNvSpPr/>
              <p:nvPr/>
            </p:nvSpPr>
            <p:spPr>
              <a:xfrm flipH="1">
                <a:off x="8176054" y="3597414"/>
                <a:ext cx="74390" cy="74390"/>
              </a:xfrm>
              <a:custGeom>
                <a:rect b="b" l="l" r="r" t="t"/>
                <a:pathLst>
                  <a:path extrusionOk="0" h="9525" w="9525">
                    <a:moveTo>
                      <a:pt x="1" y="1"/>
                    </a:moveTo>
                    <a:lnTo>
                      <a:pt x="1" y="9525"/>
                    </a:lnTo>
                    <a:lnTo>
                      <a:pt x="9525" y="952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13"/>
              <p:cNvSpPr/>
              <p:nvPr/>
            </p:nvSpPr>
            <p:spPr>
              <a:xfrm flipH="1">
                <a:off x="8250417" y="3597414"/>
                <a:ext cx="85012" cy="74390"/>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13"/>
              <p:cNvSpPr/>
              <p:nvPr/>
            </p:nvSpPr>
            <p:spPr>
              <a:xfrm flipH="1">
                <a:off x="8335399" y="3597414"/>
                <a:ext cx="95641" cy="74390"/>
              </a:xfrm>
              <a:custGeom>
                <a:rect b="b" l="l" r="r" t="t"/>
                <a:pathLst>
                  <a:path extrusionOk="0" h="9525" w="12246">
                    <a:moveTo>
                      <a:pt x="1" y="1"/>
                    </a:moveTo>
                    <a:lnTo>
                      <a:pt x="1" y="9525"/>
                    </a:lnTo>
                    <a:lnTo>
                      <a:pt x="12245" y="952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13"/>
              <p:cNvSpPr/>
              <p:nvPr/>
            </p:nvSpPr>
            <p:spPr>
              <a:xfrm flipH="1">
                <a:off x="8431015" y="3597414"/>
                <a:ext cx="74390" cy="74390"/>
              </a:xfrm>
              <a:custGeom>
                <a:rect b="b" l="l" r="r" t="t"/>
                <a:pathLst>
                  <a:path extrusionOk="0" h="9525" w="9525">
                    <a:moveTo>
                      <a:pt x="1" y="1"/>
                    </a:moveTo>
                    <a:lnTo>
                      <a:pt x="1" y="9525"/>
                    </a:lnTo>
                    <a:lnTo>
                      <a:pt x="9525" y="952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13"/>
              <p:cNvSpPr/>
              <p:nvPr/>
            </p:nvSpPr>
            <p:spPr>
              <a:xfrm flipH="1">
                <a:off x="8505377" y="3597414"/>
                <a:ext cx="85012" cy="74390"/>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13"/>
              <p:cNvSpPr/>
              <p:nvPr/>
            </p:nvSpPr>
            <p:spPr>
              <a:xfrm flipH="1">
                <a:off x="8590359" y="3597414"/>
                <a:ext cx="95641" cy="74390"/>
              </a:xfrm>
              <a:custGeom>
                <a:rect b="b" l="l" r="r" t="t"/>
                <a:pathLst>
                  <a:path extrusionOk="0" h="9525" w="12246">
                    <a:moveTo>
                      <a:pt x="0" y="1"/>
                    </a:moveTo>
                    <a:lnTo>
                      <a:pt x="0" y="9525"/>
                    </a:lnTo>
                    <a:lnTo>
                      <a:pt x="12245" y="952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13"/>
              <p:cNvSpPr/>
              <p:nvPr/>
            </p:nvSpPr>
            <p:spPr>
              <a:xfrm flipH="1">
                <a:off x="8685973" y="3693026"/>
                <a:ext cx="85012" cy="74390"/>
              </a:xfrm>
              <a:custGeom>
                <a:rect b="b" l="l" r="r" t="t"/>
                <a:pathLst>
                  <a:path extrusionOk="0" h="9525" w="10885">
                    <a:moveTo>
                      <a:pt x="0" y="0"/>
                    </a:moveTo>
                    <a:lnTo>
                      <a:pt x="0" y="9525"/>
                    </a:lnTo>
                    <a:lnTo>
                      <a:pt x="10884" y="952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13"/>
              <p:cNvSpPr/>
              <p:nvPr/>
            </p:nvSpPr>
            <p:spPr>
              <a:xfrm flipH="1">
                <a:off x="8685973" y="3852383"/>
                <a:ext cx="85012" cy="85012"/>
              </a:xfrm>
              <a:custGeom>
                <a:rect b="b" l="l" r="r" t="t"/>
                <a:pathLst>
                  <a:path extrusionOk="0" h="10885" w="10885">
                    <a:moveTo>
                      <a:pt x="0" y="0"/>
                    </a:moveTo>
                    <a:lnTo>
                      <a:pt x="0" y="10885"/>
                    </a:lnTo>
                    <a:lnTo>
                      <a:pt x="10884" y="1088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13"/>
              <p:cNvSpPr/>
              <p:nvPr/>
            </p:nvSpPr>
            <p:spPr>
              <a:xfrm flipH="1">
                <a:off x="8685973" y="3937368"/>
                <a:ext cx="85012" cy="85012"/>
              </a:xfrm>
              <a:custGeom>
                <a:rect b="b" l="l" r="r" t="t"/>
                <a:pathLst>
                  <a:path extrusionOk="0" h="10885"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13"/>
              <p:cNvSpPr/>
              <p:nvPr/>
            </p:nvSpPr>
            <p:spPr>
              <a:xfrm flipH="1">
                <a:off x="8685973" y="4022352"/>
                <a:ext cx="85012" cy="8502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3"/>
              <p:cNvSpPr/>
              <p:nvPr/>
            </p:nvSpPr>
            <p:spPr>
              <a:xfrm flipH="1">
                <a:off x="8685973" y="4107344"/>
                <a:ext cx="85012" cy="85012"/>
              </a:xfrm>
              <a:custGeom>
                <a:rect b="b" l="l" r="r" t="t"/>
                <a:pathLst>
                  <a:path extrusionOk="0" h="10885" w="10885">
                    <a:moveTo>
                      <a:pt x="0" y="0"/>
                    </a:moveTo>
                    <a:lnTo>
                      <a:pt x="0" y="10885"/>
                    </a:lnTo>
                    <a:lnTo>
                      <a:pt x="10884" y="1088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13"/>
              <p:cNvSpPr/>
              <p:nvPr/>
            </p:nvSpPr>
            <p:spPr>
              <a:xfrm flipH="1">
                <a:off x="8685973" y="4192329"/>
                <a:ext cx="85012" cy="8502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13"/>
              <p:cNvSpPr/>
              <p:nvPr/>
            </p:nvSpPr>
            <p:spPr>
              <a:xfrm flipH="1">
                <a:off x="8080438" y="3501811"/>
                <a:ext cx="95649" cy="95633"/>
              </a:xfrm>
              <a:custGeom>
                <a:rect b="b" l="l" r="r" t="t"/>
                <a:pathLst>
                  <a:path extrusionOk="0" h="12245" w="12247">
                    <a:moveTo>
                      <a:pt x="1" y="0"/>
                    </a:moveTo>
                    <a:lnTo>
                      <a:pt x="1" y="12245"/>
                    </a:lnTo>
                    <a:lnTo>
                      <a:pt x="12247" y="1224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13"/>
              <p:cNvSpPr/>
              <p:nvPr/>
            </p:nvSpPr>
            <p:spPr>
              <a:xfrm flipH="1">
                <a:off x="8335399" y="3501811"/>
                <a:ext cx="95641" cy="95633"/>
              </a:xfrm>
              <a:custGeom>
                <a:rect b="b" l="l" r="r" t="t"/>
                <a:pathLst>
                  <a:path extrusionOk="0" h="12245" w="12246">
                    <a:moveTo>
                      <a:pt x="1" y="0"/>
                    </a:moveTo>
                    <a:lnTo>
                      <a:pt x="1"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13"/>
              <p:cNvSpPr/>
              <p:nvPr/>
            </p:nvSpPr>
            <p:spPr>
              <a:xfrm flipH="1">
                <a:off x="8431015" y="3501811"/>
                <a:ext cx="74390" cy="95633"/>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13"/>
              <p:cNvSpPr/>
              <p:nvPr/>
            </p:nvSpPr>
            <p:spPr>
              <a:xfrm flipH="1">
                <a:off x="8505377" y="3501811"/>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13"/>
              <p:cNvSpPr/>
              <p:nvPr/>
            </p:nvSpPr>
            <p:spPr>
              <a:xfrm flipH="1">
                <a:off x="8590359" y="3501811"/>
                <a:ext cx="95641" cy="95633"/>
              </a:xfrm>
              <a:custGeom>
                <a:rect b="b" l="l" r="r" t="t"/>
                <a:pathLst>
                  <a:path extrusionOk="0" h="12245" w="12246">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95" name="Google Shape;2095;p13"/>
          <p:cNvGrpSpPr/>
          <p:nvPr/>
        </p:nvGrpSpPr>
        <p:grpSpPr>
          <a:xfrm>
            <a:off x="6163859" y="4325295"/>
            <a:ext cx="1007280" cy="1069810"/>
            <a:chOff x="6163859" y="4325295"/>
            <a:chExt cx="1007280" cy="1069810"/>
          </a:xfrm>
        </p:grpSpPr>
        <p:sp>
          <p:nvSpPr>
            <p:cNvPr id="2096" name="Google Shape;2096;p13"/>
            <p:cNvSpPr/>
            <p:nvPr/>
          </p:nvSpPr>
          <p:spPr>
            <a:xfrm>
              <a:off x="6719586" y="5332558"/>
              <a:ext cx="62541" cy="62546"/>
            </a:xfrm>
            <a:custGeom>
              <a:rect b="b" l="l" r="r" t="t"/>
              <a:pathLst>
                <a:path extrusionOk="0" h="12246" w="12245">
                  <a:moveTo>
                    <a:pt x="0" y="0"/>
                  </a:moveTo>
                  <a:lnTo>
                    <a:pt x="0" y="12245"/>
                  </a:lnTo>
                  <a:lnTo>
                    <a:pt x="12245" y="1224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13"/>
            <p:cNvSpPr/>
            <p:nvPr/>
          </p:nvSpPr>
          <p:spPr>
            <a:xfrm>
              <a:off x="6670963" y="5332558"/>
              <a:ext cx="48644" cy="62546"/>
            </a:xfrm>
            <a:custGeom>
              <a:rect b="b" l="l" r="r" t="t"/>
              <a:pathLst>
                <a:path extrusionOk="0" h="12246" w="9524">
                  <a:moveTo>
                    <a:pt x="0" y="0"/>
                  </a:moveTo>
                  <a:lnTo>
                    <a:pt x="0" y="12245"/>
                  </a:lnTo>
                  <a:lnTo>
                    <a:pt x="9523" y="1224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13"/>
            <p:cNvSpPr/>
            <p:nvPr/>
          </p:nvSpPr>
          <p:spPr>
            <a:xfrm>
              <a:off x="6615387" y="5332558"/>
              <a:ext cx="55600" cy="62546"/>
            </a:xfrm>
            <a:custGeom>
              <a:rect b="b" l="l" r="r" t="t"/>
              <a:pathLst>
                <a:path extrusionOk="0" h="12246" w="10886">
                  <a:moveTo>
                    <a:pt x="1" y="0"/>
                  </a:moveTo>
                  <a:lnTo>
                    <a:pt x="1" y="12245"/>
                  </a:lnTo>
                  <a:lnTo>
                    <a:pt x="10885" y="1224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13"/>
            <p:cNvSpPr/>
            <p:nvPr/>
          </p:nvSpPr>
          <p:spPr>
            <a:xfrm>
              <a:off x="6552862" y="5332558"/>
              <a:ext cx="62552" cy="62546"/>
            </a:xfrm>
            <a:custGeom>
              <a:rect b="b" l="l" r="r" t="t"/>
              <a:pathLst>
                <a:path extrusionOk="0" h="12246" w="12247">
                  <a:moveTo>
                    <a:pt x="1" y="0"/>
                  </a:moveTo>
                  <a:lnTo>
                    <a:pt x="1" y="12245"/>
                  </a:lnTo>
                  <a:lnTo>
                    <a:pt x="12247" y="1224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13"/>
            <p:cNvSpPr/>
            <p:nvPr/>
          </p:nvSpPr>
          <p:spPr>
            <a:xfrm>
              <a:off x="6719586" y="5276982"/>
              <a:ext cx="62541" cy="55600"/>
            </a:xfrm>
            <a:custGeom>
              <a:rect b="b" l="l" r="r" t="t"/>
              <a:pathLst>
                <a:path extrusionOk="0" h="10886"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13"/>
            <p:cNvSpPr/>
            <p:nvPr/>
          </p:nvSpPr>
          <p:spPr>
            <a:xfrm>
              <a:off x="6670963" y="5276982"/>
              <a:ext cx="48644" cy="55600"/>
            </a:xfrm>
            <a:custGeom>
              <a:rect b="b" l="l" r="r" t="t"/>
              <a:pathLst>
                <a:path extrusionOk="0" h="10886"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13"/>
            <p:cNvSpPr/>
            <p:nvPr/>
          </p:nvSpPr>
          <p:spPr>
            <a:xfrm>
              <a:off x="6615387" y="5276982"/>
              <a:ext cx="55600" cy="5560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13"/>
            <p:cNvSpPr/>
            <p:nvPr/>
          </p:nvSpPr>
          <p:spPr>
            <a:xfrm>
              <a:off x="6552862" y="5276982"/>
              <a:ext cx="62552" cy="55600"/>
            </a:xfrm>
            <a:custGeom>
              <a:rect b="b" l="l" r="r" t="t"/>
              <a:pathLst>
                <a:path extrusionOk="0" h="10886"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13"/>
            <p:cNvSpPr/>
            <p:nvPr/>
          </p:nvSpPr>
          <p:spPr>
            <a:xfrm>
              <a:off x="6719586" y="5221411"/>
              <a:ext cx="62541" cy="55595"/>
            </a:xfrm>
            <a:custGeom>
              <a:rect b="b" l="l" r="r" t="t"/>
              <a:pathLst>
                <a:path extrusionOk="0" h="10885" w="12245">
                  <a:moveTo>
                    <a:pt x="0" y="0"/>
                  </a:moveTo>
                  <a:lnTo>
                    <a:pt x="0"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13"/>
            <p:cNvSpPr/>
            <p:nvPr/>
          </p:nvSpPr>
          <p:spPr>
            <a:xfrm>
              <a:off x="6670963" y="5221411"/>
              <a:ext cx="48644" cy="55595"/>
            </a:xfrm>
            <a:custGeom>
              <a:rect b="b" l="l" r="r" t="t"/>
              <a:pathLst>
                <a:path extrusionOk="0" h="10885" w="9524">
                  <a:moveTo>
                    <a:pt x="0" y="0"/>
                  </a:moveTo>
                  <a:lnTo>
                    <a:pt x="0" y="10885"/>
                  </a:lnTo>
                  <a:lnTo>
                    <a:pt x="9523" y="1088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13"/>
            <p:cNvSpPr/>
            <p:nvPr/>
          </p:nvSpPr>
          <p:spPr>
            <a:xfrm>
              <a:off x="6615387" y="5221411"/>
              <a:ext cx="55600" cy="55595"/>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13"/>
            <p:cNvSpPr/>
            <p:nvPr/>
          </p:nvSpPr>
          <p:spPr>
            <a:xfrm>
              <a:off x="6552862" y="5221411"/>
              <a:ext cx="62552" cy="55595"/>
            </a:xfrm>
            <a:custGeom>
              <a:rect b="b" l="l" r="r" t="t"/>
              <a:pathLst>
                <a:path extrusionOk="0" h="10885" w="12247">
                  <a:moveTo>
                    <a:pt x="1" y="0"/>
                  </a:moveTo>
                  <a:lnTo>
                    <a:pt x="1" y="10885"/>
                  </a:lnTo>
                  <a:lnTo>
                    <a:pt x="12247" y="1088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13"/>
            <p:cNvSpPr/>
            <p:nvPr/>
          </p:nvSpPr>
          <p:spPr>
            <a:xfrm>
              <a:off x="6719586" y="5165834"/>
              <a:ext cx="62541" cy="55600"/>
            </a:xfrm>
            <a:custGeom>
              <a:rect b="b" l="l" r="r" t="t"/>
              <a:pathLst>
                <a:path extrusionOk="0" h="10886"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13"/>
            <p:cNvSpPr/>
            <p:nvPr/>
          </p:nvSpPr>
          <p:spPr>
            <a:xfrm>
              <a:off x="6670963" y="5165834"/>
              <a:ext cx="48644" cy="55600"/>
            </a:xfrm>
            <a:custGeom>
              <a:rect b="b" l="l" r="r" t="t"/>
              <a:pathLst>
                <a:path extrusionOk="0" h="10886"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13"/>
            <p:cNvSpPr/>
            <p:nvPr/>
          </p:nvSpPr>
          <p:spPr>
            <a:xfrm>
              <a:off x="6615387" y="5165834"/>
              <a:ext cx="55600" cy="5560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13"/>
            <p:cNvSpPr/>
            <p:nvPr/>
          </p:nvSpPr>
          <p:spPr>
            <a:xfrm>
              <a:off x="6552862" y="5165834"/>
              <a:ext cx="62552" cy="55600"/>
            </a:xfrm>
            <a:custGeom>
              <a:rect b="b" l="l" r="r" t="t"/>
              <a:pathLst>
                <a:path extrusionOk="0" h="10886"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13"/>
            <p:cNvSpPr/>
            <p:nvPr/>
          </p:nvSpPr>
          <p:spPr>
            <a:xfrm>
              <a:off x="6719586" y="5110263"/>
              <a:ext cx="62541" cy="55595"/>
            </a:xfrm>
            <a:custGeom>
              <a:rect b="b" l="l" r="r" t="t"/>
              <a:pathLst>
                <a:path extrusionOk="0" h="10885"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13"/>
            <p:cNvSpPr/>
            <p:nvPr/>
          </p:nvSpPr>
          <p:spPr>
            <a:xfrm>
              <a:off x="6670963" y="5110263"/>
              <a:ext cx="48644" cy="55595"/>
            </a:xfrm>
            <a:custGeom>
              <a:rect b="b" l="l" r="r" t="t"/>
              <a:pathLst>
                <a:path extrusionOk="0" h="10885"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13"/>
            <p:cNvSpPr/>
            <p:nvPr/>
          </p:nvSpPr>
          <p:spPr>
            <a:xfrm>
              <a:off x="6615387" y="5110263"/>
              <a:ext cx="55600" cy="55595"/>
            </a:xfrm>
            <a:custGeom>
              <a:rect b="b" l="l" r="r" t="t"/>
              <a:pathLst>
                <a:path extrusionOk="0" h="10885"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13"/>
            <p:cNvSpPr/>
            <p:nvPr/>
          </p:nvSpPr>
          <p:spPr>
            <a:xfrm>
              <a:off x="6552862" y="5110263"/>
              <a:ext cx="62552" cy="55595"/>
            </a:xfrm>
            <a:custGeom>
              <a:rect b="b" l="l" r="r" t="t"/>
              <a:pathLst>
                <a:path extrusionOk="0" h="10885"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13"/>
            <p:cNvSpPr/>
            <p:nvPr/>
          </p:nvSpPr>
          <p:spPr>
            <a:xfrm>
              <a:off x="6837677" y="5054691"/>
              <a:ext cx="55595" cy="55595"/>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13"/>
            <p:cNvSpPr/>
            <p:nvPr/>
          </p:nvSpPr>
          <p:spPr>
            <a:xfrm>
              <a:off x="6782101" y="5054691"/>
              <a:ext cx="55600" cy="55595"/>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13"/>
            <p:cNvSpPr/>
            <p:nvPr/>
          </p:nvSpPr>
          <p:spPr>
            <a:xfrm>
              <a:off x="6719586" y="5054691"/>
              <a:ext cx="62541" cy="55595"/>
            </a:xfrm>
            <a:custGeom>
              <a:rect b="b" l="l" r="r" t="t"/>
              <a:pathLst>
                <a:path extrusionOk="0" h="10885" w="12245">
                  <a:moveTo>
                    <a:pt x="0" y="0"/>
                  </a:moveTo>
                  <a:lnTo>
                    <a:pt x="0"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13"/>
            <p:cNvSpPr/>
            <p:nvPr/>
          </p:nvSpPr>
          <p:spPr>
            <a:xfrm>
              <a:off x="6670963" y="5054691"/>
              <a:ext cx="48644" cy="55595"/>
            </a:xfrm>
            <a:custGeom>
              <a:rect b="b" l="l" r="r" t="t"/>
              <a:pathLst>
                <a:path extrusionOk="0" h="10885" w="9524">
                  <a:moveTo>
                    <a:pt x="0" y="0"/>
                  </a:moveTo>
                  <a:lnTo>
                    <a:pt x="0" y="10885"/>
                  </a:lnTo>
                  <a:lnTo>
                    <a:pt x="9523" y="1088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13"/>
            <p:cNvSpPr/>
            <p:nvPr/>
          </p:nvSpPr>
          <p:spPr>
            <a:xfrm>
              <a:off x="6615387" y="5054691"/>
              <a:ext cx="55600" cy="55595"/>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13"/>
            <p:cNvSpPr/>
            <p:nvPr/>
          </p:nvSpPr>
          <p:spPr>
            <a:xfrm>
              <a:off x="6552862" y="5054691"/>
              <a:ext cx="62552" cy="55595"/>
            </a:xfrm>
            <a:custGeom>
              <a:rect b="b" l="l" r="r" t="t"/>
              <a:pathLst>
                <a:path extrusionOk="0" h="10885" w="12247">
                  <a:moveTo>
                    <a:pt x="1" y="0"/>
                  </a:moveTo>
                  <a:lnTo>
                    <a:pt x="1" y="10885"/>
                  </a:lnTo>
                  <a:lnTo>
                    <a:pt x="12247" y="1088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13"/>
            <p:cNvSpPr/>
            <p:nvPr/>
          </p:nvSpPr>
          <p:spPr>
            <a:xfrm>
              <a:off x="6504240" y="5054691"/>
              <a:ext cx="48649" cy="55595"/>
            </a:xfrm>
            <a:custGeom>
              <a:rect b="b" l="l" r="r" t="t"/>
              <a:pathLst>
                <a:path extrusionOk="0" h="10885" w="9525">
                  <a:moveTo>
                    <a:pt x="1" y="0"/>
                  </a:moveTo>
                  <a:lnTo>
                    <a:pt x="1" y="10885"/>
                  </a:lnTo>
                  <a:lnTo>
                    <a:pt x="9525" y="10885"/>
                  </a:lnTo>
                  <a:lnTo>
                    <a:pt x="952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13"/>
            <p:cNvSpPr/>
            <p:nvPr/>
          </p:nvSpPr>
          <p:spPr>
            <a:xfrm>
              <a:off x="6448669" y="5054691"/>
              <a:ext cx="55595" cy="55595"/>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13"/>
            <p:cNvSpPr/>
            <p:nvPr/>
          </p:nvSpPr>
          <p:spPr>
            <a:xfrm>
              <a:off x="6386148" y="5054691"/>
              <a:ext cx="62546" cy="55595"/>
            </a:xfrm>
            <a:custGeom>
              <a:rect b="b" l="l" r="r" t="t"/>
              <a:pathLst>
                <a:path extrusionOk="0" h="10885" w="12246">
                  <a:moveTo>
                    <a:pt x="1" y="0"/>
                  </a:moveTo>
                  <a:lnTo>
                    <a:pt x="1"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13"/>
            <p:cNvSpPr/>
            <p:nvPr/>
          </p:nvSpPr>
          <p:spPr>
            <a:xfrm>
              <a:off x="6837677" y="4999115"/>
              <a:ext cx="55595" cy="55600"/>
            </a:xfrm>
            <a:custGeom>
              <a:rect b="b" l="l" r="r" t="t"/>
              <a:pathLst>
                <a:path extrusionOk="0" h="10886" w="10885">
                  <a:moveTo>
                    <a:pt x="0" y="1"/>
                  </a:moveTo>
                  <a:lnTo>
                    <a:pt x="0"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13"/>
            <p:cNvSpPr/>
            <p:nvPr/>
          </p:nvSpPr>
          <p:spPr>
            <a:xfrm>
              <a:off x="6615387" y="4999115"/>
              <a:ext cx="55600" cy="5560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13"/>
            <p:cNvSpPr/>
            <p:nvPr/>
          </p:nvSpPr>
          <p:spPr>
            <a:xfrm>
              <a:off x="6386148" y="4999115"/>
              <a:ext cx="62546" cy="55600"/>
            </a:xfrm>
            <a:custGeom>
              <a:rect b="b" l="l" r="r" t="t"/>
              <a:pathLst>
                <a:path extrusionOk="0" h="10886" w="12246">
                  <a:moveTo>
                    <a:pt x="1" y="1"/>
                  </a:moveTo>
                  <a:lnTo>
                    <a:pt x="1"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13"/>
            <p:cNvSpPr/>
            <p:nvPr/>
          </p:nvSpPr>
          <p:spPr>
            <a:xfrm>
              <a:off x="6837677" y="4943544"/>
              <a:ext cx="55595" cy="55595"/>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13"/>
            <p:cNvSpPr/>
            <p:nvPr/>
          </p:nvSpPr>
          <p:spPr>
            <a:xfrm>
              <a:off x="6615387" y="4943544"/>
              <a:ext cx="55600" cy="55595"/>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13"/>
            <p:cNvSpPr/>
            <p:nvPr/>
          </p:nvSpPr>
          <p:spPr>
            <a:xfrm>
              <a:off x="6386148" y="4943544"/>
              <a:ext cx="62546" cy="55595"/>
            </a:xfrm>
            <a:custGeom>
              <a:rect b="b" l="l" r="r" t="t"/>
              <a:pathLst>
                <a:path extrusionOk="0" h="10885" w="12246">
                  <a:moveTo>
                    <a:pt x="1" y="0"/>
                  </a:moveTo>
                  <a:lnTo>
                    <a:pt x="1"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13"/>
            <p:cNvSpPr/>
            <p:nvPr/>
          </p:nvSpPr>
          <p:spPr>
            <a:xfrm>
              <a:off x="6837677" y="4887972"/>
              <a:ext cx="55595" cy="55600"/>
            </a:xfrm>
            <a:custGeom>
              <a:rect b="b" l="l" r="r" t="t"/>
              <a:pathLst>
                <a:path extrusionOk="0" h="10886" w="10885">
                  <a:moveTo>
                    <a:pt x="0" y="1"/>
                  </a:moveTo>
                  <a:lnTo>
                    <a:pt x="0"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13"/>
            <p:cNvSpPr/>
            <p:nvPr/>
          </p:nvSpPr>
          <p:spPr>
            <a:xfrm>
              <a:off x="6615387" y="4887972"/>
              <a:ext cx="55600" cy="5560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13"/>
            <p:cNvSpPr/>
            <p:nvPr/>
          </p:nvSpPr>
          <p:spPr>
            <a:xfrm>
              <a:off x="6386148" y="4887972"/>
              <a:ext cx="62546" cy="55600"/>
            </a:xfrm>
            <a:custGeom>
              <a:rect b="b" l="l" r="r" t="t"/>
              <a:pathLst>
                <a:path extrusionOk="0" h="10886" w="12246">
                  <a:moveTo>
                    <a:pt x="1" y="1"/>
                  </a:moveTo>
                  <a:lnTo>
                    <a:pt x="1"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13"/>
            <p:cNvSpPr/>
            <p:nvPr/>
          </p:nvSpPr>
          <p:spPr>
            <a:xfrm>
              <a:off x="7059967" y="4832401"/>
              <a:ext cx="55600" cy="55590"/>
            </a:xfrm>
            <a:custGeom>
              <a:rect b="b" l="l" r="r" t="t"/>
              <a:pathLst>
                <a:path extrusionOk="0" h="10884" w="10886">
                  <a:moveTo>
                    <a:pt x="1" y="0"/>
                  </a:moveTo>
                  <a:lnTo>
                    <a:pt x="1"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13"/>
            <p:cNvSpPr/>
            <p:nvPr/>
          </p:nvSpPr>
          <p:spPr>
            <a:xfrm>
              <a:off x="7004396" y="4832401"/>
              <a:ext cx="55595" cy="55590"/>
            </a:xfrm>
            <a:custGeom>
              <a:rect b="b" l="l" r="r" t="t"/>
              <a:pathLst>
                <a:path extrusionOk="0" h="10884" w="10885">
                  <a:moveTo>
                    <a:pt x="0" y="0"/>
                  </a:moveTo>
                  <a:lnTo>
                    <a:pt x="0"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13"/>
            <p:cNvSpPr/>
            <p:nvPr/>
          </p:nvSpPr>
          <p:spPr>
            <a:xfrm>
              <a:off x="6948824" y="4832401"/>
              <a:ext cx="55595" cy="55590"/>
            </a:xfrm>
            <a:custGeom>
              <a:rect b="b" l="l" r="r" t="t"/>
              <a:pathLst>
                <a:path extrusionOk="0" h="10884" w="10885">
                  <a:moveTo>
                    <a:pt x="0" y="0"/>
                  </a:moveTo>
                  <a:lnTo>
                    <a:pt x="0" y="10884"/>
                  </a:lnTo>
                  <a:lnTo>
                    <a:pt x="10884" y="10884"/>
                  </a:lnTo>
                  <a:lnTo>
                    <a:pt x="1088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13"/>
            <p:cNvSpPr/>
            <p:nvPr/>
          </p:nvSpPr>
          <p:spPr>
            <a:xfrm>
              <a:off x="6893248" y="4832401"/>
              <a:ext cx="55600" cy="55590"/>
            </a:xfrm>
            <a:custGeom>
              <a:rect b="b" l="l" r="r" t="t"/>
              <a:pathLst>
                <a:path extrusionOk="0" h="10884" w="10886">
                  <a:moveTo>
                    <a:pt x="1" y="0"/>
                  </a:moveTo>
                  <a:lnTo>
                    <a:pt x="1"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13"/>
            <p:cNvSpPr/>
            <p:nvPr/>
          </p:nvSpPr>
          <p:spPr>
            <a:xfrm>
              <a:off x="6837677" y="4832401"/>
              <a:ext cx="55595" cy="55590"/>
            </a:xfrm>
            <a:custGeom>
              <a:rect b="b" l="l" r="r" t="t"/>
              <a:pathLst>
                <a:path extrusionOk="0" h="10884" w="10885">
                  <a:moveTo>
                    <a:pt x="0" y="0"/>
                  </a:moveTo>
                  <a:lnTo>
                    <a:pt x="0"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13"/>
            <p:cNvSpPr/>
            <p:nvPr/>
          </p:nvSpPr>
          <p:spPr>
            <a:xfrm>
              <a:off x="6782101" y="4832401"/>
              <a:ext cx="55600" cy="55590"/>
            </a:xfrm>
            <a:custGeom>
              <a:rect b="b" l="l" r="r" t="t"/>
              <a:pathLst>
                <a:path extrusionOk="0" h="10884" w="10886">
                  <a:moveTo>
                    <a:pt x="1" y="0"/>
                  </a:moveTo>
                  <a:lnTo>
                    <a:pt x="1"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13"/>
            <p:cNvSpPr/>
            <p:nvPr/>
          </p:nvSpPr>
          <p:spPr>
            <a:xfrm>
              <a:off x="6719586" y="4832401"/>
              <a:ext cx="62541" cy="55590"/>
            </a:xfrm>
            <a:custGeom>
              <a:rect b="b" l="l" r="r" t="t"/>
              <a:pathLst>
                <a:path extrusionOk="0" h="10884" w="12245">
                  <a:moveTo>
                    <a:pt x="0" y="0"/>
                  </a:moveTo>
                  <a:lnTo>
                    <a:pt x="0" y="10884"/>
                  </a:lnTo>
                  <a:lnTo>
                    <a:pt x="12245" y="10884"/>
                  </a:lnTo>
                  <a:lnTo>
                    <a:pt x="1224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13"/>
            <p:cNvSpPr/>
            <p:nvPr/>
          </p:nvSpPr>
          <p:spPr>
            <a:xfrm>
              <a:off x="6670963" y="4832401"/>
              <a:ext cx="48644" cy="55590"/>
            </a:xfrm>
            <a:custGeom>
              <a:rect b="b" l="l" r="r" t="t"/>
              <a:pathLst>
                <a:path extrusionOk="0" h="10884" w="9524">
                  <a:moveTo>
                    <a:pt x="0" y="0"/>
                  </a:moveTo>
                  <a:lnTo>
                    <a:pt x="0" y="10884"/>
                  </a:lnTo>
                  <a:lnTo>
                    <a:pt x="9523" y="10884"/>
                  </a:lnTo>
                  <a:lnTo>
                    <a:pt x="95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13"/>
            <p:cNvSpPr/>
            <p:nvPr/>
          </p:nvSpPr>
          <p:spPr>
            <a:xfrm>
              <a:off x="6615387" y="4832401"/>
              <a:ext cx="55600" cy="55590"/>
            </a:xfrm>
            <a:custGeom>
              <a:rect b="b" l="l" r="r" t="t"/>
              <a:pathLst>
                <a:path extrusionOk="0" h="10884" w="10886">
                  <a:moveTo>
                    <a:pt x="1" y="0"/>
                  </a:moveTo>
                  <a:lnTo>
                    <a:pt x="1"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3"/>
            <p:cNvSpPr/>
            <p:nvPr/>
          </p:nvSpPr>
          <p:spPr>
            <a:xfrm>
              <a:off x="6552862" y="4832401"/>
              <a:ext cx="62552" cy="55590"/>
            </a:xfrm>
            <a:custGeom>
              <a:rect b="b" l="l" r="r" t="t"/>
              <a:pathLst>
                <a:path extrusionOk="0" h="10884" w="12247">
                  <a:moveTo>
                    <a:pt x="1" y="0"/>
                  </a:moveTo>
                  <a:lnTo>
                    <a:pt x="1" y="10884"/>
                  </a:lnTo>
                  <a:lnTo>
                    <a:pt x="12247" y="10884"/>
                  </a:lnTo>
                  <a:lnTo>
                    <a:pt x="12247"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13"/>
            <p:cNvSpPr/>
            <p:nvPr/>
          </p:nvSpPr>
          <p:spPr>
            <a:xfrm>
              <a:off x="6504240" y="4832401"/>
              <a:ext cx="48649" cy="55590"/>
            </a:xfrm>
            <a:custGeom>
              <a:rect b="b" l="l" r="r" t="t"/>
              <a:pathLst>
                <a:path extrusionOk="0" h="10884" w="9525">
                  <a:moveTo>
                    <a:pt x="1" y="0"/>
                  </a:moveTo>
                  <a:lnTo>
                    <a:pt x="1" y="10884"/>
                  </a:lnTo>
                  <a:lnTo>
                    <a:pt x="9525" y="10884"/>
                  </a:lnTo>
                  <a:lnTo>
                    <a:pt x="952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13"/>
            <p:cNvSpPr/>
            <p:nvPr/>
          </p:nvSpPr>
          <p:spPr>
            <a:xfrm>
              <a:off x="6448669" y="4832401"/>
              <a:ext cx="55595" cy="55590"/>
            </a:xfrm>
            <a:custGeom>
              <a:rect b="b" l="l" r="r" t="t"/>
              <a:pathLst>
                <a:path extrusionOk="0" h="10884" w="10885">
                  <a:moveTo>
                    <a:pt x="0" y="0"/>
                  </a:moveTo>
                  <a:lnTo>
                    <a:pt x="0"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13"/>
            <p:cNvSpPr/>
            <p:nvPr/>
          </p:nvSpPr>
          <p:spPr>
            <a:xfrm>
              <a:off x="6386148" y="4832401"/>
              <a:ext cx="62546" cy="55590"/>
            </a:xfrm>
            <a:custGeom>
              <a:rect b="b" l="l" r="r" t="t"/>
              <a:pathLst>
                <a:path extrusionOk="0" h="10884" w="12246">
                  <a:moveTo>
                    <a:pt x="1" y="0"/>
                  </a:moveTo>
                  <a:lnTo>
                    <a:pt x="1" y="10884"/>
                  </a:lnTo>
                  <a:lnTo>
                    <a:pt x="12245" y="10884"/>
                  </a:lnTo>
                  <a:lnTo>
                    <a:pt x="1224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13"/>
            <p:cNvSpPr/>
            <p:nvPr/>
          </p:nvSpPr>
          <p:spPr>
            <a:xfrm>
              <a:off x="6337521" y="4832401"/>
              <a:ext cx="48649" cy="55590"/>
            </a:xfrm>
            <a:custGeom>
              <a:rect b="b" l="l" r="r" t="t"/>
              <a:pathLst>
                <a:path extrusionOk="0" h="10884" w="9525">
                  <a:moveTo>
                    <a:pt x="1" y="0"/>
                  </a:moveTo>
                  <a:lnTo>
                    <a:pt x="1" y="10884"/>
                  </a:lnTo>
                  <a:lnTo>
                    <a:pt x="9525" y="10884"/>
                  </a:lnTo>
                  <a:lnTo>
                    <a:pt x="952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13"/>
            <p:cNvSpPr/>
            <p:nvPr/>
          </p:nvSpPr>
          <p:spPr>
            <a:xfrm>
              <a:off x="6281950" y="4832401"/>
              <a:ext cx="55595" cy="55590"/>
            </a:xfrm>
            <a:custGeom>
              <a:rect b="b" l="l" r="r" t="t"/>
              <a:pathLst>
                <a:path extrusionOk="0" h="10884" w="10885">
                  <a:moveTo>
                    <a:pt x="0" y="0"/>
                  </a:moveTo>
                  <a:lnTo>
                    <a:pt x="0"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13"/>
            <p:cNvSpPr/>
            <p:nvPr/>
          </p:nvSpPr>
          <p:spPr>
            <a:xfrm>
              <a:off x="6219430" y="4832401"/>
              <a:ext cx="62546" cy="55590"/>
            </a:xfrm>
            <a:custGeom>
              <a:rect b="b" l="l" r="r" t="t"/>
              <a:pathLst>
                <a:path extrusionOk="0" h="10884" w="12246">
                  <a:moveTo>
                    <a:pt x="0" y="0"/>
                  </a:moveTo>
                  <a:lnTo>
                    <a:pt x="0" y="10884"/>
                  </a:lnTo>
                  <a:lnTo>
                    <a:pt x="12245" y="10884"/>
                  </a:lnTo>
                  <a:lnTo>
                    <a:pt x="1224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13"/>
            <p:cNvSpPr/>
            <p:nvPr/>
          </p:nvSpPr>
          <p:spPr>
            <a:xfrm>
              <a:off x="7059967" y="4769881"/>
              <a:ext cx="55600" cy="62546"/>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13"/>
            <p:cNvSpPr/>
            <p:nvPr/>
          </p:nvSpPr>
          <p:spPr>
            <a:xfrm>
              <a:off x="7004396" y="4769881"/>
              <a:ext cx="55595" cy="62546"/>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13"/>
            <p:cNvSpPr/>
            <p:nvPr/>
          </p:nvSpPr>
          <p:spPr>
            <a:xfrm>
              <a:off x="6948824" y="4769881"/>
              <a:ext cx="55595" cy="62546"/>
            </a:xfrm>
            <a:custGeom>
              <a:rect b="b" l="l" r="r" t="t"/>
              <a:pathLst>
                <a:path extrusionOk="0" h="12246" w="10885">
                  <a:moveTo>
                    <a:pt x="0" y="1"/>
                  </a:moveTo>
                  <a:lnTo>
                    <a:pt x="0" y="12245"/>
                  </a:lnTo>
                  <a:lnTo>
                    <a:pt x="10884" y="1224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13"/>
            <p:cNvSpPr/>
            <p:nvPr/>
          </p:nvSpPr>
          <p:spPr>
            <a:xfrm>
              <a:off x="6893248" y="4769881"/>
              <a:ext cx="55600" cy="62546"/>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13"/>
            <p:cNvSpPr/>
            <p:nvPr/>
          </p:nvSpPr>
          <p:spPr>
            <a:xfrm>
              <a:off x="6837677" y="4769881"/>
              <a:ext cx="55595" cy="62546"/>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13"/>
            <p:cNvSpPr/>
            <p:nvPr/>
          </p:nvSpPr>
          <p:spPr>
            <a:xfrm>
              <a:off x="6782101" y="4769881"/>
              <a:ext cx="55600" cy="62546"/>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13"/>
            <p:cNvSpPr/>
            <p:nvPr/>
          </p:nvSpPr>
          <p:spPr>
            <a:xfrm>
              <a:off x="6719586" y="4769881"/>
              <a:ext cx="62541" cy="62546"/>
            </a:xfrm>
            <a:custGeom>
              <a:rect b="b" l="l" r="r" t="t"/>
              <a:pathLst>
                <a:path extrusionOk="0" h="12246" w="12245">
                  <a:moveTo>
                    <a:pt x="0" y="1"/>
                  </a:moveTo>
                  <a:lnTo>
                    <a:pt x="0"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13"/>
            <p:cNvSpPr/>
            <p:nvPr/>
          </p:nvSpPr>
          <p:spPr>
            <a:xfrm>
              <a:off x="6670963" y="4769881"/>
              <a:ext cx="48644" cy="62546"/>
            </a:xfrm>
            <a:custGeom>
              <a:rect b="b" l="l" r="r" t="t"/>
              <a:pathLst>
                <a:path extrusionOk="0" h="12246" w="9524">
                  <a:moveTo>
                    <a:pt x="0" y="1"/>
                  </a:moveTo>
                  <a:lnTo>
                    <a:pt x="0" y="12245"/>
                  </a:lnTo>
                  <a:lnTo>
                    <a:pt x="9523" y="1224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13"/>
            <p:cNvSpPr/>
            <p:nvPr/>
          </p:nvSpPr>
          <p:spPr>
            <a:xfrm>
              <a:off x="6615387" y="4769881"/>
              <a:ext cx="55600" cy="62546"/>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13"/>
            <p:cNvSpPr/>
            <p:nvPr/>
          </p:nvSpPr>
          <p:spPr>
            <a:xfrm>
              <a:off x="6552862" y="4769881"/>
              <a:ext cx="62552" cy="62546"/>
            </a:xfrm>
            <a:custGeom>
              <a:rect b="b" l="l" r="r" t="t"/>
              <a:pathLst>
                <a:path extrusionOk="0" h="12246" w="12247">
                  <a:moveTo>
                    <a:pt x="1" y="1"/>
                  </a:moveTo>
                  <a:lnTo>
                    <a:pt x="1" y="12245"/>
                  </a:lnTo>
                  <a:lnTo>
                    <a:pt x="12247" y="1224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13"/>
            <p:cNvSpPr/>
            <p:nvPr/>
          </p:nvSpPr>
          <p:spPr>
            <a:xfrm>
              <a:off x="6504240" y="4769881"/>
              <a:ext cx="48649" cy="62546"/>
            </a:xfrm>
            <a:custGeom>
              <a:rect b="b" l="l" r="r" t="t"/>
              <a:pathLst>
                <a:path extrusionOk="0" h="12246" w="9525">
                  <a:moveTo>
                    <a:pt x="1" y="1"/>
                  </a:moveTo>
                  <a:lnTo>
                    <a:pt x="1" y="12245"/>
                  </a:lnTo>
                  <a:lnTo>
                    <a:pt x="9525" y="1224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13"/>
            <p:cNvSpPr/>
            <p:nvPr/>
          </p:nvSpPr>
          <p:spPr>
            <a:xfrm>
              <a:off x="6448669" y="4769881"/>
              <a:ext cx="55595" cy="62546"/>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13"/>
            <p:cNvSpPr/>
            <p:nvPr/>
          </p:nvSpPr>
          <p:spPr>
            <a:xfrm>
              <a:off x="6386148" y="4769881"/>
              <a:ext cx="62546" cy="62546"/>
            </a:xfrm>
            <a:custGeom>
              <a:rect b="b" l="l" r="r" t="t"/>
              <a:pathLst>
                <a:path extrusionOk="0" h="12246" w="12246">
                  <a:moveTo>
                    <a:pt x="1" y="1"/>
                  </a:moveTo>
                  <a:lnTo>
                    <a:pt x="1"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13"/>
            <p:cNvSpPr/>
            <p:nvPr/>
          </p:nvSpPr>
          <p:spPr>
            <a:xfrm>
              <a:off x="6337521" y="4769881"/>
              <a:ext cx="48649" cy="62546"/>
            </a:xfrm>
            <a:custGeom>
              <a:rect b="b" l="l" r="r" t="t"/>
              <a:pathLst>
                <a:path extrusionOk="0" h="12246" w="9525">
                  <a:moveTo>
                    <a:pt x="1" y="1"/>
                  </a:moveTo>
                  <a:lnTo>
                    <a:pt x="1" y="12245"/>
                  </a:lnTo>
                  <a:lnTo>
                    <a:pt x="9525" y="1224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13"/>
            <p:cNvSpPr/>
            <p:nvPr/>
          </p:nvSpPr>
          <p:spPr>
            <a:xfrm>
              <a:off x="6281950" y="4769881"/>
              <a:ext cx="55595" cy="62546"/>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13"/>
            <p:cNvSpPr/>
            <p:nvPr/>
          </p:nvSpPr>
          <p:spPr>
            <a:xfrm>
              <a:off x="6219430" y="4769881"/>
              <a:ext cx="62546" cy="62546"/>
            </a:xfrm>
            <a:custGeom>
              <a:rect b="b" l="l" r="r" t="t"/>
              <a:pathLst>
                <a:path extrusionOk="0" h="12246" w="12246">
                  <a:moveTo>
                    <a:pt x="0" y="1"/>
                  </a:moveTo>
                  <a:lnTo>
                    <a:pt x="0"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13"/>
            <p:cNvSpPr/>
            <p:nvPr/>
          </p:nvSpPr>
          <p:spPr>
            <a:xfrm>
              <a:off x="7059967" y="4721253"/>
              <a:ext cx="55600" cy="48649"/>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13"/>
            <p:cNvSpPr/>
            <p:nvPr/>
          </p:nvSpPr>
          <p:spPr>
            <a:xfrm>
              <a:off x="7004396" y="4721253"/>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13"/>
            <p:cNvSpPr/>
            <p:nvPr/>
          </p:nvSpPr>
          <p:spPr>
            <a:xfrm>
              <a:off x="6948824" y="4721253"/>
              <a:ext cx="55595" cy="48649"/>
            </a:xfrm>
            <a:custGeom>
              <a:rect b="b" l="l" r="r" t="t"/>
              <a:pathLst>
                <a:path extrusionOk="0" h="9525" w="10885">
                  <a:moveTo>
                    <a:pt x="0" y="0"/>
                  </a:moveTo>
                  <a:lnTo>
                    <a:pt x="0" y="9525"/>
                  </a:lnTo>
                  <a:lnTo>
                    <a:pt x="10884" y="952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13"/>
            <p:cNvSpPr/>
            <p:nvPr/>
          </p:nvSpPr>
          <p:spPr>
            <a:xfrm>
              <a:off x="6893248" y="4721253"/>
              <a:ext cx="55600" cy="48649"/>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13"/>
            <p:cNvSpPr/>
            <p:nvPr/>
          </p:nvSpPr>
          <p:spPr>
            <a:xfrm>
              <a:off x="6837677" y="4721253"/>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3"/>
            <p:cNvSpPr/>
            <p:nvPr/>
          </p:nvSpPr>
          <p:spPr>
            <a:xfrm>
              <a:off x="6782101" y="4721253"/>
              <a:ext cx="55600" cy="48649"/>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13"/>
            <p:cNvSpPr/>
            <p:nvPr/>
          </p:nvSpPr>
          <p:spPr>
            <a:xfrm>
              <a:off x="6719586" y="4721253"/>
              <a:ext cx="62541" cy="48649"/>
            </a:xfrm>
            <a:custGeom>
              <a:rect b="b" l="l" r="r" t="t"/>
              <a:pathLst>
                <a:path extrusionOk="0" h="9525" w="12245">
                  <a:moveTo>
                    <a:pt x="0" y="0"/>
                  </a:moveTo>
                  <a:lnTo>
                    <a:pt x="0"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13"/>
            <p:cNvSpPr/>
            <p:nvPr/>
          </p:nvSpPr>
          <p:spPr>
            <a:xfrm>
              <a:off x="6670963" y="4721253"/>
              <a:ext cx="48644" cy="48649"/>
            </a:xfrm>
            <a:custGeom>
              <a:rect b="b" l="l" r="r" t="t"/>
              <a:pathLst>
                <a:path extrusionOk="0" h="9525" w="9524">
                  <a:moveTo>
                    <a:pt x="0" y="0"/>
                  </a:moveTo>
                  <a:lnTo>
                    <a:pt x="0" y="9525"/>
                  </a:lnTo>
                  <a:lnTo>
                    <a:pt x="9523" y="9525"/>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13"/>
            <p:cNvSpPr/>
            <p:nvPr/>
          </p:nvSpPr>
          <p:spPr>
            <a:xfrm>
              <a:off x="6615387" y="4721253"/>
              <a:ext cx="55600" cy="48649"/>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13"/>
            <p:cNvSpPr/>
            <p:nvPr/>
          </p:nvSpPr>
          <p:spPr>
            <a:xfrm>
              <a:off x="6552862" y="4721253"/>
              <a:ext cx="62552" cy="48649"/>
            </a:xfrm>
            <a:custGeom>
              <a:rect b="b" l="l" r="r" t="t"/>
              <a:pathLst>
                <a:path extrusionOk="0" h="9525" w="12247">
                  <a:moveTo>
                    <a:pt x="1" y="0"/>
                  </a:moveTo>
                  <a:lnTo>
                    <a:pt x="1" y="9525"/>
                  </a:lnTo>
                  <a:lnTo>
                    <a:pt x="12247" y="952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13"/>
            <p:cNvSpPr/>
            <p:nvPr/>
          </p:nvSpPr>
          <p:spPr>
            <a:xfrm>
              <a:off x="6504240" y="4721253"/>
              <a:ext cx="48649" cy="48649"/>
            </a:xfrm>
            <a:custGeom>
              <a:rect b="b" l="l" r="r" t="t"/>
              <a:pathLst>
                <a:path extrusionOk="0" h="9525" w="9525">
                  <a:moveTo>
                    <a:pt x="1" y="0"/>
                  </a:moveTo>
                  <a:lnTo>
                    <a:pt x="1" y="9525"/>
                  </a:lnTo>
                  <a:lnTo>
                    <a:pt x="9525" y="952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13"/>
            <p:cNvSpPr/>
            <p:nvPr/>
          </p:nvSpPr>
          <p:spPr>
            <a:xfrm>
              <a:off x="6448669" y="4721253"/>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13"/>
            <p:cNvSpPr/>
            <p:nvPr/>
          </p:nvSpPr>
          <p:spPr>
            <a:xfrm>
              <a:off x="6386148" y="4721253"/>
              <a:ext cx="62546" cy="48649"/>
            </a:xfrm>
            <a:custGeom>
              <a:rect b="b" l="l" r="r" t="t"/>
              <a:pathLst>
                <a:path extrusionOk="0" h="9525" w="12246">
                  <a:moveTo>
                    <a:pt x="1" y="0"/>
                  </a:moveTo>
                  <a:lnTo>
                    <a:pt x="1"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13"/>
            <p:cNvSpPr/>
            <p:nvPr/>
          </p:nvSpPr>
          <p:spPr>
            <a:xfrm>
              <a:off x="6337521" y="4721253"/>
              <a:ext cx="48649" cy="48649"/>
            </a:xfrm>
            <a:custGeom>
              <a:rect b="b" l="l" r="r" t="t"/>
              <a:pathLst>
                <a:path extrusionOk="0" h="9525" w="9525">
                  <a:moveTo>
                    <a:pt x="1" y="0"/>
                  </a:moveTo>
                  <a:lnTo>
                    <a:pt x="1" y="9525"/>
                  </a:lnTo>
                  <a:lnTo>
                    <a:pt x="9525" y="952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13"/>
            <p:cNvSpPr/>
            <p:nvPr/>
          </p:nvSpPr>
          <p:spPr>
            <a:xfrm>
              <a:off x="6281950" y="4721253"/>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13"/>
            <p:cNvSpPr/>
            <p:nvPr/>
          </p:nvSpPr>
          <p:spPr>
            <a:xfrm>
              <a:off x="6219430" y="4721253"/>
              <a:ext cx="62546" cy="48649"/>
            </a:xfrm>
            <a:custGeom>
              <a:rect b="b" l="l" r="r" t="t"/>
              <a:pathLst>
                <a:path extrusionOk="0" h="9525" w="12246">
                  <a:moveTo>
                    <a:pt x="0" y="0"/>
                  </a:moveTo>
                  <a:lnTo>
                    <a:pt x="0"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13"/>
            <p:cNvSpPr/>
            <p:nvPr/>
          </p:nvSpPr>
          <p:spPr>
            <a:xfrm>
              <a:off x="7059967" y="4665677"/>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13"/>
            <p:cNvSpPr/>
            <p:nvPr/>
          </p:nvSpPr>
          <p:spPr>
            <a:xfrm>
              <a:off x="7004396" y="4665677"/>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13"/>
            <p:cNvSpPr/>
            <p:nvPr/>
          </p:nvSpPr>
          <p:spPr>
            <a:xfrm>
              <a:off x="6948824" y="4665677"/>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13"/>
            <p:cNvSpPr/>
            <p:nvPr/>
          </p:nvSpPr>
          <p:spPr>
            <a:xfrm>
              <a:off x="6893248" y="4665677"/>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13"/>
            <p:cNvSpPr/>
            <p:nvPr/>
          </p:nvSpPr>
          <p:spPr>
            <a:xfrm>
              <a:off x="6837677" y="4665677"/>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13"/>
            <p:cNvSpPr/>
            <p:nvPr/>
          </p:nvSpPr>
          <p:spPr>
            <a:xfrm>
              <a:off x="6782101" y="4665677"/>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13"/>
            <p:cNvSpPr/>
            <p:nvPr/>
          </p:nvSpPr>
          <p:spPr>
            <a:xfrm>
              <a:off x="6719586" y="4665677"/>
              <a:ext cx="62541" cy="55600"/>
            </a:xfrm>
            <a:custGeom>
              <a:rect b="b" l="l" r="r" t="t"/>
              <a:pathLst>
                <a:path extrusionOk="0" h="10886" w="12245">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13"/>
            <p:cNvSpPr/>
            <p:nvPr/>
          </p:nvSpPr>
          <p:spPr>
            <a:xfrm>
              <a:off x="6670963" y="4665677"/>
              <a:ext cx="48644" cy="55600"/>
            </a:xfrm>
            <a:custGeom>
              <a:rect b="b" l="l" r="r" t="t"/>
              <a:pathLst>
                <a:path extrusionOk="0" h="10886" w="9524">
                  <a:moveTo>
                    <a:pt x="0" y="1"/>
                  </a:moveTo>
                  <a:lnTo>
                    <a:pt x="0" y="10885"/>
                  </a:lnTo>
                  <a:lnTo>
                    <a:pt x="9523" y="1088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13"/>
            <p:cNvSpPr/>
            <p:nvPr/>
          </p:nvSpPr>
          <p:spPr>
            <a:xfrm>
              <a:off x="6615387" y="4665677"/>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13"/>
            <p:cNvSpPr/>
            <p:nvPr/>
          </p:nvSpPr>
          <p:spPr>
            <a:xfrm>
              <a:off x="6552862" y="4665677"/>
              <a:ext cx="62552" cy="55600"/>
            </a:xfrm>
            <a:custGeom>
              <a:rect b="b" l="l" r="r" t="t"/>
              <a:pathLst>
                <a:path extrusionOk="0" h="10886" w="12247">
                  <a:moveTo>
                    <a:pt x="1" y="1"/>
                  </a:moveTo>
                  <a:lnTo>
                    <a:pt x="1" y="10885"/>
                  </a:lnTo>
                  <a:lnTo>
                    <a:pt x="12247" y="1088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13"/>
            <p:cNvSpPr/>
            <p:nvPr/>
          </p:nvSpPr>
          <p:spPr>
            <a:xfrm>
              <a:off x="6504240" y="4665677"/>
              <a:ext cx="48649" cy="5560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13"/>
            <p:cNvSpPr/>
            <p:nvPr/>
          </p:nvSpPr>
          <p:spPr>
            <a:xfrm>
              <a:off x="6448669" y="4665677"/>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13"/>
            <p:cNvSpPr/>
            <p:nvPr/>
          </p:nvSpPr>
          <p:spPr>
            <a:xfrm>
              <a:off x="6386148" y="4665677"/>
              <a:ext cx="62546" cy="55600"/>
            </a:xfrm>
            <a:custGeom>
              <a:rect b="b" l="l" r="r" t="t"/>
              <a:pathLst>
                <a:path extrusionOk="0" h="10886" w="12246">
                  <a:moveTo>
                    <a:pt x="1" y="1"/>
                  </a:moveTo>
                  <a:lnTo>
                    <a:pt x="1"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13"/>
            <p:cNvSpPr/>
            <p:nvPr/>
          </p:nvSpPr>
          <p:spPr>
            <a:xfrm>
              <a:off x="6337521" y="4665677"/>
              <a:ext cx="48649" cy="5560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13"/>
            <p:cNvSpPr/>
            <p:nvPr/>
          </p:nvSpPr>
          <p:spPr>
            <a:xfrm>
              <a:off x="6281950" y="4665677"/>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13"/>
            <p:cNvSpPr/>
            <p:nvPr/>
          </p:nvSpPr>
          <p:spPr>
            <a:xfrm>
              <a:off x="6219430" y="4665677"/>
              <a:ext cx="62546" cy="55600"/>
            </a:xfrm>
            <a:custGeom>
              <a:rect b="b" l="l" r="r" t="t"/>
              <a:pathLst>
                <a:path extrusionOk="0" h="10886" w="12246">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13"/>
            <p:cNvSpPr/>
            <p:nvPr/>
          </p:nvSpPr>
          <p:spPr>
            <a:xfrm>
              <a:off x="7059967" y="4603162"/>
              <a:ext cx="55600" cy="62541"/>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13"/>
            <p:cNvSpPr/>
            <p:nvPr/>
          </p:nvSpPr>
          <p:spPr>
            <a:xfrm>
              <a:off x="7004396" y="4603162"/>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13"/>
            <p:cNvSpPr/>
            <p:nvPr/>
          </p:nvSpPr>
          <p:spPr>
            <a:xfrm>
              <a:off x="6948824" y="4603162"/>
              <a:ext cx="55595" cy="62541"/>
            </a:xfrm>
            <a:custGeom>
              <a:rect b="b" l="l" r="r" t="t"/>
              <a:pathLst>
                <a:path extrusionOk="0" h="12245" w="10885">
                  <a:moveTo>
                    <a:pt x="0" y="0"/>
                  </a:moveTo>
                  <a:lnTo>
                    <a:pt x="0" y="12245"/>
                  </a:lnTo>
                  <a:lnTo>
                    <a:pt x="10884" y="1224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13"/>
            <p:cNvSpPr/>
            <p:nvPr/>
          </p:nvSpPr>
          <p:spPr>
            <a:xfrm>
              <a:off x="6893248" y="4603162"/>
              <a:ext cx="55600" cy="62541"/>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13"/>
            <p:cNvSpPr/>
            <p:nvPr/>
          </p:nvSpPr>
          <p:spPr>
            <a:xfrm>
              <a:off x="6837677" y="4603162"/>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13"/>
            <p:cNvSpPr/>
            <p:nvPr/>
          </p:nvSpPr>
          <p:spPr>
            <a:xfrm>
              <a:off x="6782101" y="4603162"/>
              <a:ext cx="55600" cy="62541"/>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13"/>
            <p:cNvSpPr/>
            <p:nvPr/>
          </p:nvSpPr>
          <p:spPr>
            <a:xfrm>
              <a:off x="6719586" y="4603162"/>
              <a:ext cx="62541" cy="62541"/>
            </a:xfrm>
            <a:custGeom>
              <a:rect b="b" l="l" r="r" t="t"/>
              <a:pathLst>
                <a:path extrusionOk="0" h="12245" w="12245">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13"/>
            <p:cNvSpPr/>
            <p:nvPr/>
          </p:nvSpPr>
          <p:spPr>
            <a:xfrm>
              <a:off x="6670963" y="4603162"/>
              <a:ext cx="48644" cy="62541"/>
            </a:xfrm>
            <a:custGeom>
              <a:rect b="b" l="l" r="r" t="t"/>
              <a:pathLst>
                <a:path extrusionOk="0" h="12245" w="9524">
                  <a:moveTo>
                    <a:pt x="0" y="0"/>
                  </a:moveTo>
                  <a:lnTo>
                    <a:pt x="0" y="12245"/>
                  </a:lnTo>
                  <a:lnTo>
                    <a:pt x="9523" y="12245"/>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13"/>
            <p:cNvSpPr/>
            <p:nvPr/>
          </p:nvSpPr>
          <p:spPr>
            <a:xfrm>
              <a:off x="6615387" y="4603162"/>
              <a:ext cx="55600" cy="62541"/>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13"/>
            <p:cNvSpPr/>
            <p:nvPr/>
          </p:nvSpPr>
          <p:spPr>
            <a:xfrm>
              <a:off x="6552862" y="4603162"/>
              <a:ext cx="62552" cy="62541"/>
            </a:xfrm>
            <a:custGeom>
              <a:rect b="b" l="l" r="r" t="t"/>
              <a:pathLst>
                <a:path extrusionOk="0" h="12245" w="12247">
                  <a:moveTo>
                    <a:pt x="1" y="0"/>
                  </a:moveTo>
                  <a:lnTo>
                    <a:pt x="1" y="12245"/>
                  </a:lnTo>
                  <a:lnTo>
                    <a:pt x="12247" y="1224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13"/>
            <p:cNvSpPr/>
            <p:nvPr/>
          </p:nvSpPr>
          <p:spPr>
            <a:xfrm>
              <a:off x="6504240" y="4603162"/>
              <a:ext cx="48649" cy="62541"/>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13"/>
            <p:cNvSpPr/>
            <p:nvPr/>
          </p:nvSpPr>
          <p:spPr>
            <a:xfrm>
              <a:off x="6448669" y="4603162"/>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13"/>
            <p:cNvSpPr/>
            <p:nvPr/>
          </p:nvSpPr>
          <p:spPr>
            <a:xfrm>
              <a:off x="6386148" y="4603162"/>
              <a:ext cx="62546" cy="62541"/>
            </a:xfrm>
            <a:custGeom>
              <a:rect b="b" l="l" r="r" t="t"/>
              <a:pathLst>
                <a:path extrusionOk="0" h="12245" w="12246">
                  <a:moveTo>
                    <a:pt x="1" y="0"/>
                  </a:moveTo>
                  <a:lnTo>
                    <a:pt x="1"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13"/>
            <p:cNvSpPr/>
            <p:nvPr/>
          </p:nvSpPr>
          <p:spPr>
            <a:xfrm>
              <a:off x="6337521" y="4603162"/>
              <a:ext cx="48649" cy="62541"/>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13"/>
            <p:cNvSpPr/>
            <p:nvPr/>
          </p:nvSpPr>
          <p:spPr>
            <a:xfrm>
              <a:off x="6281950" y="4603162"/>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13"/>
            <p:cNvSpPr/>
            <p:nvPr/>
          </p:nvSpPr>
          <p:spPr>
            <a:xfrm>
              <a:off x="6219430" y="4603162"/>
              <a:ext cx="62546" cy="62541"/>
            </a:xfrm>
            <a:custGeom>
              <a:rect b="b" l="l" r="r" t="t"/>
              <a:pathLst>
                <a:path extrusionOk="0" h="12245" w="12246">
                  <a:moveTo>
                    <a:pt x="0" y="0"/>
                  </a:moveTo>
                  <a:lnTo>
                    <a:pt x="0" y="12245"/>
                  </a:lnTo>
                  <a:lnTo>
                    <a:pt x="12245" y="12245"/>
                  </a:lnTo>
                  <a:lnTo>
                    <a:pt x="1224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13"/>
            <p:cNvSpPr/>
            <p:nvPr/>
          </p:nvSpPr>
          <p:spPr>
            <a:xfrm>
              <a:off x="7059967" y="4554534"/>
              <a:ext cx="55600" cy="48649"/>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13"/>
            <p:cNvSpPr/>
            <p:nvPr/>
          </p:nvSpPr>
          <p:spPr>
            <a:xfrm>
              <a:off x="7004396" y="4554534"/>
              <a:ext cx="55595" cy="48649"/>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13"/>
            <p:cNvSpPr/>
            <p:nvPr/>
          </p:nvSpPr>
          <p:spPr>
            <a:xfrm>
              <a:off x="6948824" y="4554534"/>
              <a:ext cx="55595" cy="48649"/>
            </a:xfrm>
            <a:custGeom>
              <a:rect b="b" l="l" r="r" t="t"/>
              <a:pathLst>
                <a:path extrusionOk="0" h="9525" w="10885">
                  <a:moveTo>
                    <a:pt x="0" y="0"/>
                  </a:moveTo>
                  <a:lnTo>
                    <a:pt x="0" y="9524"/>
                  </a:lnTo>
                  <a:lnTo>
                    <a:pt x="10884" y="9524"/>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13"/>
            <p:cNvSpPr/>
            <p:nvPr/>
          </p:nvSpPr>
          <p:spPr>
            <a:xfrm>
              <a:off x="6893248" y="4554534"/>
              <a:ext cx="55600" cy="48649"/>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13"/>
            <p:cNvSpPr/>
            <p:nvPr/>
          </p:nvSpPr>
          <p:spPr>
            <a:xfrm>
              <a:off x="6837677" y="4554534"/>
              <a:ext cx="55595" cy="48649"/>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13"/>
            <p:cNvSpPr/>
            <p:nvPr/>
          </p:nvSpPr>
          <p:spPr>
            <a:xfrm>
              <a:off x="6782101" y="4554534"/>
              <a:ext cx="55600" cy="48649"/>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13"/>
            <p:cNvSpPr/>
            <p:nvPr/>
          </p:nvSpPr>
          <p:spPr>
            <a:xfrm>
              <a:off x="6719586" y="4554534"/>
              <a:ext cx="62541" cy="48649"/>
            </a:xfrm>
            <a:custGeom>
              <a:rect b="b" l="l" r="r" t="t"/>
              <a:pathLst>
                <a:path extrusionOk="0" h="9525" w="12245">
                  <a:moveTo>
                    <a:pt x="0" y="0"/>
                  </a:moveTo>
                  <a:lnTo>
                    <a:pt x="0"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13"/>
            <p:cNvSpPr/>
            <p:nvPr/>
          </p:nvSpPr>
          <p:spPr>
            <a:xfrm>
              <a:off x="6670963" y="4554534"/>
              <a:ext cx="48644" cy="48649"/>
            </a:xfrm>
            <a:custGeom>
              <a:rect b="b" l="l" r="r" t="t"/>
              <a:pathLst>
                <a:path extrusionOk="0" h="9525" w="9524">
                  <a:moveTo>
                    <a:pt x="0" y="0"/>
                  </a:moveTo>
                  <a:lnTo>
                    <a:pt x="0" y="9524"/>
                  </a:lnTo>
                  <a:lnTo>
                    <a:pt x="9523" y="9524"/>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13"/>
            <p:cNvSpPr/>
            <p:nvPr/>
          </p:nvSpPr>
          <p:spPr>
            <a:xfrm>
              <a:off x="6615387" y="4554534"/>
              <a:ext cx="55600" cy="48649"/>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13"/>
            <p:cNvSpPr/>
            <p:nvPr/>
          </p:nvSpPr>
          <p:spPr>
            <a:xfrm>
              <a:off x="6552862" y="4554534"/>
              <a:ext cx="62552" cy="48649"/>
            </a:xfrm>
            <a:custGeom>
              <a:rect b="b" l="l" r="r" t="t"/>
              <a:pathLst>
                <a:path extrusionOk="0" h="9525" w="12247">
                  <a:moveTo>
                    <a:pt x="1" y="0"/>
                  </a:moveTo>
                  <a:lnTo>
                    <a:pt x="1" y="9524"/>
                  </a:lnTo>
                  <a:lnTo>
                    <a:pt x="12247" y="9524"/>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13"/>
            <p:cNvSpPr/>
            <p:nvPr/>
          </p:nvSpPr>
          <p:spPr>
            <a:xfrm>
              <a:off x="6504240" y="4554534"/>
              <a:ext cx="48649" cy="48649"/>
            </a:xfrm>
            <a:custGeom>
              <a:rect b="b" l="l" r="r" t="t"/>
              <a:pathLst>
                <a:path extrusionOk="0" h="9525" w="9525">
                  <a:moveTo>
                    <a:pt x="1" y="0"/>
                  </a:moveTo>
                  <a:lnTo>
                    <a:pt x="1" y="9524"/>
                  </a:lnTo>
                  <a:lnTo>
                    <a:pt x="9525" y="952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13"/>
            <p:cNvSpPr/>
            <p:nvPr/>
          </p:nvSpPr>
          <p:spPr>
            <a:xfrm>
              <a:off x="6448669" y="4554534"/>
              <a:ext cx="55595" cy="48649"/>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13"/>
            <p:cNvSpPr/>
            <p:nvPr/>
          </p:nvSpPr>
          <p:spPr>
            <a:xfrm>
              <a:off x="6386148" y="4554534"/>
              <a:ext cx="62546" cy="48649"/>
            </a:xfrm>
            <a:custGeom>
              <a:rect b="b" l="l" r="r" t="t"/>
              <a:pathLst>
                <a:path extrusionOk="0" h="9525" w="12246">
                  <a:moveTo>
                    <a:pt x="1" y="0"/>
                  </a:moveTo>
                  <a:lnTo>
                    <a:pt x="1"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13"/>
            <p:cNvSpPr/>
            <p:nvPr/>
          </p:nvSpPr>
          <p:spPr>
            <a:xfrm>
              <a:off x="6337521" y="4554534"/>
              <a:ext cx="48649" cy="48649"/>
            </a:xfrm>
            <a:custGeom>
              <a:rect b="b" l="l" r="r" t="t"/>
              <a:pathLst>
                <a:path extrusionOk="0" h="9525" w="9525">
                  <a:moveTo>
                    <a:pt x="1" y="0"/>
                  </a:moveTo>
                  <a:lnTo>
                    <a:pt x="1" y="9524"/>
                  </a:lnTo>
                  <a:lnTo>
                    <a:pt x="9525" y="952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13"/>
            <p:cNvSpPr/>
            <p:nvPr/>
          </p:nvSpPr>
          <p:spPr>
            <a:xfrm>
              <a:off x="6281950" y="4554534"/>
              <a:ext cx="55595" cy="48649"/>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13"/>
            <p:cNvSpPr/>
            <p:nvPr/>
          </p:nvSpPr>
          <p:spPr>
            <a:xfrm>
              <a:off x="6219430" y="4554534"/>
              <a:ext cx="62546" cy="48649"/>
            </a:xfrm>
            <a:custGeom>
              <a:rect b="b" l="l" r="r" t="t"/>
              <a:pathLst>
                <a:path extrusionOk="0" h="9525" w="12246">
                  <a:moveTo>
                    <a:pt x="0" y="0"/>
                  </a:moveTo>
                  <a:lnTo>
                    <a:pt x="0"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13"/>
            <p:cNvSpPr/>
            <p:nvPr/>
          </p:nvSpPr>
          <p:spPr>
            <a:xfrm>
              <a:off x="7059967" y="4498958"/>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13"/>
            <p:cNvSpPr/>
            <p:nvPr/>
          </p:nvSpPr>
          <p:spPr>
            <a:xfrm>
              <a:off x="7115543" y="4776825"/>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13"/>
            <p:cNvSpPr/>
            <p:nvPr/>
          </p:nvSpPr>
          <p:spPr>
            <a:xfrm>
              <a:off x="7115543" y="4728197"/>
              <a:ext cx="55595" cy="48649"/>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13"/>
            <p:cNvSpPr/>
            <p:nvPr/>
          </p:nvSpPr>
          <p:spPr>
            <a:xfrm>
              <a:off x="7115543" y="4665677"/>
              <a:ext cx="55595" cy="62546"/>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13"/>
            <p:cNvSpPr/>
            <p:nvPr/>
          </p:nvSpPr>
          <p:spPr>
            <a:xfrm>
              <a:off x="7115543" y="4610106"/>
              <a:ext cx="55595" cy="55595"/>
            </a:xfrm>
            <a:custGeom>
              <a:rect b="b" l="l" r="r" t="t"/>
              <a:pathLst>
                <a:path extrusionOk="0" h="10885"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13"/>
            <p:cNvSpPr/>
            <p:nvPr/>
          </p:nvSpPr>
          <p:spPr>
            <a:xfrm>
              <a:off x="7115543" y="4561478"/>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13"/>
            <p:cNvSpPr/>
            <p:nvPr/>
          </p:nvSpPr>
          <p:spPr>
            <a:xfrm>
              <a:off x="7004396" y="4498958"/>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13"/>
            <p:cNvSpPr/>
            <p:nvPr/>
          </p:nvSpPr>
          <p:spPr>
            <a:xfrm>
              <a:off x="6948824" y="4498958"/>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13"/>
            <p:cNvSpPr/>
            <p:nvPr/>
          </p:nvSpPr>
          <p:spPr>
            <a:xfrm>
              <a:off x="6893248" y="4498958"/>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13"/>
            <p:cNvSpPr/>
            <p:nvPr/>
          </p:nvSpPr>
          <p:spPr>
            <a:xfrm>
              <a:off x="6837677" y="4498958"/>
              <a:ext cx="55595" cy="55600"/>
            </a:xfrm>
            <a:custGeom>
              <a:rect b="b" l="l" r="r" t="t"/>
              <a:pathLst>
                <a:path extrusionOk="0" h="10886" w="10885">
                  <a:moveTo>
                    <a:pt x="0" y="1"/>
                  </a:moveTo>
                  <a:lnTo>
                    <a:pt x="0" y="10885"/>
                  </a:lnTo>
                  <a:lnTo>
                    <a:pt x="10885" y="10885"/>
                  </a:lnTo>
                  <a:lnTo>
                    <a:pt x="1088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13"/>
            <p:cNvSpPr/>
            <p:nvPr/>
          </p:nvSpPr>
          <p:spPr>
            <a:xfrm>
              <a:off x="6782101" y="4498958"/>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13"/>
            <p:cNvSpPr/>
            <p:nvPr/>
          </p:nvSpPr>
          <p:spPr>
            <a:xfrm>
              <a:off x="6719586" y="4498958"/>
              <a:ext cx="62541" cy="55600"/>
            </a:xfrm>
            <a:custGeom>
              <a:rect b="b" l="l" r="r" t="t"/>
              <a:pathLst>
                <a:path extrusionOk="0" h="10886" w="12245">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13"/>
            <p:cNvSpPr/>
            <p:nvPr/>
          </p:nvSpPr>
          <p:spPr>
            <a:xfrm>
              <a:off x="6670963" y="4498958"/>
              <a:ext cx="48644" cy="55600"/>
            </a:xfrm>
            <a:custGeom>
              <a:rect b="b" l="l" r="r" t="t"/>
              <a:pathLst>
                <a:path extrusionOk="0" h="10886" w="9524">
                  <a:moveTo>
                    <a:pt x="0" y="1"/>
                  </a:moveTo>
                  <a:lnTo>
                    <a:pt x="0" y="10885"/>
                  </a:lnTo>
                  <a:lnTo>
                    <a:pt x="9523" y="1088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13"/>
            <p:cNvSpPr/>
            <p:nvPr/>
          </p:nvSpPr>
          <p:spPr>
            <a:xfrm>
              <a:off x="6615387" y="4498958"/>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13"/>
            <p:cNvSpPr/>
            <p:nvPr/>
          </p:nvSpPr>
          <p:spPr>
            <a:xfrm>
              <a:off x="6552862" y="4498958"/>
              <a:ext cx="62552" cy="55600"/>
            </a:xfrm>
            <a:custGeom>
              <a:rect b="b" l="l" r="r" t="t"/>
              <a:pathLst>
                <a:path extrusionOk="0" h="10886" w="12247">
                  <a:moveTo>
                    <a:pt x="1" y="1"/>
                  </a:moveTo>
                  <a:lnTo>
                    <a:pt x="1" y="10885"/>
                  </a:lnTo>
                  <a:lnTo>
                    <a:pt x="12247" y="1088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13"/>
            <p:cNvSpPr/>
            <p:nvPr/>
          </p:nvSpPr>
          <p:spPr>
            <a:xfrm>
              <a:off x="6504240" y="4498958"/>
              <a:ext cx="48649" cy="5560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13"/>
            <p:cNvSpPr/>
            <p:nvPr/>
          </p:nvSpPr>
          <p:spPr>
            <a:xfrm>
              <a:off x="6448669" y="4498958"/>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13"/>
            <p:cNvSpPr/>
            <p:nvPr/>
          </p:nvSpPr>
          <p:spPr>
            <a:xfrm>
              <a:off x="6386148" y="4498958"/>
              <a:ext cx="62546" cy="55600"/>
            </a:xfrm>
            <a:custGeom>
              <a:rect b="b" l="l" r="r" t="t"/>
              <a:pathLst>
                <a:path extrusionOk="0" h="10886" w="12246">
                  <a:moveTo>
                    <a:pt x="1" y="1"/>
                  </a:moveTo>
                  <a:lnTo>
                    <a:pt x="1"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13"/>
            <p:cNvSpPr/>
            <p:nvPr/>
          </p:nvSpPr>
          <p:spPr>
            <a:xfrm>
              <a:off x="6337521" y="4498958"/>
              <a:ext cx="48649" cy="5560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13"/>
            <p:cNvSpPr/>
            <p:nvPr/>
          </p:nvSpPr>
          <p:spPr>
            <a:xfrm>
              <a:off x="6281950" y="4498958"/>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13"/>
            <p:cNvSpPr/>
            <p:nvPr/>
          </p:nvSpPr>
          <p:spPr>
            <a:xfrm>
              <a:off x="6219430" y="4498958"/>
              <a:ext cx="62546" cy="55600"/>
            </a:xfrm>
            <a:custGeom>
              <a:rect b="b" l="l" r="r" t="t"/>
              <a:pathLst>
                <a:path extrusionOk="0" h="10886" w="12246">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13"/>
            <p:cNvSpPr/>
            <p:nvPr/>
          </p:nvSpPr>
          <p:spPr>
            <a:xfrm>
              <a:off x="6552862" y="4436437"/>
              <a:ext cx="62552" cy="62546"/>
            </a:xfrm>
            <a:custGeom>
              <a:rect b="b" l="l" r="r" t="t"/>
              <a:pathLst>
                <a:path extrusionOk="0" h="12246" w="12247">
                  <a:moveTo>
                    <a:pt x="1" y="1"/>
                  </a:moveTo>
                  <a:lnTo>
                    <a:pt x="1" y="12246"/>
                  </a:lnTo>
                  <a:lnTo>
                    <a:pt x="12247" y="12246"/>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13"/>
            <p:cNvSpPr/>
            <p:nvPr/>
          </p:nvSpPr>
          <p:spPr>
            <a:xfrm>
              <a:off x="6504240" y="4436437"/>
              <a:ext cx="48649" cy="62546"/>
            </a:xfrm>
            <a:custGeom>
              <a:rect b="b" l="l" r="r" t="t"/>
              <a:pathLst>
                <a:path extrusionOk="0" h="12246" w="9525">
                  <a:moveTo>
                    <a:pt x="1" y="1"/>
                  </a:moveTo>
                  <a:lnTo>
                    <a:pt x="1" y="12246"/>
                  </a:lnTo>
                  <a:lnTo>
                    <a:pt x="9525" y="12246"/>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13"/>
            <p:cNvSpPr/>
            <p:nvPr/>
          </p:nvSpPr>
          <p:spPr>
            <a:xfrm>
              <a:off x="6448669" y="4436437"/>
              <a:ext cx="55595" cy="62546"/>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13"/>
            <p:cNvSpPr/>
            <p:nvPr/>
          </p:nvSpPr>
          <p:spPr>
            <a:xfrm>
              <a:off x="6386148" y="4436437"/>
              <a:ext cx="62546" cy="62546"/>
            </a:xfrm>
            <a:custGeom>
              <a:rect b="b" l="l" r="r" t="t"/>
              <a:pathLst>
                <a:path extrusionOk="0" h="12246" w="12246">
                  <a:moveTo>
                    <a:pt x="1" y="1"/>
                  </a:moveTo>
                  <a:lnTo>
                    <a:pt x="1" y="12246"/>
                  </a:lnTo>
                  <a:lnTo>
                    <a:pt x="12245" y="12246"/>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13"/>
            <p:cNvSpPr/>
            <p:nvPr/>
          </p:nvSpPr>
          <p:spPr>
            <a:xfrm>
              <a:off x="6337521" y="4436437"/>
              <a:ext cx="48649" cy="62546"/>
            </a:xfrm>
            <a:custGeom>
              <a:rect b="b" l="l" r="r" t="t"/>
              <a:pathLst>
                <a:path extrusionOk="0" h="12246" w="9525">
                  <a:moveTo>
                    <a:pt x="1" y="1"/>
                  </a:moveTo>
                  <a:lnTo>
                    <a:pt x="1" y="12246"/>
                  </a:lnTo>
                  <a:lnTo>
                    <a:pt x="9525" y="12246"/>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13"/>
            <p:cNvSpPr/>
            <p:nvPr/>
          </p:nvSpPr>
          <p:spPr>
            <a:xfrm>
              <a:off x="6281950" y="4436437"/>
              <a:ext cx="55595" cy="62546"/>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13"/>
            <p:cNvSpPr/>
            <p:nvPr/>
          </p:nvSpPr>
          <p:spPr>
            <a:xfrm>
              <a:off x="6219430" y="4436437"/>
              <a:ext cx="62546" cy="62546"/>
            </a:xfrm>
            <a:custGeom>
              <a:rect b="b" l="l" r="r" t="t"/>
              <a:pathLst>
                <a:path extrusionOk="0" h="12246" w="12246">
                  <a:moveTo>
                    <a:pt x="0" y="1"/>
                  </a:moveTo>
                  <a:lnTo>
                    <a:pt x="0" y="12246"/>
                  </a:lnTo>
                  <a:lnTo>
                    <a:pt x="12245" y="12246"/>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13"/>
            <p:cNvSpPr/>
            <p:nvPr/>
          </p:nvSpPr>
          <p:spPr>
            <a:xfrm>
              <a:off x="6552862" y="4387810"/>
              <a:ext cx="62552" cy="48649"/>
            </a:xfrm>
            <a:custGeom>
              <a:rect b="b" l="l" r="r" t="t"/>
              <a:pathLst>
                <a:path extrusionOk="0" h="9525" w="12247">
                  <a:moveTo>
                    <a:pt x="1" y="1"/>
                  </a:moveTo>
                  <a:lnTo>
                    <a:pt x="1" y="9525"/>
                  </a:lnTo>
                  <a:lnTo>
                    <a:pt x="12247" y="952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13"/>
            <p:cNvSpPr/>
            <p:nvPr/>
          </p:nvSpPr>
          <p:spPr>
            <a:xfrm>
              <a:off x="6504240" y="4387810"/>
              <a:ext cx="48649" cy="48649"/>
            </a:xfrm>
            <a:custGeom>
              <a:rect b="b" l="l" r="r" t="t"/>
              <a:pathLst>
                <a:path extrusionOk="0" h="9525" w="9525">
                  <a:moveTo>
                    <a:pt x="1" y="1"/>
                  </a:moveTo>
                  <a:lnTo>
                    <a:pt x="1" y="9525"/>
                  </a:lnTo>
                  <a:lnTo>
                    <a:pt x="9525" y="952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13"/>
            <p:cNvSpPr/>
            <p:nvPr/>
          </p:nvSpPr>
          <p:spPr>
            <a:xfrm>
              <a:off x="6448669" y="4387810"/>
              <a:ext cx="55595" cy="48649"/>
            </a:xfrm>
            <a:custGeom>
              <a:rect b="b" l="l" r="r" t="t"/>
              <a:pathLst>
                <a:path extrusionOk="0" h="9525" w="10885">
                  <a:moveTo>
                    <a:pt x="0" y="1"/>
                  </a:moveTo>
                  <a:lnTo>
                    <a:pt x="0" y="9525"/>
                  </a:lnTo>
                  <a:lnTo>
                    <a:pt x="10885" y="9525"/>
                  </a:lnTo>
                  <a:lnTo>
                    <a:pt x="1088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13"/>
            <p:cNvSpPr/>
            <p:nvPr/>
          </p:nvSpPr>
          <p:spPr>
            <a:xfrm>
              <a:off x="6386148" y="4387810"/>
              <a:ext cx="62546" cy="48649"/>
            </a:xfrm>
            <a:custGeom>
              <a:rect b="b" l="l" r="r" t="t"/>
              <a:pathLst>
                <a:path extrusionOk="0" h="9525" w="12246">
                  <a:moveTo>
                    <a:pt x="1" y="1"/>
                  </a:moveTo>
                  <a:lnTo>
                    <a:pt x="1" y="9525"/>
                  </a:lnTo>
                  <a:lnTo>
                    <a:pt x="12245" y="952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13"/>
            <p:cNvSpPr/>
            <p:nvPr/>
          </p:nvSpPr>
          <p:spPr>
            <a:xfrm>
              <a:off x="6337521" y="4387810"/>
              <a:ext cx="48649" cy="48649"/>
            </a:xfrm>
            <a:custGeom>
              <a:rect b="b" l="l" r="r" t="t"/>
              <a:pathLst>
                <a:path extrusionOk="0" h="9525" w="9525">
                  <a:moveTo>
                    <a:pt x="1" y="1"/>
                  </a:moveTo>
                  <a:lnTo>
                    <a:pt x="1" y="9525"/>
                  </a:lnTo>
                  <a:lnTo>
                    <a:pt x="9525" y="952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13"/>
            <p:cNvSpPr/>
            <p:nvPr/>
          </p:nvSpPr>
          <p:spPr>
            <a:xfrm>
              <a:off x="6281950" y="4387810"/>
              <a:ext cx="55595" cy="48649"/>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13"/>
            <p:cNvSpPr/>
            <p:nvPr/>
          </p:nvSpPr>
          <p:spPr>
            <a:xfrm>
              <a:off x="6219430" y="4387810"/>
              <a:ext cx="62546" cy="48649"/>
            </a:xfrm>
            <a:custGeom>
              <a:rect b="b" l="l" r="r" t="t"/>
              <a:pathLst>
                <a:path extrusionOk="0" h="9525" w="12246">
                  <a:moveTo>
                    <a:pt x="0" y="1"/>
                  </a:moveTo>
                  <a:lnTo>
                    <a:pt x="0" y="9525"/>
                  </a:lnTo>
                  <a:lnTo>
                    <a:pt x="12245" y="952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13"/>
            <p:cNvSpPr/>
            <p:nvPr/>
          </p:nvSpPr>
          <p:spPr>
            <a:xfrm>
              <a:off x="6163859" y="4387810"/>
              <a:ext cx="55595" cy="62546"/>
            </a:xfrm>
            <a:custGeom>
              <a:rect b="b" l="l" r="r" t="t"/>
              <a:pathLst>
                <a:path extrusionOk="0" h="12246" w="10885">
                  <a:moveTo>
                    <a:pt x="0" y="1"/>
                  </a:moveTo>
                  <a:lnTo>
                    <a:pt x="0" y="12245"/>
                  </a:lnTo>
                  <a:lnTo>
                    <a:pt x="10884" y="1224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13"/>
            <p:cNvSpPr/>
            <p:nvPr/>
          </p:nvSpPr>
          <p:spPr>
            <a:xfrm>
              <a:off x="6163859" y="4450330"/>
              <a:ext cx="55595" cy="48649"/>
            </a:xfrm>
            <a:custGeom>
              <a:rect b="b" l="l" r="r" t="t"/>
              <a:pathLst>
                <a:path extrusionOk="0" h="9525" w="10885">
                  <a:moveTo>
                    <a:pt x="0" y="0"/>
                  </a:moveTo>
                  <a:lnTo>
                    <a:pt x="0" y="9525"/>
                  </a:lnTo>
                  <a:lnTo>
                    <a:pt x="10884" y="952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13"/>
            <p:cNvSpPr/>
            <p:nvPr/>
          </p:nvSpPr>
          <p:spPr>
            <a:xfrm>
              <a:off x="6163859" y="4498958"/>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13"/>
            <p:cNvSpPr/>
            <p:nvPr/>
          </p:nvSpPr>
          <p:spPr>
            <a:xfrm>
              <a:off x="6163859" y="4554534"/>
              <a:ext cx="55595" cy="55595"/>
            </a:xfrm>
            <a:custGeom>
              <a:rect b="b" l="l" r="r" t="t"/>
              <a:pathLst>
                <a:path extrusionOk="0" h="10885" w="10885">
                  <a:moveTo>
                    <a:pt x="0" y="0"/>
                  </a:moveTo>
                  <a:lnTo>
                    <a:pt x="0" y="10885"/>
                  </a:lnTo>
                  <a:lnTo>
                    <a:pt x="10884" y="1088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13"/>
            <p:cNvSpPr/>
            <p:nvPr/>
          </p:nvSpPr>
          <p:spPr>
            <a:xfrm>
              <a:off x="6163859" y="4610106"/>
              <a:ext cx="55595" cy="55595"/>
            </a:xfrm>
            <a:custGeom>
              <a:rect b="b" l="l" r="r" t="t"/>
              <a:pathLst>
                <a:path extrusionOk="0" h="10885"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13"/>
            <p:cNvSpPr/>
            <p:nvPr/>
          </p:nvSpPr>
          <p:spPr>
            <a:xfrm>
              <a:off x="6163859" y="4665677"/>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13"/>
            <p:cNvSpPr/>
            <p:nvPr/>
          </p:nvSpPr>
          <p:spPr>
            <a:xfrm>
              <a:off x="6163859" y="4721253"/>
              <a:ext cx="55595" cy="55595"/>
            </a:xfrm>
            <a:custGeom>
              <a:rect b="b" l="l" r="r" t="t"/>
              <a:pathLst>
                <a:path extrusionOk="0" h="10885" w="10885">
                  <a:moveTo>
                    <a:pt x="0" y="0"/>
                  </a:moveTo>
                  <a:lnTo>
                    <a:pt x="0" y="10885"/>
                  </a:lnTo>
                  <a:lnTo>
                    <a:pt x="10884" y="1088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13"/>
            <p:cNvSpPr/>
            <p:nvPr/>
          </p:nvSpPr>
          <p:spPr>
            <a:xfrm>
              <a:off x="6163859" y="4776825"/>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13"/>
            <p:cNvSpPr/>
            <p:nvPr/>
          </p:nvSpPr>
          <p:spPr>
            <a:xfrm>
              <a:off x="6552862" y="4325295"/>
              <a:ext cx="62552" cy="62541"/>
            </a:xfrm>
            <a:custGeom>
              <a:rect b="b" l="l" r="r" t="t"/>
              <a:pathLst>
                <a:path extrusionOk="0" h="12245" w="12247">
                  <a:moveTo>
                    <a:pt x="1" y="0"/>
                  </a:moveTo>
                  <a:lnTo>
                    <a:pt x="1" y="12245"/>
                  </a:lnTo>
                  <a:lnTo>
                    <a:pt x="12247" y="1224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13"/>
            <p:cNvSpPr/>
            <p:nvPr/>
          </p:nvSpPr>
          <p:spPr>
            <a:xfrm>
              <a:off x="6504240" y="4325295"/>
              <a:ext cx="48649" cy="62541"/>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13"/>
            <p:cNvSpPr/>
            <p:nvPr/>
          </p:nvSpPr>
          <p:spPr>
            <a:xfrm>
              <a:off x="6448669" y="4325295"/>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13"/>
            <p:cNvSpPr/>
            <p:nvPr/>
          </p:nvSpPr>
          <p:spPr>
            <a:xfrm>
              <a:off x="6386148" y="4325295"/>
              <a:ext cx="62546" cy="62541"/>
            </a:xfrm>
            <a:custGeom>
              <a:rect b="b" l="l" r="r" t="t"/>
              <a:pathLst>
                <a:path extrusionOk="0" h="12245" w="12246">
                  <a:moveTo>
                    <a:pt x="1" y="0"/>
                  </a:moveTo>
                  <a:lnTo>
                    <a:pt x="1"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13"/>
            <p:cNvSpPr/>
            <p:nvPr/>
          </p:nvSpPr>
          <p:spPr>
            <a:xfrm>
              <a:off x="6337521" y="4325295"/>
              <a:ext cx="48649" cy="62541"/>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13"/>
            <p:cNvSpPr/>
            <p:nvPr/>
          </p:nvSpPr>
          <p:spPr>
            <a:xfrm>
              <a:off x="6281950" y="4325295"/>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13"/>
            <p:cNvSpPr/>
            <p:nvPr/>
          </p:nvSpPr>
          <p:spPr>
            <a:xfrm>
              <a:off x="6219430" y="4325295"/>
              <a:ext cx="62546" cy="62541"/>
            </a:xfrm>
            <a:custGeom>
              <a:rect b="b" l="l" r="r" t="t"/>
              <a:pathLst>
                <a:path extrusionOk="0" h="12245" w="12246">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BODY_1_1">
    <p:bg>
      <p:bgPr>
        <a:solidFill>
          <a:schemeClr val="accent6"/>
        </a:solidFill>
      </p:bgPr>
    </p:bg>
    <p:spTree>
      <p:nvGrpSpPr>
        <p:cNvPr id="2280" name="Shape 2280"/>
        <p:cNvGrpSpPr/>
        <p:nvPr/>
      </p:nvGrpSpPr>
      <p:grpSpPr>
        <a:xfrm>
          <a:off x="0" y="0"/>
          <a:ext cx="0" cy="0"/>
          <a:chOff x="0" y="0"/>
          <a:chExt cx="0" cy="0"/>
        </a:xfrm>
      </p:grpSpPr>
      <p:sp>
        <p:nvSpPr>
          <p:cNvPr id="2281" name="Google Shape;2281;p14"/>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82" name="Google Shape;2282;p14"/>
          <p:cNvSpPr txBox="1"/>
          <p:nvPr>
            <p:ph idx="2" type="title"/>
          </p:nvPr>
        </p:nvSpPr>
        <p:spPr>
          <a:xfrm>
            <a:off x="1148450" y="3117600"/>
            <a:ext cx="30888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283" name="Google Shape;2283;p14"/>
          <p:cNvSpPr txBox="1"/>
          <p:nvPr>
            <p:ph idx="1" type="subTitle"/>
          </p:nvPr>
        </p:nvSpPr>
        <p:spPr>
          <a:xfrm>
            <a:off x="1148450" y="3529783"/>
            <a:ext cx="3088800" cy="110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2284" name="Google Shape;2284;p14"/>
          <p:cNvSpPr txBox="1"/>
          <p:nvPr>
            <p:ph idx="3" type="title"/>
          </p:nvPr>
        </p:nvSpPr>
        <p:spPr>
          <a:xfrm>
            <a:off x="4906750" y="3117600"/>
            <a:ext cx="30888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285" name="Google Shape;2285;p14"/>
          <p:cNvSpPr txBox="1"/>
          <p:nvPr>
            <p:ph idx="4" type="subTitle"/>
          </p:nvPr>
        </p:nvSpPr>
        <p:spPr>
          <a:xfrm>
            <a:off x="4906750" y="3529795"/>
            <a:ext cx="3088800" cy="110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chemeClr val="accent6"/>
        </a:solidFill>
      </p:bgPr>
    </p:bg>
    <p:spTree>
      <p:nvGrpSpPr>
        <p:cNvPr id="2286" name="Shape 2286"/>
        <p:cNvGrpSpPr/>
        <p:nvPr/>
      </p:nvGrpSpPr>
      <p:grpSpPr>
        <a:xfrm>
          <a:off x="0" y="0"/>
          <a:ext cx="0" cy="0"/>
          <a:chOff x="0" y="0"/>
          <a:chExt cx="0" cy="0"/>
        </a:xfrm>
      </p:grpSpPr>
      <p:grpSp>
        <p:nvGrpSpPr>
          <p:cNvPr id="2287" name="Google Shape;2287;p15"/>
          <p:cNvGrpSpPr/>
          <p:nvPr/>
        </p:nvGrpSpPr>
        <p:grpSpPr>
          <a:xfrm>
            <a:off x="-98650" y="2037325"/>
            <a:ext cx="9352525" cy="3275625"/>
            <a:chOff x="-98650" y="2037325"/>
            <a:chExt cx="9352525" cy="3275625"/>
          </a:xfrm>
        </p:grpSpPr>
        <p:sp>
          <p:nvSpPr>
            <p:cNvPr id="2288" name="Google Shape;2288;p15"/>
            <p:cNvSpPr/>
            <p:nvPr/>
          </p:nvSpPr>
          <p:spPr>
            <a:xfrm>
              <a:off x="-98650" y="4010850"/>
              <a:ext cx="2523300" cy="5670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15"/>
            <p:cNvSpPr/>
            <p:nvPr/>
          </p:nvSpPr>
          <p:spPr>
            <a:xfrm>
              <a:off x="-98650" y="4584050"/>
              <a:ext cx="2523300" cy="155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15"/>
            <p:cNvSpPr/>
            <p:nvPr/>
          </p:nvSpPr>
          <p:spPr>
            <a:xfrm>
              <a:off x="-98650" y="4745950"/>
              <a:ext cx="2523300" cy="5670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15"/>
            <p:cNvSpPr/>
            <p:nvPr/>
          </p:nvSpPr>
          <p:spPr>
            <a:xfrm>
              <a:off x="3488175" y="4010850"/>
              <a:ext cx="5765700" cy="5670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15"/>
            <p:cNvSpPr/>
            <p:nvPr/>
          </p:nvSpPr>
          <p:spPr>
            <a:xfrm>
              <a:off x="3488175" y="4584050"/>
              <a:ext cx="5765700" cy="155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15"/>
            <p:cNvSpPr/>
            <p:nvPr/>
          </p:nvSpPr>
          <p:spPr>
            <a:xfrm>
              <a:off x="3488175" y="4745950"/>
              <a:ext cx="5765700" cy="5670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15"/>
            <p:cNvSpPr/>
            <p:nvPr/>
          </p:nvSpPr>
          <p:spPr>
            <a:xfrm>
              <a:off x="7648575" y="2037325"/>
              <a:ext cx="1031700" cy="1809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15"/>
            <p:cNvSpPr/>
            <p:nvPr/>
          </p:nvSpPr>
          <p:spPr>
            <a:xfrm>
              <a:off x="7648575" y="2218332"/>
              <a:ext cx="1031700" cy="1245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15"/>
            <p:cNvSpPr/>
            <p:nvPr/>
          </p:nvSpPr>
          <p:spPr>
            <a:xfrm>
              <a:off x="7648575" y="2342924"/>
              <a:ext cx="1031700" cy="16680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7" name="Google Shape;2297;p15"/>
          <p:cNvGrpSpPr/>
          <p:nvPr/>
        </p:nvGrpSpPr>
        <p:grpSpPr>
          <a:xfrm>
            <a:off x="1031000" y="3038742"/>
            <a:ext cx="263998" cy="263956"/>
            <a:chOff x="1031000" y="3038742"/>
            <a:chExt cx="263998" cy="263956"/>
          </a:xfrm>
        </p:grpSpPr>
        <p:sp>
          <p:nvSpPr>
            <p:cNvPr id="2298" name="Google Shape;2298;p15"/>
            <p:cNvSpPr/>
            <p:nvPr/>
          </p:nvSpPr>
          <p:spPr>
            <a:xfrm>
              <a:off x="1031000" y="3170721"/>
              <a:ext cx="148521" cy="131977"/>
            </a:xfrm>
            <a:custGeom>
              <a:rect b="b" l="l" r="r" t="t"/>
              <a:pathLst>
                <a:path extrusionOk="0" h="3175" w="3573">
                  <a:moveTo>
                    <a:pt x="1" y="1"/>
                  </a:moveTo>
                  <a:lnTo>
                    <a:pt x="1" y="3175"/>
                  </a:lnTo>
                  <a:lnTo>
                    <a:pt x="3573" y="3175"/>
                  </a:lnTo>
                  <a:lnTo>
                    <a:pt x="3573"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15"/>
            <p:cNvSpPr/>
            <p:nvPr/>
          </p:nvSpPr>
          <p:spPr>
            <a:xfrm>
              <a:off x="1031000" y="3038742"/>
              <a:ext cx="148521" cy="132018"/>
            </a:xfrm>
            <a:custGeom>
              <a:rect b="b" l="l" r="r" t="t"/>
              <a:pathLst>
                <a:path extrusionOk="0" h="3176" w="3573">
                  <a:moveTo>
                    <a:pt x="1" y="0"/>
                  </a:moveTo>
                  <a:lnTo>
                    <a:pt x="1" y="3176"/>
                  </a:lnTo>
                  <a:lnTo>
                    <a:pt x="3573" y="3176"/>
                  </a:lnTo>
                  <a:lnTo>
                    <a:pt x="357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15"/>
            <p:cNvSpPr/>
            <p:nvPr/>
          </p:nvSpPr>
          <p:spPr>
            <a:xfrm>
              <a:off x="1179482" y="3170721"/>
              <a:ext cx="115516" cy="131977"/>
            </a:xfrm>
            <a:custGeom>
              <a:rect b="b" l="l" r="r" t="t"/>
              <a:pathLst>
                <a:path extrusionOk="0" h="3175" w="2779">
                  <a:moveTo>
                    <a:pt x="1" y="1"/>
                  </a:moveTo>
                  <a:lnTo>
                    <a:pt x="1" y="3175"/>
                  </a:lnTo>
                  <a:lnTo>
                    <a:pt x="2779" y="3175"/>
                  </a:lnTo>
                  <a:lnTo>
                    <a:pt x="2779" y="1"/>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15"/>
            <p:cNvSpPr/>
            <p:nvPr/>
          </p:nvSpPr>
          <p:spPr>
            <a:xfrm>
              <a:off x="1179482" y="3038742"/>
              <a:ext cx="115516" cy="132018"/>
            </a:xfrm>
            <a:custGeom>
              <a:rect b="b" l="l" r="r" t="t"/>
              <a:pathLst>
                <a:path extrusionOk="0" h="3176" w="2779">
                  <a:moveTo>
                    <a:pt x="1" y="0"/>
                  </a:moveTo>
                  <a:lnTo>
                    <a:pt x="1" y="3176"/>
                  </a:lnTo>
                  <a:lnTo>
                    <a:pt x="2779" y="3176"/>
                  </a:lnTo>
                  <a:lnTo>
                    <a:pt x="277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02" name="Google Shape;2302;p15"/>
          <p:cNvGrpSpPr/>
          <p:nvPr/>
        </p:nvGrpSpPr>
        <p:grpSpPr>
          <a:xfrm>
            <a:off x="1031000" y="2611917"/>
            <a:ext cx="263998" cy="263956"/>
            <a:chOff x="1031000" y="3038742"/>
            <a:chExt cx="263998" cy="263956"/>
          </a:xfrm>
        </p:grpSpPr>
        <p:sp>
          <p:nvSpPr>
            <p:cNvPr id="2303" name="Google Shape;2303;p15"/>
            <p:cNvSpPr/>
            <p:nvPr/>
          </p:nvSpPr>
          <p:spPr>
            <a:xfrm>
              <a:off x="1031000" y="3170721"/>
              <a:ext cx="148521" cy="131977"/>
            </a:xfrm>
            <a:custGeom>
              <a:rect b="b" l="l" r="r" t="t"/>
              <a:pathLst>
                <a:path extrusionOk="0" h="3175" w="3573">
                  <a:moveTo>
                    <a:pt x="1" y="1"/>
                  </a:moveTo>
                  <a:lnTo>
                    <a:pt x="1" y="3175"/>
                  </a:lnTo>
                  <a:lnTo>
                    <a:pt x="3573" y="3175"/>
                  </a:lnTo>
                  <a:lnTo>
                    <a:pt x="3573"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15"/>
            <p:cNvSpPr/>
            <p:nvPr/>
          </p:nvSpPr>
          <p:spPr>
            <a:xfrm>
              <a:off x="1031000" y="3038742"/>
              <a:ext cx="148521" cy="132018"/>
            </a:xfrm>
            <a:custGeom>
              <a:rect b="b" l="l" r="r" t="t"/>
              <a:pathLst>
                <a:path extrusionOk="0" h="3176" w="3573">
                  <a:moveTo>
                    <a:pt x="1" y="0"/>
                  </a:moveTo>
                  <a:lnTo>
                    <a:pt x="1" y="3176"/>
                  </a:lnTo>
                  <a:lnTo>
                    <a:pt x="3573" y="3176"/>
                  </a:lnTo>
                  <a:lnTo>
                    <a:pt x="357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15"/>
            <p:cNvSpPr/>
            <p:nvPr/>
          </p:nvSpPr>
          <p:spPr>
            <a:xfrm>
              <a:off x="1179482" y="3170721"/>
              <a:ext cx="115516" cy="131977"/>
            </a:xfrm>
            <a:custGeom>
              <a:rect b="b" l="l" r="r" t="t"/>
              <a:pathLst>
                <a:path extrusionOk="0" h="3175" w="2779">
                  <a:moveTo>
                    <a:pt x="1" y="1"/>
                  </a:moveTo>
                  <a:lnTo>
                    <a:pt x="1" y="3175"/>
                  </a:lnTo>
                  <a:lnTo>
                    <a:pt x="2779" y="3175"/>
                  </a:lnTo>
                  <a:lnTo>
                    <a:pt x="2779" y="1"/>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15"/>
            <p:cNvSpPr/>
            <p:nvPr/>
          </p:nvSpPr>
          <p:spPr>
            <a:xfrm>
              <a:off x="1179482" y="3038742"/>
              <a:ext cx="115516" cy="132018"/>
            </a:xfrm>
            <a:custGeom>
              <a:rect b="b" l="l" r="r" t="t"/>
              <a:pathLst>
                <a:path extrusionOk="0" h="3176" w="2779">
                  <a:moveTo>
                    <a:pt x="1" y="0"/>
                  </a:moveTo>
                  <a:lnTo>
                    <a:pt x="1" y="3176"/>
                  </a:lnTo>
                  <a:lnTo>
                    <a:pt x="2779" y="3176"/>
                  </a:lnTo>
                  <a:lnTo>
                    <a:pt x="277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07" name="Google Shape;2307;p15"/>
          <p:cNvGrpSpPr/>
          <p:nvPr/>
        </p:nvGrpSpPr>
        <p:grpSpPr>
          <a:xfrm>
            <a:off x="1031000" y="2185092"/>
            <a:ext cx="263998" cy="263956"/>
            <a:chOff x="1031000" y="3038742"/>
            <a:chExt cx="263998" cy="263956"/>
          </a:xfrm>
        </p:grpSpPr>
        <p:sp>
          <p:nvSpPr>
            <p:cNvPr id="2308" name="Google Shape;2308;p15"/>
            <p:cNvSpPr/>
            <p:nvPr/>
          </p:nvSpPr>
          <p:spPr>
            <a:xfrm>
              <a:off x="1031000" y="3170721"/>
              <a:ext cx="148521" cy="131977"/>
            </a:xfrm>
            <a:custGeom>
              <a:rect b="b" l="l" r="r" t="t"/>
              <a:pathLst>
                <a:path extrusionOk="0" h="3175" w="3573">
                  <a:moveTo>
                    <a:pt x="1" y="1"/>
                  </a:moveTo>
                  <a:lnTo>
                    <a:pt x="1" y="3175"/>
                  </a:lnTo>
                  <a:lnTo>
                    <a:pt x="3573" y="3175"/>
                  </a:lnTo>
                  <a:lnTo>
                    <a:pt x="3573"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15"/>
            <p:cNvSpPr/>
            <p:nvPr/>
          </p:nvSpPr>
          <p:spPr>
            <a:xfrm>
              <a:off x="1031000" y="3038742"/>
              <a:ext cx="148521" cy="132018"/>
            </a:xfrm>
            <a:custGeom>
              <a:rect b="b" l="l" r="r" t="t"/>
              <a:pathLst>
                <a:path extrusionOk="0" h="3176" w="3573">
                  <a:moveTo>
                    <a:pt x="1" y="0"/>
                  </a:moveTo>
                  <a:lnTo>
                    <a:pt x="1" y="3176"/>
                  </a:lnTo>
                  <a:lnTo>
                    <a:pt x="3573" y="3176"/>
                  </a:lnTo>
                  <a:lnTo>
                    <a:pt x="357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15"/>
            <p:cNvSpPr/>
            <p:nvPr/>
          </p:nvSpPr>
          <p:spPr>
            <a:xfrm>
              <a:off x="1179482" y="3170721"/>
              <a:ext cx="115516" cy="131977"/>
            </a:xfrm>
            <a:custGeom>
              <a:rect b="b" l="l" r="r" t="t"/>
              <a:pathLst>
                <a:path extrusionOk="0" h="3175" w="2779">
                  <a:moveTo>
                    <a:pt x="1" y="1"/>
                  </a:moveTo>
                  <a:lnTo>
                    <a:pt x="1" y="3175"/>
                  </a:lnTo>
                  <a:lnTo>
                    <a:pt x="2779" y="3175"/>
                  </a:lnTo>
                  <a:lnTo>
                    <a:pt x="2779" y="1"/>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15"/>
            <p:cNvSpPr/>
            <p:nvPr/>
          </p:nvSpPr>
          <p:spPr>
            <a:xfrm>
              <a:off x="1179482" y="3038742"/>
              <a:ext cx="115516" cy="132018"/>
            </a:xfrm>
            <a:custGeom>
              <a:rect b="b" l="l" r="r" t="t"/>
              <a:pathLst>
                <a:path extrusionOk="0" h="3176" w="2779">
                  <a:moveTo>
                    <a:pt x="1" y="0"/>
                  </a:moveTo>
                  <a:lnTo>
                    <a:pt x="1" y="3176"/>
                  </a:lnTo>
                  <a:lnTo>
                    <a:pt x="2779" y="3176"/>
                  </a:lnTo>
                  <a:lnTo>
                    <a:pt x="277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12" name="Google Shape;2312;p15"/>
          <p:cNvSpPr txBox="1"/>
          <p:nvPr>
            <p:ph type="title"/>
          </p:nvPr>
        </p:nvSpPr>
        <p:spPr>
          <a:xfrm>
            <a:off x="1334700" y="1601125"/>
            <a:ext cx="6474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313" name="Google Shape;2313;p15"/>
          <p:cNvSpPr txBox="1"/>
          <p:nvPr>
            <p:ph hasCustomPrompt="1" idx="2" type="title"/>
          </p:nvPr>
        </p:nvSpPr>
        <p:spPr>
          <a:xfrm>
            <a:off x="311700" y="1106125"/>
            <a:ext cx="8520600" cy="711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314" name="Google Shape;2314;p15"/>
          <p:cNvSpPr txBox="1"/>
          <p:nvPr>
            <p:ph idx="1" type="subTitle"/>
          </p:nvPr>
        </p:nvSpPr>
        <p:spPr>
          <a:xfrm>
            <a:off x="1753050" y="2370125"/>
            <a:ext cx="56379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800"/>
              <a:buNone/>
              <a:defRPr>
                <a:solidFill>
                  <a:schemeClr val="lt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bg>
      <p:bgPr>
        <a:solidFill>
          <a:schemeClr val="accent6"/>
        </a:solidFill>
      </p:bgPr>
    </p:bg>
    <p:spTree>
      <p:nvGrpSpPr>
        <p:cNvPr id="2315" name="Shape 2315"/>
        <p:cNvGrpSpPr/>
        <p:nvPr/>
      </p:nvGrpSpPr>
      <p:grpSpPr>
        <a:xfrm>
          <a:off x="0" y="0"/>
          <a:ext cx="0" cy="0"/>
          <a:chOff x="0" y="0"/>
          <a:chExt cx="0" cy="0"/>
        </a:xfrm>
      </p:grpSpPr>
      <p:sp>
        <p:nvSpPr>
          <p:cNvPr id="2316" name="Google Shape;2316;p16"/>
          <p:cNvSpPr txBox="1"/>
          <p:nvPr>
            <p:ph idx="1" type="body"/>
          </p:nvPr>
        </p:nvSpPr>
        <p:spPr>
          <a:xfrm>
            <a:off x="4959850" y="1974400"/>
            <a:ext cx="3135900" cy="24177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Clr>
                <a:srgbClr val="FFFFFF"/>
              </a:buClr>
              <a:buSzPts val="1600"/>
              <a:buChar char="●"/>
              <a:defRPr sz="1600">
                <a:solidFill>
                  <a:schemeClr val="lt1"/>
                </a:solidFill>
              </a:defRPr>
            </a:lvl1pPr>
            <a:lvl2pPr indent="-330200" lvl="1" marL="914400" rtl="0" algn="ctr">
              <a:spcBef>
                <a:spcPts val="1600"/>
              </a:spcBef>
              <a:spcAft>
                <a:spcPts val="0"/>
              </a:spcAft>
              <a:buClr>
                <a:srgbClr val="FFFFFF"/>
              </a:buClr>
              <a:buSzPts val="1600"/>
              <a:buChar char="○"/>
              <a:defRPr sz="1600">
                <a:solidFill>
                  <a:srgbClr val="FFFFFF"/>
                </a:solidFill>
              </a:defRPr>
            </a:lvl2pPr>
            <a:lvl3pPr indent="-330200" lvl="2" marL="1371600" rtl="0" algn="ctr">
              <a:spcBef>
                <a:spcPts val="1600"/>
              </a:spcBef>
              <a:spcAft>
                <a:spcPts val="0"/>
              </a:spcAft>
              <a:buClr>
                <a:srgbClr val="FFFFFF"/>
              </a:buClr>
              <a:buSzPts val="1600"/>
              <a:buChar char="■"/>
              <a:defRPr sz="1600">
                <a:solidFill>
                  <a:srgbClr val="FFFFFF"/>
                </a:solidFill>
              </a:defRPr>
            </a:lvl3pPr>
            <a:lvl4pPr indent="-330200" lvl="3" marL="1828800" rtl="0" algn="ctr">
              <a:spcBef>
                <a:spcPts val="1600"/>
              </a:spcBef>
              <a:spcAft>
                <a:spcPts val="0"/>
              </a:spcAft>
              <a:buClr>
                <a:srgbClr val="FFFFFF"/>
              </a:buClr>
              <a:buSzPts val="1600"/>
              <a:buChar char="●"/>
              <a:defRPr sz="1600">
                <a:solidFill>
                  <a:srgbClr val="FFFFFF"/>
                </a:solidFill>
              </a:defRPr>
            </a:lvl4pPr>
            <a:lvl5pPr indent="-330200" lvl="4" marL="2286000" rtl="0" algn="ctr">
              <a:spcBef>
                <a:spcPts val="1600"/>
              </a:spcBef>
              <a:spcAft>
                <a:spcPts val="0"/>
              </a:spcAft>
              <a:buClr>
                <a:srgbClr val="FFFFFF"/>
              </a:buClr>
              <a:buSzPts val="1600"/>
              <a:buChar char="○"/>
              <a:defRPr sz="1600">
                <a:solidFill>
                  <a:srgbClr val="FFFFFF"/>
                </a:solidFill>
              </a:defRPr>
            </a:lvl5pPr>
            <a:lvl6pPr indent="-330200" lvl="5" marL="2743200" rtl="0" algn="ctr">
              <a:spcBef>
                <a:spcPts val="1600"/>
              </a:spcBef>
              <a:spcAft>
                <a:spcPts val="0"/>
              </a:spcAft>
              <a:buClr>
                <a:srgbClr val="FFFFFF"/>
              </a:buClr>
              <a:buSzPts val="1600"/>
              <a:buChar char="■"/>
              <a:defRPr sz="1600">
                <a:solidFill>
                  <a:srgbClr val="FFFFFF"/>
                </a:solidFill>
              </a:defRPr>
            </a:lvl6pPr>
            <a:lvl7pPr indent="-330200" lvl="6" marL="3200400" rtl="0" algn="ctr">
              <a:spcBef>
                <a:spcPts val="1600"/>
              </a:spcBef>
              <a:spcAft>
                <a:spcPts val="0"/>
              </a:spcAft>
              <a:buClr>
                <a:srgbClr val="FFFFFF"/>
              </a:buClr>
              <a:buSzPts val="1600"/>
              <a:buChar char="●"/>
              <a:defRPr sz="1600">
                <a:solidFill>
                  <a:srgbClr val="FFFFFF"/>
                </a:solidFill>
              </a:defRPr>
            </a:lvl7pPr>
            <a:lvl8pPr indent="-330200" lvl="7" marL="3657600" rtl="0" algn="ctr">
              <a:spcBef>
                <a:spcPts val="1600"/>
              </a:spcBef>
              <a:spcAft>
                <a:spcPts val="0"/>
              </a:spcAft>
              <a:buClr>
                <a:srgbClr val="FFFFFF"/>
              </a:buClr>
              <a:buSzPts val="1600"/>
              <a:buChar char="○"/>
              <a:defRPr sz="1600">
                <a:solidFill>
                  <a:srgbClr val="FFFFFF"/>
                </a:solidFill>
              </a:defRPr>
            </a:lvl8pPr>
            <a:lvl9pPr indent="-330200" lvl="8" marL="4114800" rtl="0" algn="ctr">
              <a:spcBef>
                <a:spcPts val="1600"/>
              </a:spcBef>
              <a:spcAft>
                <a:spcPts val="1600"/>
              </a:spcAft>
              <a:buClr>
                <a:srgbClr val="FFFFFF"/>
              </a:buClr>
              <a:buSzPts val="1600"/>
              <a:buChar char="■"/>
              <a:defRPr sz="1600">
                <a:solidFill>
                  <a:srgbClr val="FFFFFF"/>
                </a:solidFill>
              </a:defRPr>
            </a:lvl9pPr>
          </a:lstStyle>
          <a:p/>
        </p:txBody>
      </p:sp>
      <p:sp>
        <p:nvSpPr>
          <p:cNvPr id="2317" name="Google Shape;2317;p16"/>
          <p:cNvSpPr txBox="1"/>
          <p:nvPr>
            <p:ph type="title"/>
          </p:nvPr>
        </p:nvSpPr>
        <p:spPr>
          <a:xfrm>
            <a:off x="4959850" y="1183375"/>
            <a:ext cx="31359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TITLE_AND_BODY_1_1_1">
    <p:bg>
      <p:bgPr>
        <a:solidFill>
          <a:schemeClr val="accent6"/>
        </a:solidFill>
      </p:bgPr>
    </p:bg>
    <p:spTree>
      <p:nvGrpSpPr>
        <p:cNvPr id="2318" name="Shape 2318"/>
        <p:cNvGrpSpPr/>
        <p:nvPr/>
      </p:nvGrpSpPr>
      <p:grpSpPr>
        <a:xfrm>
          <a:off x="0" y="0"/>
          <a:ext cx="0" cy="0"/>
          <a:chOff x="0" y="0"/>
          <a:chExt cx="0" cy="0"/>
        </a:xfrm>
      </p:grpSpPr>
      <p:sp>
        <p:nvSpPr>
          <p:cNvPr id="2319" name="Google Shape;2319;p17"/>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20" name="Google Shape;2320;p17"/>
          <p:cNvSpPr txBox="1"/>
          <p:nvPr>
            <p:ph idx="2" type="title"/>
          </p:nvPr>
        </p:nvSpPr>
        <p:spPr>
          <a:xfrm>
            <a:off x="770594" y="3117600"/>
            <a:ext cx="22587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321" name="Google Shape;2321;p17"/>
          <p:cNvSpPr txBox="1"/>
          <p:nvPr>
            <p:ph idx="1" type="subTitle"/>
          </p:nvPr>
        </p:nvSpPr>
        <p:spPr>
          <a:xfrm>
            <a:off x="770594" y="3529786"/>
            <a:ext cx="2258700" cy="110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2322" name="Google Shape;2322;p17"/>
          <p:cNvSpPr txBox="1"/>
          <p:nvPr>
            <p:ph idx="3" type="title"/>
          </p:nvPr>
        </p:nvSpPr>
        <p:spPr>
          <a:xfrm>
            <a:off x="3442651" y="3117600"/>
            <a:ext cx="22587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323" name="Google Shape;2323;p17"/>
          <p:cNvSpPr txBox="1"/>
          <p:nvPr>
            <p:ph idx="4" type="subTitle"/>
          </p:nvPr>
        </p:nvSpPr>
        <p:spPr>
          <a:xfrm>
            <a:off x="3442651" y="3529797"/>
            <a:ext cx="2258700" cy="110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2324" name="Google Shape;2324;p17"/>
          <p:cNvSpPr txBox="1"/>
          <p:nvPr>
            <p:ph idx="5" type="title"/>
          </p:nvPr>
        </p:nvSpPr>
        <p:spPr>
          <a:xfrm>
            <a:off x="6114706" y="3117600"/>
            <a:ext cx="22587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325" name="Google Shape;2325;p17"/>
          <p:cNvSpPr txBox="1"/>
          <p:nvPr>
            <p:ph idx="6" type="subTitle"/>
          </p:nvPr>
        </p:nvSpPr>
        <p:spPr>
          <a:xfrm>
            <a:off x="6114706" y="3529797"/>
            <a:ext cx="2258700" cy="110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2">
    <p:bg>
      <p:bgPr>
        <a:solidFill>
          <a:schemeClr val="accent6"/>
        </a:solidFill>
      </p:bgPr>
    </p:bg>
    <p:spTree>
      <p:nvGrpSpPr>
        <p:cNvPr id="2326" name="Shape 2326"/>
        <p:cNvGrpSpPr/>
        <p:nvPr/>
      </p:nvGrpSpPr>
      <p:grpSpPr>
        <a:xfrm>
          <a:off x="0" y="0"/>
          <a:ext cx="0" cy="0"/>
          <a:chOff x="0" y="0"/>
          <a:chExt cx="0" cy="0"/>
        </a:xfrm>
      </p:grpSpPr>
      <p:grpSp>
        <p:nvGrpSpPr>
          <p:cNvPr id="2327" name="Google Shape;2327;p18"/>
          <p:cNvGrpSpPr/>
          <p:nvPr/>
        </p:nvGrpSpPr>
        <p:grpSpPr>
          <a:xfrm>
            <a:off x="232963" y="174778"/>
            <a:ext cx="1443946" cy="721968"/>
            <a:chOff x="311697" y="-12"/>
            <a:chExt cx="4437449" cy="2218709"/>
          </a:xfrm>
        </p:grpSpPr>
        <p:sp>
          <p:nvSpPr>
            <p:cNvPr id="2328" name="Google Shape;2328;p18"/>
            <p:cNvSpPr/>
            <p:nvPr/>
          </p:nvSpPr>
          <p:spPr>
            <a:xfrm>
              <a:off x="2400974"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18"/>
            <p:cNvSpPr/>
            <p:nvPr/>
          </p:nvSpPr>
          <p:spPr>
            <a:xfrm>
              <a:off x="2253074"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18"/>
            <p:cNvSpPr/>
            <p:nvPr/>
          </p:nvSpPr>
          <p:spPr>
            <a:xfrm>
              <a:off x="208667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18"/>
            <p:cNvSpPr/>
            <p:nvPr/>
          </p:nvSpPr>
          <p:spPr>
            <a:xfrm>
              <a:off x="1957242"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18"/>
            <p:cNvSpPr/>
            <p:nvPr/>
          </p:nvSpPr>
          <p:spPr>
            <a:xfrm>
              <a:off x="1790857" y="2070781"/>
              <a:ext cx="166400" cy="147916"/>
            </a:xfrm>
            <a:custGeom>
              <a:rect b="b" l="l" r="r" t="t"/>
              <a:pathLst>
                <a:path extrusionOk="0" h="9523" w="10713">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18"/>
            <p:cNvSpPr/>
            <p:nvPr/>
          </p:nvSpPr>
          <p:spPr>
            <a:xfrm>
              <a:off x="1642910"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18"/>
            <p:cNvSpPr/>
            <p:nvPr/>
          </p:nvSpPr>
          <p:spPr>
            <a:xfrm>
              <a:off x="1513494"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18"/>
            <p:cNvSpPr/>
            <p:nvPr/>
          </p:nvSpPr>
          <p:spPr>
            <a:xfrm>
              <a:off x="134709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18"/>
            <p:cNvSpPr/>
            <p:nvPr/>
          </p:nvSpPr>
          <p:spPr>
            <a:xfrm>
              <a:off x="1199178"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18"/>
            <p:cNvSpPr/>
            <p:nvPr/>
          </p:nvSpPr>
          <p:spPr>
            <a:xfrm>
              <a:off x="1069761"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18"/>
            <p:cNvSpPr/>
            <p:nvPr/>
          </p:nvSpPr>
          <p:spPr>
            <a:xfrm>
              <a:off x="903361" y="2070781"/>
              <a:ext cx="166415" cy="147916"/>
            </a:xfrm>
            <a:custGeom>
              <a:rect b="b" l="l" r="r" t="t"/>
              <a:pathLst>
                <a:path extrusionOk="0" h="9523" w="10714">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18"/>
            <p:cNvSpPr/>
            <p:nvPr/>
          </p:nvSpPr>
          <p:spPr>
            <a:xfrm>
              <a:off x="755430"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18"/>
            <p:cNvSpPr/>
            <p:nvPr/>
          </p:nvSpPr>
          <p:spPr>
            <a:xfrm>
              <a:off x="625998"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18"/>
            <p:cNvSpPr/>
            <p:nvPr/>
          </p:nvSpPr>
          <p:spPr>
            <a:xfrm>
              <a:off x="2400974"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18"/>
            <p:cNvSpPr/>
            <p:nvPr/>
          </p:nvSpPr>
          <p:spPr>
            <a:xfrm>
              <a:off x="225307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18"/>
            <p:cNvSpPr/>
            <p:nvPr/>
          </p:nvSpPr>
          <p:spPr>
            <a:xfrm>
              <a:off x="208667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18"/>
            <p:cNvSpPr/>
            <p:nvPr/>
          </p:nvSpPr>
          <p:spPr>
            <a:xfrm>
              <a:off x="1957242"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18"/>
            <p:cNvSpPr/>
            <p:nvPr/>
          </p:nvSpPr>
          <p:spPr>
            <a:xfrm>
              <a:off x="1790857" y="192286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18"/>
            <p:cNvSpPr/>
            <p:nvPr/>
          </p:nvSpPr>
          <p:spPr>
            <a:xfrm>
              <a:off x="1642910"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18"/>
            <p:cNvSpPr/>
            <p:nvPr/>
          </p:nvSpPr>
          <p:spPr>
            <a:xfrm>
              <a:off x="1513494"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18"/>
            <p:cNvSpPr/>
            <p:nvPr/>
          </p:nvSpPr>
          <p:spPr>
            <a:xfrm>
              <a:off x="134709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18"/>
            <p:cNvSpPr/>
            <p:nvPr/>
          </p:nvSpPr>
          <p:spPr>
            <a:xfrm>
              <a:off x="1199178"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18"/>
            <p:cNvSpPr/>
            <p:nvPr/>
          </p:nvSpPr>
          <p:spPr>
            <a:xfrm>
              <a:off x="1069761"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18"/>
            <p:cNvSpPr/>
            <p:nvPr/>
          </p:nvSpPr>
          <p:spPr>
            <a:xfrm>
              <a:off x="903361" y="192286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18"/>
            <p:cNvSpPr/>
            <p:nvPr/>
          </p:nvSpPr>
          <p:spPr>
            <a:xfrm>
              <a:off x="755430"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18"/>
            <p:cNvSpPr/>
            <p:nvPr/>
          </p:nvSpPr>
          <p:spPr>
            <a:xfrm>
              <a:off x="625998"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18"/>
            <p:cNvSpPr/>
            <p:nvPr/>
          </p:nvSpPr>
          <p:spPr>
            <a:xfrm>
              <a:off x="459598"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18"/>
            <p:cNvSpPr/>
            <p:nvPr/>
          </p:nvSpPr>
          <p:spPr>
            <a:xfrm>
              <a:off x="311697"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18"/>
            <p:cNvSpPr/>
            <p:nvPr/>
          </p:nvSpPr>
          <p:spPr>
            <a:xfrm>
              <a:off x="2400974"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18"/>
            <p:cNvSpPr/>
            <p:nvPr/>
          </p:nvSpPr>
          <p:spPr>
            <a:xfrm>
              <a:off x="225307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18"/>
            <p:cNvSpPr/>
            <p:nvPr/>
          </p:nvSpPr>
          <p:spPr>
            <a:xfrm>
              <a:off x="208667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18"/>
            <p:cNvSpPr/>
            <p:nvPr/>
          </p:nvSpPr>
          <p:spPr>
            <a:xfrm>
              <a:off x="1957242"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18"/>
            <p:cNvSpPr/>
            <p:nvPr/>
          </p:nvSpPr>
          <p:spPr>
            <a:xfrm>
              <a:off x="1790857" y="175648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18"/>
            <p:cNvSpPr/>
            <p:nvPr/>
          </p:nvSpPr>
          <p:spPr>
            <a:xfrm>
              <a:off x="1642910"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18"/>
            <p:cNvSpPr/>
            <p:nvPr/>
          </p:nvSpPr>
          <p:spPr>
            <a:xfrm>
              <a:off x="1513494"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18"/>
            <p:cNvSpPr/>
            <p:nvPr/>
          </p:nvSpPr>
          <p:spPr>
            <a:xfrm>
              <a:off x="134709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18"/>
            <p:cNvSpPr/>
            <p:nvPr/>
          </p:nvSpPr>
          <p:spPr>
            <a:xfrm>
              <a:off x="1199178"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18"/>
            <p:cNvSpPr/>
            <p:nvPr/>
          </p:nvSpPr>
          <p:spPr>
            <a:xfrm>
              <a:off x="1069761"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18"/>
            <p:cNvSpPr/>
            <p:nvPr/>
          </p:nvSpPr>
          <p:spPr>
            <a:xfrm>
              <a:off x="903361" y="175648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18"/>
            <p:cNvSpPr/>
            <p:nvPr/>
          </p:nvSpPr>
          <p:spPr>
            <a:xfrm>
              <a:off x="755430"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18"/>
            <p:cNvSpPr/>
            <p:nvPr/>
          </p:nvSpPr>
          <p:spPr>
            <a:xfrm>
              <a:off x="625998"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18"/>
            <p:cNvSpPr/>
            <p:nvPr/>
          </p:nvSpPr>
          <p:spPr>
            <a:xfrm>
              <a:off x="459598"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18"/>
            <p:cNvSpPr/>
            <p:nvPr/>
          </p:nvSpPr>
          <p:spPr>
            <a:xfrm>
              <a:off x="311697"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18"/>
            <p:cNvSpPr/>
            <p:nvPr/>
          </p:nvSpPr>
          <p:spPr>
            <a:xfrm>
              <a:off x="2400974"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18"/>
            <p:cNvSpPr/>
            <p:nvPr/>
          </p:nvSpPr>
          <p:spPr>
            <a:xfrm>
              <a:off x="225307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18"/>
            <p:cNvSpPr/>
            <p:nvPr/>
          </p:nvSpPr>
          <p:spPr>
            <a:xfrm>
              <a:off x="208667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18"/>
            <p:cNvSpPr/>
            <p:nvPr/>
          </p:nvSpPr>
          <p:spPr>
            <a:xfrm>
              <a:off x="1957242"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18"/>
            <p:cNvSpPr/>
            <p:nvPr/>
          </p:nvSpPr>
          <p:spPr>
            <a:xfrm>
              <a:off x="1790857" y="1627048"/>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18"/>
            <p:cNvSpPr/>
            <p:nvPr/>
          </p:nvSpPr>
          <p:spPr>
            <a:xfrm>
              <a:off x="1642910"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18"/>
            <p:cNvSpPr/>
            <p:nvPr/>
          </p:nvSpPr>
          <p:spPr>
            <a:xfrm>
              <a:off x="1513494"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18"/>
            <p:cNvSpPr/>
            <p:nvPr/>
          </p:nvSpPr>
          <p:spPr>
            <a:xfrm>
              <a:off x="134709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18"/>
            <p:cNvSpPr/>
            <p:nvPr/>
          </p:nvSpPr>
          <p:spPr>
            <a:xfrm>
              <a:off x="1199178"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18"/>
            <p:cNvSpPr/>
            <p:nvPr/>
          </p:nvSpPr>
          <p:spPr>
            <a:xfrm>
              <a:off x="1069761"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18"/>
            <p:cNvSpPr/>
            <p:nvPr/>
          </p:nvSpPr>
          <p:spPr>
            <a:xfrm>
              <a:off x="903361" y="1627048"/>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18"/>
            <p:cNvSpPr/>
            <p:nvPr/>
          </p:nvSpPr>
          <p:spPr>
            <a:xfrm>
              <a:off x="755430"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18"/>
            <p:cNvSpPr/>
            <p:nvPr/>
          </p:nvSpPr>
          <p:spPr>
            <a:xfrm>
              <a:off x="625998"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18"/>
            <p:cNvSpPr/>
            <p:nvPr/>
          </p:nvSpPr>
          <p:spPr>
            <a:xfrm>
              <a:off x="459598"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18"/>
            <p:cNvSpPr/>
            <p:nvPr/>
          </p:nvSpPr>
          <p:spPr>
            <a:xfrm>
              <a:off x="311697"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18"/>
            <p:cNvSpPr/>
            <p:nvPr/>
          </p:nvSpPr>
          <p:spPr>
            <a:xfrm>
              <a:off x="2400974"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18"/>
            <p:cNvSpPr/>
            <p:nvPr/>
          </p:nvSpPr>
          <p:spPr>
            <a:xfrm>
              <a:off x="225307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18"/>
            <p:cNvSpPr/>
            <p:nvPr/>
          </p:nvSpPr>
          <p:spPr>
            <a:xfrm>
              <a:off x="208667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18"/>
            <p:cNvSpPr/>
            <p:nvPr/>
          </p:nvSpPr>
          <p:spPr>
            <a:xfrm>
              <a:off x="1957242"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18"/>
            <p:cNvSpPr/>
            <p:nvPr/>
          </p:nvSpPr>
          <p:spPr>
            <a:xfrm>
              <a:off x="1790857" y="1460633"/>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18"/>
            <p:cNvSpPr/>
            <p:nvPr/>
          </p:nvSpPr>
          <p:spPr>
            <a:xfrm>
              <a:off x="1642910"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18"/>
            <p:cNvSpPr/>
            <p:nvPr/>
          </p:nvSpPr>
          <p:spPr>
            <a:xfrm>
              <a:off x="1513494"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18"/>
            <p:cNvSpPr/>
            <p:nvPr/>
          </p:nvSpPr>
          <p:spPr>
            <a:xfrm>
              <a:off x="134709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18"/>
            <p:cNvSpPr/>
            <p:nvPr/>
          </p:nvSpPr>
          <p:spPr>
            <a:xfrm>
              <a:off x="1199178"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18"/>
            <p:cNvSpPr/>
            <p:nvPr/>
          </p:nvSpPr>
          <p:spPr>
            <a:xfrm>
              <a:off x="1069761"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18"/>
            <p:cNvSpPr/>
            <p:nvPr/>
          </p:nvSpPr>
          <p:spPr>
            <a:xfrm>
              <a:off x="903361" y="1460633"/>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18"/>
            <p:cNvSpPr/>
            <p:nvPr/>
          </p:nvSpPr>
          <p:spPr>
            <a:xfrm>
              <a:off x="755430"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18"/>
            <p:cNvSpPr/>
            <p:nvPr/>
          </p:nvSpPr>
          <p:spPr>
            <a:xfrm>
              <a:off x="625998"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18"/>
            <p:cNvSpPr/>
            <p:nvPr/>
          </p:nvSpPr>
          <p:spPr>
            <a:xfrm>
              <a:off x="459598"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18"/>
            <p:cNvSpPr/>
            <p:nvPr/>
          </p:nvSpPr>
          <p:spPr>
            <a:xfrm>
              <a:off x="311697"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18"/>
            <p:cNvSpPr/>
            <p:nvPr/>
          </p:nvSpPr>
          <p:spPr>
            <a:xfrm>
              <a:off x="2400974"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18"/>
            <p:cNvSpPr/>
            <p:nvPr/>
          </p:nvSpPr>
          <p:spPr>
            <a:xfrm>
              <a:off x="225307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18"/>
            <p:cNvSpPr/>
            <p:nvPr/>
          </p:nvSpPr>
          <p:spPr>
            <a:xfrm>
              <a:off x="208667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18"/>
            <p:cNvSpPr/>
            <p:nvPr/>
          </p:nvSpPr>
          <p:spPr>
            <a:xfrm>
              <a:off x="1957242"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18"/>
            <p:cNvSpPr/>
            <p:nvPr/>
          </p:nvSpPr>
          <p:spPr>
            <a:xfrm>
              <a:off x="1790857" y="1331201"/>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18"/>
            <p:cNvSpPr/>
            <p:nvPr/>
          </p:nvSpPr>
          <p:spPr>
            <a:xfrm>
              <a:off x="1642910"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18"/>
            <p:cNvSpPr/>
            <p:nvPr/>
          </p:nvSpPr>
          <p:spPr>
            <a:xfrm>
              <a:off x="1513494"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18"/>
            <p:cNvSpPr/>
            <p:nvPr/>
          </p:nvSpPr>
          <p:spPr>
            <a:xfrm>
              <a:off x="134709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18"/>
            <p:cNvSpPr/>
            <p:nvPr/>
          </p:nvSpPr>
          <p:spPr>
            <a:xfrm>
              <a:off x="1199178"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18"/>
            <p:cNvSpPr/>
            <p:nvPr/>
          </p:nvSpPr>
          <p:spPr>
            <a:xfrm>
              <a:off x="1069761"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18"/>
            <p:cNvSpPr/>
            <p:nvPr/>
          </p:nvSpPr>
          <p:spPr>
            <a:xfrm>
              <a:off x="903361" y="1331201"/>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18"/>
            <p:cNvSpPr/>
            <p:nvPr/>
          </p:nvSpPr>
          <p:spPr>
            <a:xfrm>
              <a:off x="755430"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18"/>
            <p:cNvSpPr/>
            <p:nvPr/>
          </p:nvSpPr>
          <p:spPr>
            <a:xfrm>
              <a:off x="625998"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18"/>
            <p:cNvSpPr/>
            <p:nvPr/>
          </p:nvSpPr>
          <p:spPr>
            <a:xfrm>
              <a:off x="459598"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18"/>
            <p:cNvSpPr/>
            <p:nvPr/>
          </p:nvSpPr>
          <p:spPr>
            <a:xfrm>
              <a:off x="2400974"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18"/>
            <p:cNvSpPr/>
            <p:nvPr/>
          </p:nvSpPr>
          <p:spPr>
            <a:xfrm>
              <a:off x="2253074"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18"/>
            <p:cNvSpPr/>
            <p:nvPr/>
          </p:nvSpPr>
          <p:spPr>
            <a:xfrm>
              <a:off x="208667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18"/>
            <p:cNvSpPr/>
            <p:nvPr/>
          </p:nvSpPr>
          <p:spPr>
            <a:xfrm>
              <a:off x="1957242"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18"/>
            <p:cNvSpPr/>
            <p:nvPr/>
          </p:nvSpPr>
          <p:spPr>
            <a:xfrm>
              <a:off x="1790857" y="118328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18"/>
            <p:cNvSpPr/>
            <p:nvPr/>
          </p:nvSpPr>
          <p:spPr>
            <a:xfrm>
              <a:off x="1642910"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18"/>
            <p:cNvSpPr/>
            <p:nvPr/>
          </p:nvSpPr>
          <p:spPr>
            <a:xfrm>
              <a:off x="1513494"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18"/>
            <p:cNvSpPr/>
            <p:nvPr/>
          </p:nvSpPr>
          <p:spPr>
            <a:xfrm>
              <a:off x="134709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18"/>
            <p:cNvSpPr/>
            <p:nvPr/>
          </p:nvSpPr>
          <p:spPr>
            <a:xfrm>
              <a:off x="1199178"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18"/>
            <p:cNvSpPr/>
            <p:nvPr/>
          </p:nvSpPr>
          <p:spPr>
            <a:xfrm>
              <a:off x="1069761"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18"/>
            <p:cNvSpPr/>
            <p:nvPr/>
          </p:nvSpPr>
          <p:spPr>
            <a:xfrm>
              <a:off x="903361" y="118328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18"/>
            <p:cNvSpPr/>
            <p:nvPr/>
          </p:nvSpPr>
          <p:spPr>
            <a:xfrm>
              <a:off x="755430"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18"/>
            <p:cNvSpPr/>
            <p:nvPr/>
          </p:nvSpPr>
          <p:spPr>
            <a:xfrm>
              <a:off x="626013" y="1183285"/>
              <a:ext cx="129432" cy="147932"/>
            </a:xfrm>
            <a:custGeom>
              <a:rect b="b" l="l" r="r" t="t"/>
              <a:pathLst>
                <a:path extrusionOk="0" h="9524" w="8333">
                  <a:moveTo>
                    <a:pt x="1" y="1"/>
                  </a:moveTo>
                  <a:lnTo>
                    <a:pt x="1" y="9523"/>
                  </a:lnTo>
                  <a:lnTo>
                    <a:pt x="8332" y="9523"/>
                  </a:lnTo>
                  <a:lnTo>
                    <a:pt x="8332"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18"/>
            <p:cNvSpPr/>
            <p:nvPr/>
          </p:nvSpPr>
          <p:spPr>
            <a:xfrm>
              <a:off x="2400974"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18"/>
            <p:cNvSpPr/>
            <p:nvPr/>
          </p:nvSpPr>
          <p:spPr>
            <a:xfrm>
              <a:off x="2253074"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18"/>
            <p:cNvSpPr/>
            <p:nvPr/>
          </p:nvSpPr>
          <p:spPr>
            <a:xfrm>
              <a:off x="208667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18"/>
            <p:cNvSpPr/>
            <p:nvPr/>
          </p:nvSpPr>
          <p:spPr>
            <a:xfrm>
              <a:off x="1957242"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18"/>
            <p:cNvSpPr/>
            <p:nvPr/>
          </p:nvSpPr>
          <p:spPr>
            <a:xfrm>
              <a:off x="1790857" y="101690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18"/>
            <p:cNvSpPr/>
            <p:nvPr/>
          </p:nvSpPr>
          <p:spPr>
            <a:xfrm>
              <a:off x="1642910"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18"/>
            <p:cNvSpPr/>
            <p:nvPr/>
          </p:nvSpPr>
          <p:spPr>
            <a:xfrm>
              <a:off x="1513494"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18"/>
            <p:cNvSpPr/>
            <p:nvPr/>
          </p:nvSpPr>
          <p:spPr>
            <a:xfrm>
              <a:off x="134709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18"/>
            <p:cNvSpPr/>
            <p:nvPr/>
          </p:nvSpPr>
          <p:spPr>
            <a:xfrm>
              <a:off x="1199178"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18"/>
            <p:cNvSpPr/>
            <p:nvPr/>
          </p:nvSpPr>
          <p:spPr>
            <a:xfrm>
              <a:off x="1069761"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18"/>
            <p:cNvSpPr/>
            <p:nvPr/>
          </p:nvSpPr>
          <p:spPr>
            <a:xfrm>
              <a:off x="903361" y="101690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18"/>
            <p:cNvSpPr/>
            <p:nvPr/>
          </p:nvSpPr>
          <p:spPr>
            <a:xfrm>
              <a:off x="755430"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18"/>
            <p:cNvSpPr/>
            <p:nvPr/>
          </p:nvSpPr>
          <p:spPr>
            <a:xfrm>
              <a:off x="2400974"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18"/>
            <p:cNvSpPr/>
            <p:nvPr/>
          </p:nvSpPr>
          <p:spPr>
            <a:xfrm>
              <a:off x="2253074"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18"/>
            <p:cNvSpPr/>
            <p:nvPr/>
          </p:nvSpPr>
          <p:spPr>
            <a:xfrm>
              <a:off x="208667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18"/>
            <p:cNvSpPr/>
            <p:nvPr/>
          </p:nvSpPr>
          <p:spPr>
            <a:xfrm>
              <a:off x="1957242"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18"/>
            <p:cNvSpPr/>
            <p:nvPr/>
          </p:nvSpPr>
          <p:spPr>
            <a:xfrm>
              <a:off x="1790857" y="887468"/>
              <a:ext cx="166400" cy="129448"/>
            </a:xfrm>
            <a:custGeom>
              <a:rect b="b" l="l" r="r" t="t"/>
              <a:pathLst>
                <a:path extrusionOk="0" h="8334" w="10713">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18"/>
            <p:cNvSpPr/>
            <p:nvPr/>
          </p:nvSpPr>
          <p:spPr>
            <a:xfrm>
              <a:off x="1642910"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18"/>
            <p:cNvSpPr/>
            <p:nvPr/>
          </p:nvSpPr>
          <p:spPr>
            <a:xfrm>
              <a:off x="1513494"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18"/>
            <p:cNvSpPr/>
            <p:nvPr/>
          </p:nvSpPr>
          <p:spPr>
            <a:xfrm>
              <a:off x="134709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18"/>
            <p:cNvSpPr/>
            <p:nvPr/>
          </p:nvSpPr>
          <p:spPr>
            <a:xfrm>
              <a:off x="1199178"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18"/>
            <p:cNvSpPr/>
            <p:nvPr/>
          </p:nvSpPr>
          <p:spPr>
            <a:xfrm>
              <a:off x="1069761"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18"/>
            <p:cNvSpPr/>
            <p:nvPr/>
          </p:nvSpPr>
          <p:spPr>
            <a:xfrm>
              <a:off x="903361" y="887468"/>
              <a:ext cx="166415" cy="129448"/>
            </a:xfrm>
            <a:custGeom>
              <a:rect b="b" l="l" r="r" t="t"/>
              <a:pathLst>
                <a:path extrusionOk="0" h="8334" w="10714">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18"/>
            <p:cNvSpPr/>
            <p:nvPr/>
          </p:nvSpPr>
          <p:spPr>
            <a:xfrm>
              <a:off x="755430"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18"/>
            <p:cNvSpPr/>
            <p:nvPr/>
          </p:nvSpPr>
          <p:spPr>
            <a:xfrm>
              <a:off x="2400974"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18"/>
            <p:cNvSpPr/>
            <p:nvPr/>
          </p:nvSpPr>
          <p:spPr>
            <a:xfrm>
              <a:off x="2253074"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18"/>
            <p:cNvSpPr/>
            <p:nvPr/>
          </p:nvSpPr>
          <p:spPr>
            <a:xfrm>
              <a:off x="208667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18"/>
            <p:cNvSpPr/>
            <p:nvPr/>
          </p:nvSpPr>
          <p:spPr>
            <a:xfrm>
              <a:off x="1957242"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18"/>
            <p:cNvSpPr/>
            <p:nvPr/>
          </p:nvSpPr>
          <p:spPr>
            <a:xfrm>
              <a:off x="1790857" y="739552"/>
              <a:ext cx="166400" cy="147932"/>
            </a:xfrm>
            <a:custGeom>
              <a:rect b="b" l="l" r="r" t="t"/>
              <a:pathLst>
                <a:path extrusionOk="0" h="9524" w="10713">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18"/>
            <p:cNvSpPr/>
            <p:nvPr/>
          </p:nvSpPr>
          <p:spPr>
            <a:xfrm>
              <a:off x="1642910"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18"/>
            <p:cNvSpPr/>
            <p:nvPr/>
          </p:nvSpPr>
          <p:spPr>
            <a:xfrm>
              <a:off x="1513494"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18"/>
            <p:cNvSpPr/>
            <p:nvPr/>
          </p:nvSpPr>
          <p:spPr>
            <a:xfrm>
              <a:off x="134709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18"/>
            <p:cNvSpPr/>
            <p:nvPr/>
          </p:nvSpPr>
          <p:spPr>
            <a:xfrm>
              <a:off x="1199178"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18"/>
            <p:cNvSpPr/>
            <p:nvPr/>
          </p:nvSpPr>
          <p:spPr>
            <a:xfrm>
              <a:off x="1069761"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18"/>
            <p:cNvSpPr/>
            <p:nvPr/>
          </p:nvSpPr>
          <p:spPr>
            <a:xfrm>
              <a:off x="903361" y="739552"/>
              <a:ext cx="166415" cy="147932"/>
            </a:xfrm>
            <a:custGeom>
              <a:rect b="b" l="l" r="r" t="t"/>
              <a:pathLst>
                <a:path extrusionOk="0" h="9524" w="10714">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18"/>
            <p:cNvSpPr/>
            <p:nvPr/>
          </p:nvSpPr>
          <p:spPr>
            <a:xfrm>
              <a:off x="2400974"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18"/>
            <p:cNvSpPr/>
            <p:nvPr/>
          </p:nvSpPr>
          <p:spPr>
            <a:xfrm>
              <a:off x="2253074"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18"/>
            <p:cNvSpPr/>
            <p:nvPr/>
          </p:nvSpPr>
          <p:spPr>
            <a:xfrm>
              <a:off x="2086674" y="573137"/>
              <a:ext cx="166415" cy="166431"/>
            </a:xfrm>
            <a:custGeom>
              <a:rect b="b" l="l" r="r" t="t"/>
              <a:pathLst>
                <a:path extrusionOk="0" h="10715" w="10714">
                  <a:moveTo>
                    <a:pt x="1" y="1"/>
                  </a:moveTo>
                  <a:lnTo>
                    <a:pt x="1"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18"/>
            <p:cNvSpPr/>
            <p:nvPr/>
          </p:nvSpPr>
          <p:spPr>
            <a:xfrm>
              <a:off x="1957242"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18"/>
            <p:cNvSpPr/>
            <p:nvPr/>
          </p:nvSpPr>
          <p:spPr>
            <a:xfrm>
              <a:off x="1790857" y="573137"/>
              <a:ext cx="166400" cy="166431"/>
            </a:xfrm>
            <a:custGeom>
              <a:rect b="b" l="l" r="r" t="t"/>
              <a:pathLst>
                <a:path extrusionOk="0" h="10715" w="10713">
                  <a:moveTo>
                    <a:pt x="0" y="1"/>
                  </a:moveTo>
                  <a:lnTo>
                    <a:pt x="0"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18"/>
            <p:cNvSpPr/>
            <p:nvPr/>
          </p:nvSpPr>
          <p:spPr>
            <a:xfrm>
              <a:off x="1642910"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18"/>
            <p:cNvSpPr/>
            <p:nvPr/>
          </p:nvSpPr>
          <p:spPr>
            <a:xfrm>
              <a:off x="1513494" y="573137"/>
              <a:ext cx="129432" cy="166431"/>
            </a:xfrm>
            <a:custGeom>
              <a:rect b="b" l="l" r="r" t="t"/>
              <a:pathLst>
                <a:path extrusionOk="0" h="10715" w="8333">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18"/>
            <p:cNvSpPr/>
            <p:nvPr/>
          </p:nvSpPr>
          <p:spPr>
            <a:xfrm>
              <a:off x="2400974"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18"/>
            <p:cNvSpPr/>
            <p:nvPr/>
          </p:nvSpPr>
          <p:spPr>
            <a:xfrm>
              <a:off x="2253074"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18"/>
            <p:cNvSpPr/>
            <p:nvPr/>
          </p:nvSpPr>
          <p:spPr>
            <a:xfrm>
              <a:off x="2086674" y="443705"/>
              <a:ext cx="166415" cy="129448"/>
            </a:xfrm>
            <a:custGeom>
              <a:rect b="b" l="l" r="r" t="t"/>
              <a:pathLst>
                <a:path extrusionOk="0" h="8334" w="10714">
                  <a:moveTo>
                    <a:pt x="1" y="1"/>
                  </a:moveTo>
                  <a:lnTo>
                    <a:pt x="1"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18"/>
            <p:cNvSpPr/>
            <p:nvPr/>
          </p:nvSpPr>
          <p:spPr>
            <a:xfrm>
              <a:off x="1957242"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18"/>
            <p:cNvSpPr/>
            <p:nvPr/>
          </p:nvSpPr>
          <p:spPr>
            <a:xfrm>
              <a:off x="1790857" y="443705"/>
              <a:ext cx="166400" cy="129448"/>
            </a:xfrm>
            <a:custGeom>
              <a:rect b="b" l="l" r="r" t="t"/>
              <a:pathLst>
                <a:path extrusionOk="0" h="8334" w="10713">
                  <a:moveTo>
                    <a:pt x="0" y="1"/>
                  </a:moveTo>
                  <a:lnTo>
                    <a:pt x="0"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18"/>
            <p:cNvSpPr/>
            <p:nvPr/>
          </p:nvSpPr>
          <p:spPr>
            <a:xfrm>
              <a:off x="1642910"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18"/>
            <p:cNvSpPr/>
            <p:nvPr/>
          </p:nvSpPr>
          <p:spPr>
            <a:xfrm>
              <a:off x="1513494" y="443705"/>
              <a:ext cx="129432" cy="129448"/>
            </a:xfrm>
            <a:custGeom>
              <a:rect b="b" l="l" r="r" t="t"/>
              <a:pathLst>
                <a:path extrusionOk="0" h="8334" w="8333">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18"/>
            <p:cNvSpPr/>
            <p:nvPr/>
          </p:nvSpPr>
          <p:spPr>
            <a:xfrm>
              <a:off x="2400974"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18"/>
            <p:cNvSpPr/>
            <p:nvPr/>
          </p:nvSpPr>
          <p:spPr>
            <a:xfrm>
              <a:off x="2253074"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18"/>
            <p:cNvSpPr/>
            <p:nvPr/>
          </p:nvSpPr>
          <p:spPr>
            <a:xfrm>
              <a:off x="2086674" y="27732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18"/>
            <p:cNvSpPr/>
            <p:nvPr/>
          </p:nvSpPr>
          <p:spPr>
            <a:xfrm>
              <a:off x="1957242"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18"/>
            <p:cNvSpPr/>
            <p:nvPr/>
          </p:nvSpPr>
          <p:spPr>
            <a:xfrm>
              <a:off x="1790857" y="27732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18"/>
            <p:cNvSpPr/>
            <p:nvPr/>
          </p:nvSpPr>
          <p:spPr>
            <a:xfrm>
              <a:off x="1642910"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18"/>
            <p:cNvSpPr/>
            <p:nvPr/>
          </p:nvSpPr>
          <p:spPr>
            <a:xfrm>
              <a:off x="2400974"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18"/>
            <p:cNvSpPr/>
            <p:nvPr/>
          </p:nvSpPr>
          <p:spPr>
            <a:xfrm>
              <a:off x="2253074"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18"/>
            <p:cNvSpPr/>
            <p:nvPr/>
          </p:nvSpPr>
          <p:spPr>
            <a:xfrm>
              <a:off x="2086674" y="129404"/>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18"/>
            <p:cNvSpPr/>
            <p:nvPr/>
          </p:nvSpPr>
          <p:spPr>
            <a:xfrm>
              <a:off x="1957242"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18"/>
            <p:cNvSpPr/>
            <p:nvPr/>
          </p:nvSpPr>
          <p:spPr>
            <a:xfrm>
              <a:off x="1790857" y="129404"/>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18"/>
            <p:cNvSpPr/>
            <p:nvPr/>
          </p:nvSpPr>
          <p:spPr>
            <a:xfrm>
              <a:off x="2400974"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18"/>
            <p:cNvSpPr/>
            <p:nvPr/>
          </p:nvSpPr>
          <p:spPr>
            <a:xfrm>
              <a:off x="2253074" y="-12"/>
              <a:ext cx="147916" cy="129432"/>
            </a:xfrm>
            <a:custGeom>
              <a:rect b="b" l="l" r="r" t="t"/>
              <a:pathLst>
                <a:path extrusionOk="0" h="8333"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18"/>
            <p:cNvSpPr/>
            <p:nvPr/>
          </p:nvSpPr>
          <p:spPr>
            <a:xfrm>
              <a:off x="2086674" y="-12"/>
              <a:ext cx="166415" cy="129432"/>
            </a:xfrm>
            <a:custGeom>
              <a:rect b="b" l="l" r="r" t="t"/>
              <a:pathLst>
                <a:path extrusionOk="0" h="8333"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18"/>
            <p:cNvSpPr/>
            <p:nvPr/>
          </p:nvSpPr>
          <p:spPr>
            <a:xfrm>
              <a:off x="1957242"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18"/>
            <p:cNvSpPr/>
            <p:nvPr/>
          </p:nvSpPr>
          <p:spPr>
            <a:xfrm>
              <a:off x="2530406"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18"/>
            <p:cNvSpPr/>
            <p:nvPr/>
          </p:nvSpPr>
          <p:spPr>
            <a:xfrm>
              <a:off x="2678322"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18"/>
            <p:cNvSpPr/>
            <p:nvPr/>
          </p:nvSpPr>
          <p:spPr>
            <a:xfrm>
              <a:off x="2807755" y="2070781"/>
              <a:ext cx="166431" cy="147916"/>
            </a:xfrm>
            <a:custGeom>
              <a:rect b="b" l="l" r="r" t="t"/>
              <a:pathLst>
                <a:path extrusionOk="0" h="9523" w="10715">
                  <a:moveTo>
                    <a:pt x="0" y="0"/>
                  </a:moveTo>
                  <a:lnTo>
                    <a:pt x="0" y="9523"/>
                  </a:lnTo>
                  <a:lnTo>
                    <a:pt x="10714" y="952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18"/>
            <p:cNvSpPr/>
            <p:nvPr/>
          </p:nvSpPr>
          <p:spPr>
            <a:xfrm>
              <a:off x="2974170"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18"/>
            <p:cNvSpPr/>
            <p:nvPr/>
          </p:nvSpPr>
          <p:spPr>
            <a:xfrm>
              <a:off x="312208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18"/>
            <p:cNvSpPr/>
            <p:nvPr/>
          </p:nvSpPr>
          <p:spPr>
            <a:xfrm>
              <a:off x="326998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18"/>
            <p:cNvSpPr/>
            <p:nvPr/>
          </p:nvSpPr>
          <p:spPr>
            <a:xfrm>
              <a:off x="341790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18"/>
            <p:cNvSpPr/>
            <p:nvPr/>
          </p:nvSpPr>
          <p:spPr>
            <a:xfrm>
              <a:off x="3565818"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18"/>
            <p:cNvSpPr/>
            <p:nvPr/>
          </p:nvSpPr>
          <p:spPr>
            <a:xfrm>
              <a:off x="3713719" y="2070781"/>
              <a:ext cx="147963" cy="147916"/>
            </a:xfrm>
            <a:custGeom>
              <a:rect b="b" l="l" r="r" t="t"/>
              <a:pathLst>
                <a:path extrusionOk="0" h="9523" w="9526">
                  <a:moveTo>
                    <a:pt x="1" y="0"/>
                  </a:moveTo>
                  <a:lnTo>
                    <a:pt x="1" y="9523"/>
                  </a:lnTo>
                  <a:lnTo>
                    <a:pt x="9525" y="952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18"/>
            <p:cNvSpPr/>
            <p:nvPr/>
          </p:nvSpPr>
          <p:spPr>
            <a:xfrm>
              <a:off x="386166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18"/>
            <p:cNvSpPr/>
            <p:nvPr/>
          </p:nvSpPr>
          <p:spPr>
            <a:xfrm>
              <a:off x="400956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18"/>
            <p:cNvSpPr/>
            <p:nvPr/>
          </p:nvSpPr>
          <p:spPr>
            <a:xfrm>
              <a:off x="415748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18"/>
            <p:cNvSpPr/>
            <p:nvPr/>
          </p:nvSpPr>
          <p:spPr>
            <a:xfrm>
              <a:off x="4305398"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18"/>
            <p:cNvSpPr/>
            <p:nvPr/>
          </p:nvSpPr>
          <p:spPr>
            <a:xfrm>
              <a:off x="2530406"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18"/>
            <p:cNvSpPr/>
            <p:nvPr/>
          </p:nvSpPr>
          <p:spPr>
            <a:xfrm>
              <a:off x="2678322"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18"/>
            <p:cNvSpPr/>
            <p:nvPr/>
          </p:nvSpPr>
          <p:spPr>
            <a:xfrm>
              <a:off x="2807755" y="192286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18"/>
            <p:cNvSpPr/>
            <p:nvPr/>
          </p:nvSpPr>
          <p:spPr>
            <a:xfrm>
              <a:off x="2974170"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18"/>
            <p:cNvSpPr/>
            <p:nvPr/>
          </p:nvSpPr>
          <p:spPr>
            <a:xfrm>
              <a:off x="312208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18"/>
            <p:cNvSpPr/>
            <p:nvPr/>
          </p:nvSpPr>
          <p:spPr>
            <a:xfrm>
              <a:off x="326998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18"/>
            <p:cNvSpPr/>
            <p:nvPr/>
          </p:nvSpPr>
          <p:spPr>
            <a:xfrm>
              <a:off x="341790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18"/>
            <p:cNvSpPr/>
            <p:nvPr/>
          </p:nvSpPr>
          <p:spPr>
            <a:xfrm>
              <a:off x="3565818"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18"/>
            <p:cNvSpPr/>
            <p:nvPr/>
          </p:nvSpPr>
          <p:spPr>
            <a:xfrm>
              <a:off x="3713719" y="192286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18"/>
            <p:cNvSpPr/>
            <p:nvPr/>
          </p:nvSpPr>
          <p:spPr>
            <a:xfrm>
              <a:off x="386166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18"/>
            <p:cNvSpPr/>
            <p:nvPr/>
          </p:nvSpPr>
          <p:spPr>
            <a:xfrm>
              <a:off x="400956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18"/>
            <p:cNvSpPr/>
            <p:nvPr/>
          </p:nvSpPr>
          <p:spPr>
            <a:xfrm>
              <a:off x="415748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18"/>
            <p:cNvSpPr/>
            <p:nvPr/>
          </p:nvSpPr>
          <p:spPr>
            <a:xfrm>
              <a:off x="4305398"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18"/>
            <p:cNvSpPr/>
            <p:nvPr/>
          </p:nvSpPr>
          <p:spPr>
            <a:xfrm>
              <a:off x="445331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18"/>
            <p:cNvSpPr/>
            <p:nvPr/>
          </p:nvSpPr>
          <p:spPr>
            <a:xfrm>
              <a:off x="4601215"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18"/>
            <p:cNvSpPr/>
            <p:nvPr/>
          </p:nvSpPr>
          <p:spPr>
            <a:xfrm>
              <a:off x="2530406"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18"/>
            <p:cNvSpPr/>
            <p:nvPr/>
          </p:nvSpPr>
          <p:spPr>
            <a:xfrm>
              <a:off x="2678322"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18"/>
            <p:cNvSpPr/>
            <p:nvPr/>
          </p:nvSpPr>
          <p:spPr>
            <a:xfrm>
              <a:off x="2807755" y="175648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18"/>
            <p:cNvSpPr/>
            <p:nvPr/>
          </p:nvSpPr>
          <p:spPr>
            <a:xfrm>
              <a:off x="2974170"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18"/>
            <p:cNvSpPr/>
            <p:nvPr/>
          </p:nvSpPr>
          <p:spPr>
            <a:xfrm>
              <a:off x="312208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18"/>
            <p:cNvSpPr/>
            <p:nvPr/>
          </p:nvSpPr>
          <p:spPr>
            <a:xfrm>
              <a:off x="326998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18"/>
            <p:cNvSpPr/>
            <p:nvPr/>
          </p:nvSpPr>
          <p:spPr>
            <a:xfrm>
              <a:off x="341790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18"/>
            <p:cNvSpPr/>
            <p:nvPr/>
          </p:nvSpPr>
          <p:spPr>
            <a:xfrm>
              <a:off x="3565818"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18"/>
            <p:cNvSpPr/>
            <p:nvPr/>
          </p:nvSpPr>
          <p:spPr>
            <a:xfrm>
              <a:off x="3713719" y="175648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18"/>
            <p:cNvSpPr/>
            <p:nvPr/>
          </p:nvSpPr>
          <p:spPr>
            <a:xfrm>
              <a:off x="386166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18"/>
            <p:cNvSpPr/>
            <p:nvPr/>
          </p:nvSpPr>
          <p:spPr>
            <a:xfrm>
              <a:off x="400956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18"/>
            <p:cNvSpPr/>
            <p:nvPr/>
          </p:nvSpPr>
          <p:spPr>
            <a:xfrm>
              <a:off x="415748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18"/>
            <p:cNvSpPr/>
            <p:nvPr/>
          </p:nvSpPr>
          <p:spPr>
            <a:xfrm>
              <a:off x="4305398"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18"/>
            <p:cNvSpPr/>
            <p:nvPr/>
          </p:nvSpPr>
          <p:spPr>
            <a:xfrm>
              <a:off x="445331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18"/>
            <p:cNvSpPr/>
            <p:nvPr/>
          </p:nvSpPr>
          <p:spPr>
            <a:xfrm>
              <a:off x="4601215"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18"/>
            <p:cNvSpPr/>
            <p:nvPr/>
          </p:nvSpPr>
          <p:spPr>
            <a:xfrm>
              <a:off x="2530406"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18"/>
            <p:cNvSpPr/>
            <p:nvPr/>
          </p:nvSpPr>
          <p:spPr>
            <a:xfrm>
              <a:off x="2678322"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18"/>
            <p:cNvSpPr/>
            <p:nvPr/>
          </p:nvSpPr>
          <p:spPr>
            <a:xfrm>
              <a:off x="2807755" y="1627048"/>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18"/>
            <p:cNvSpPr/>
            <p:nvPr/>
          </p:nvSpPr>
          <p:spPr>
            <a:xfrm>
              <a:off x="2974170"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18"/>
            <p:cNvSpPr/>
            <p:nvPr/>
          </p:nvSpPr>
          <p:spPr>
            <a:xfrm>
              <a:off x="312208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18"/>
            <p:cNvSpPr/>
            <p:nvPr/>
          </p:nvSpPr>
          <p:spPr>
            <a:xfrm>
              <a:off x="326998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18"/>
            <p:cNvSpPr/>
            <p:nvPr/>
          </p:nvSpPr>
          <p:spPr>
            <a:xfrm>
              <a:off x="341790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18"/>
            <p:cNvSpPr/>
            <p:nvPr/>
          </p:nvSpPr>
          <p:spPr>
            <a:xfrm>
              <a:off x="3565818"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18"/>
            <p:cNvSpPr/>
            <p:nvPr/>
          </p:nvSpPr>
          <p:spPr>
            <a:xfrm>
              <a:off x="3713719" y="1627048"/>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18"/>
            <p:cNvSpPr/>
            <p:nvPr/>
          </p:nvSpPr>
          <p:spPr>
            <a:xfrm>
              <a:off x="386166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18"/>
            <p:cNvSpPr/>
            <p:nvPr/>
          </p:nvSpPr>
          <p:spPr>
            <a:xfrm>
              <a:off x="400956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18"/>
            <p:cNvSpPr/>
            <p:nvPr/>
          </p:nvSpPr>
          <p:spPr>
            <a:xfrm>
              <a:off x="415748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18"/>
            <p:cNvSpPr/>
            <p:nvPr/>
          </p:nvSpPr>
          <p:spPr>
            <a:xfrm>
              <a:off x="4305398"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18"/>
            <p:cNvSpPr/>
            <p:nvPr/>
          </p:nvSpPr>
          <p:spPr>
            <a:xfrm>
              <a:off x="445331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18"/>
            <p:cNvSpPr/>
            <p:nvPr/>
          </p:nvSpPr>
          <p:spPr>
            <a:xfrm>
              <a:off x="4601215"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18"/>
            <p:cNvSpPr/>
            <p:nvPr/>
          </p:nvSpPr>
          <p:spPr>
            <a:xfrm>
              <a:off x="2530406"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18"/>
            <p:cNvSpPr/>
            <p:nvPr/>
          </p:nvSpPr>
          <p:spPr>
            <a:xfrm>
              <a:off x="2678322"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18"/>
            <p:cNvSpPr/>
            <p:nvPr/>
          </p:nvSpPr>
          <p:spPr>
            <a:xfrm>
              <a:off x="2807755" y="1460633"/>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18"/>
            <p:cNvSpPr/>
            <p:nvPr/>
          </p:nvSpPr>
          <p:spPr>
            <a:xfrm>
              <a:off x="2974170"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18"/>
            <p:cNvSpPr/>
            <p:nvPr/>
          </p:nvSpPr>
          <p:spPr>
            <a:xfrm>
              <a:off x="312208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18"/>
            <p:cNvSpPr/>
            <p:nvPr/>
          </p:nvSpPr>
          <p:spPr>
            <a:xfrm>
              <a:off x="326998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18"/>
            <p:cNvSpPr/>
            <p:nvPr/>
          </p:nvSpPr>
          <p:spPr>
            <a:xfrm>
              <a:off x="341790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18"/>
            <p:cNvSpPr/>
            <p:nvPr/>
          </p:nvSpPr>
          <p:spPr>
            <a:xfrm>
              <a:off x="3565818"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18"/>
            <p:cNvSpPr/>
            <p:nvPr/>
          </p:nvSpPr>
          <p:spPr>
            <a:xfrm>
              <a:off x="3713719" y="1460633"/>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18"/>
            <p:cNvSpPr/>
            <p:nvPr/>
          </p:nvSpPr>
          <p:spPr>
            <a:xfrm>
              <a:off x="386166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18"/>
            <p:cNvSpPr/>
            <p:nvPr/>
          </p:nvSpPr>
          <p:spPr>
            <a:xfrm>
              <a:off x="400956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18"/>
            <p:cNvSpPr/>
            <p:nvPr/>
          </p:nvSpPr>
          <p:spPr>
            <a:xfrm>
              <a:off x="415748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18"/>
            <p:cNvSpPr/>
            <p:nvPr/>
          </p:nvSpPr>
          <p:spPr>
            <a:xfrm>
              <a:off x="4305398"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18"/>
            <p:cNvSpPr/>
            <p:nvPr/>
          </p:nvSpPr>
          <p:spPr>
            <a:xfrm>
              <a:off x="445331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18"/>
            <p:cNvSpPr/>
            <p:nvPr/>
          </p:nvSpPr>
          <p:spPr>
            <a:xfrm>
              <a:off x="4601215"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18"/>
            <p:cNvSpPr/>
            <p:nvPr/>
          </p:nvSpPr>
          <p:spPr>
            <a:xfrm>
              <a:off x="2530406"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18"/>
            <p:cNvSpPr/>
            <p:nvPr/>
          </p:nvSpPr>
          <p:spPr>
            <a:xfrm>
              <a:off x="2678322"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18"/>
            <p:cNvSpPr/>
            <p:nvPr/>
          </p:nvSpPr>
          <p:spPr>
            <a:xfrm>
              <a:off x="2807755" y="1331201"/>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18"/>
            <p:cNvSpPr/>
            <p:nvPr/>
          </p:nvSpPr>
          <p:spPr>
            <a:xfrm>
              <a:off x="2974170"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18"/>
            <p:cNvSpPr/>
            <p:nvPr/>
          </p:nvSpPr>
          <p:spPr>
            <a:xfrm>
              <a:off x="312208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18"/>
            <p:cNvSpPr/>
            <p:nvPr/>
          </p:nvSpPr>
          <p:spPr>
            <a:xfrm>
              <a:off x="326998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18"/>
            <p:cNvSpPr/>
            <p:nvPr/>
          </p:nvSpPr>
          <p:spPr>
            <a:xfrm>
              <a:off x="341790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18"/>
            <p:cNvSpPr/>
            <p:nvPr/>
          </p:nvSpPr>
          <p:spPr>
            <a:xfrm>
              <a:off x="3565818"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18"/>
            <p:cNvSpPr/>
            <p:nvPr/>
          </p:nvSpPr>
          <p:spPr>
            <a:xfrm>
              <a:off x="3713719" y="1331201"/>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18"/>
            <p:cNvSpPr/>
            <p:nvPr/>
          </p:nvSpPr>
          <p:spPr>
            <a:xfrm>
              <a:off x="386166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18"/>
            <p:cNvSpPr/>
            <p:nvPr/>
          </p:nvSpPr>
          <p:spPr>
            <a:xfrm>
              <a:off x="400956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18"/>
            <p:cNvSpPr/>
            <p:nvPr/>
          </p:nvSpPr>
          <p:spPr>
            <a:xfrm>
              <a:off x="415748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18"/>
            <p:cNvSpPr/>
            <p:nvPr/>
          </p:nvSpPr>
          <p:spPr>
            <a:xfrm>
              <a:off x="4305398"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18"/>
            <p:cNvSpPr/>
            <p:nvPr/>
          </p:nvSpPr>
          <p:spPr>
            <a:xfrm>
              <a:off x="445331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18"/>
            <p:cNvSpPr/>
            <p:nvPr/>
          </p:nvSpPr>
          <p:spPr>
            <a:xfrm>
              <a:off x="4601215"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18"/>
            <p:cNvSpPr/>
            <p:nvPr/>
          </p:nvSpPr>
          <p:spPr>
            <a:xfrm>
              <a:off x="2530406"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18"/>
            <p:cNvSpPr/>
            <p:nvPr/>
          </p:nvSpPr>
          <p:spPr>
            <a:xfrm>
              <a:off x="2678322" y="118328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18"/>
            <p:cNvSpPr/>
            <p:nvPr/>
          </p:nvSpPr>
          <p:spPr>
            <a:xfrm>
              <a:off x="2807755" y="118328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18"/>
            <p:cNvSpPr/>
            <p:nvPr/>
          </p:nvSpPr>
          <p:spPr>
            <a:xfrm>
              <a:off x="2974170"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18"/>
            <p:cNvSpPr/>
            <p:nvPr/>
          </p:nvSpPr>
          <p:spPr>
            <a:xfrm>
              <a:off x="312208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18"/>
            <p:cNvSpPr/>
            <p:nvPr/>
          </p:nvSpPr>
          <p:spPr>
            <a:xfrm>
              <a:off x="326998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18"/>
            <p:cNvSpPr/>
            <p:nvPr/>
          </p:nvSpPr>
          <p:spPr>
            <a:xfrm>
              <a:off x="341790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18"/>
            <p:cNvSpPr/>
            <p:nvPr/>
          </p:nvSpPr>
          <p:spPr>
            <a:xfrm>
              <a:off x="3565818"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18"/>
            <p:cNvSpPr/>
            <p:nvPr/>
          </p:nvSpPr>
          <p:spPr>
            <a:xfrm>
              <a:off x="3713719" y="118328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18"/>
            <p:cNvSpPr/>
            <p:nvPr/>
          </p:nvSpPr>
          <p:spPr>
            <a:xfrm>
              <a:off x="386166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18"/>
            <p:cNvSpPr/>
            <p:nvPr/>
          </p:nvSpPr>
          <p:spPr>
            <a:xfrm>
              <a:off x="400956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18"/>
            <p:cNvSpPr/>
            <p:nvPr/>
          </p:nvSpPr>
          <p:spPr>
            <a:xfrm>
              <a:off x="415748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18"/>
            <p:cNvSpPr/>
            <p:nvPr/>
          </p:nvSpPr>
          <p:spPr>
            <a:xfrm>
              <a:off x="4305398"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18"/>
            <p:cNvSpPr/>
            <p:nvPr/>
          </p:nvSpPr>
          <p:spPr>
            <a:xfrm>
              <a:off x="2530406"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18"/>
            <p:cNvSpPr/>
            <p:nvPr/>
          </p:nvSpPr>
          <p:spPr>
            <a:xfrm>
              <a:off x="2678322" y="101690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18"/>
            <p:cNvSpPr/>
            <p:nvPr/>
          </p:nvSpPr>
          <p:spPr>
            <a:xfrm>
              <a:off x="2807755" y="101690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18"/>
            <p:cNvSpPr/>
            <p:nvPr/>
          </p:nvSpPr>
          <p:spPr>
            <a:xfrm>
              <a:off x="2974170" y="101690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18"/>
            <p:cNvSpPr/>
            <p:nvPr/>
          </p:nvSpPr>
          <p:spPr>
            <a:xfrm>
              <a:off x="312208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18"/>
            <p:cNvSpPr/>
            <p:nvPr/>
          </p:nvSpPr>
          <p:spPr>
            <a:xfrm>
              <a:off x="326998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18"/>
            <p:cNvSpPr/>
            <p:nvPr/>
          </p:nvSpPr>
          <p:spPr>
            <a:xfrm>
              <a:off x="341790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18"/>
            <p:cNvSpPr/>
            <p:nvPr/>
          </p:nvSpPr>
          <p:spPr>
            <a:xfrm>
              <a:off x="3565818"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18"/>
            <p:cNvSpPr/>
            <p:nvPr/>
          </p:nvSpPr>
          <p:spPr>
            <a:xfrm>
              <a:off x="3713719" y="101690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18"/>
            <p:cNvSpPr/>
            <p:nvPr/>
          </p:nvSpPr>
          <p:spPr>
            <a:xfrm>
              <a:off x="386166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18"/>
            <p:cNvSpPr/>
            <p:nvPr/>
          </p:nvSpPr>
          <p:spPr>
            <a:xfrm>
              <a:off x="400956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18"/>
            <p:cNvSpPr/>
            <p:nvPr/>
          </p:nvSpPr>
          <p:spPr>
            <a:xfrm>
              <a:off x="415748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18"/>
            <p:cNvSpPr/>
            <p:nvPr/>
          </p:nvSpPr>
          <p:spPr>
            <a:xfrm>
              <a:off x="2530406"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18"/>
            <p:cNvSpPr/>
            <p:nvPr/>
          </p:nvSpPr>
          <p:spPr>
            <a:xfrm>
              <a:off x="2678322" y="887468"/>
              <a:ext cx="129448" cy="129448"/>
            </a:xfrm>
            <a:custGeom>
              <a:rect b="b" l="l" r="r" t="t"/>
              <a:pathLst>
                <a:path extrusionOk="0" h="8334" w="8334">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18"/>
            <p:cNvSpPr/>
            <p:nvPr/>
          </p:nvSpPr>
          <p:spPr>
            <a:xfrm>
              <a:off x="2807755" y="887468"/>
              <a:ext cx="166431" cy="129448"/>
            </a:xfrm>
            <a:custGeom>
              <a:rect b="b" l="l" r="r" t="t"/>
              <a:pathLst>
                <a:path extrusionOk="0" h="8334" w="10715">
                  <a:moveTo>
                    <a:pt x="0" y="1"/>
                  </a:moveTo>
                  <a:lnTo>
                    <a:pt x="0" y="8333"/>
                  </a:lnTo>
                  <a:lnTo>
                    <a:pt x="10714" y="833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18"/>
            <p:cNvSpPr/>
            <p:nvPr/>
          </p:nvSpPr>
          <p:spPr>
            <a:xfrm>
              <a:off x="2974170" y="887468"/>
              <a:ext cx="147932" cy="129448"/>
            </a:xfrm>
            <a:custGeom>
              <a:rect b="b" l="l" r="r" t="t"/>
              <a:pathLst>
                <a:path extrusionOk="0" h="8334" w="9524">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18"/>
            <p:cNvSpPr/>
            <p:nvPr/>
          </p:nvSpPr>
          <p:spPr>
            <a:xfrm>
              <a:off x="312208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18"/>
            <p:cNvSpPr/>
            <p:nvPr/>
          </p:nvSpPr>
          <p:spPr>
            <a:xfrm>
              <a:off x="326998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18"/>
            <p:cNvSpPr/>
            <p:nvPr/>
          </p:nvSpPr>
          <p:spPr>
            <a:xfrm>
              <a:off x="341790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18"/>
            <p:cNvSpPr/>
            <p:nvPr/>
          </p:nvSpPr>
          <p:spPr>
            <a:xfrm>
              <a:off x="3565818"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18"/>
            <p:cNvSpPr/>
            <p:nvPr/>
          </p:nvSpPr>
          <p:spPr>
            <a:xfrm>
              <a:off x="3713719" y="887468"/>
              <a:ext cx="147963" cy="129448"/>
            </a:xfrm>
            <a:custGeom>
              <a:rect b="b" l="l" r="r" t="t"/>
              <a:pathLst>
                <a:path extrusionOk="0" h="8334" w="9526">
                  <a:moveTo>
                    <a:pt x="1" y="1"/>
                  </a:moveTo>
                  <a:lnTo>
                    <a:pt x="1" y="8333"/>
                  </a:lnTo>
                  <a:lnTo>
                    <a:pt x="9525" y="833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18"/>
            <p:cNvSpPr/>
            <p:nvPr/>
          </p:nvSpPr>
          <p:spPr>
            <a:xfrm>
              <a:off x="386166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18"/>
            <p:cNvSpPr/>
            <p:nvPr/>
          </p:nvSpPr>
          <p:spPr>
            <a:xfrm>
              <a:off x="400956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18"/>
            <p:cNvSpPr/>
            <p:nvPr/>
          </p:nvSpPr>
          <p:spPr>
            <a:xfrm>
              <a:off x="415748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18"/>
            <p:cNvSpPr/>
            <p:nvPr/>
          </p:nvSpPr>
          <p:spPr>
            <a:xfrm>
              <a:off x="2530406"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18"/>
            <p:cNvSpPr/>
            <p:nvPr/>
          </p:nvSpPr>
          <p:spPr>
            <a:xfrm>
              <a:off x="2678322" y="739552"/>
              <a:ext cx="129448" cy="147932"/>
            </a:xfrm>
            <a:custGeom>
              <a:rect b="b" l="l" r="r" t="t"/>
              <a:pathLst>
                <a:path extrusionOk="0" h="9524" w="8334">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18"/>
            <p:cNvSpPr/>
            <p:nvPr/>
          </p:nvSpPr>
          <p:spPr>
            <a:xfrm>
              <a:off x="2807755" y="739552"/>
              <a:ext cx="166431" cy="147932"/>
            </a:xfrm>
            <a:custGeom>
              <a:rect b="b" l="l" r="r" t="t"/>
              <a:pathLst>
                <a:path extrusionOk="0" h="9524" w="10715">
                  <a:moveTo>
                    <a:pt x="0" y="1"/>
                  </a:moveTo>
                  <a:lnTo>
                    <a:pt x="0" y="9524"/>
                  </a:lnTo>
                  <a:lnTo>
                    <a:pt x="10714" y="952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18"/>
            <p:cNvSpPr/>
            <p:nvPr/>
          </p:nvSpPr>
          <p:spPr>
            <a:xfrm>
              <a:off x="2974170" y="739552"/>
              <a:ext cx="147932" cy="147932"/>
            </a:xfrm>
            <a:custGeom>
              <a:rect b="b" l="l" r="r" t="t"/>
              <a:pathLst>
                <a:path extrusionOk="0" h="9524" w="9524">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18"/>
            <p:cNvSpPr/>
            <p:nvPr/>
          </p:nvSpPr>
          <p:spPr>
            <a:xfrm>
              <a:off x="312208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18"/>
            <p:cNvSpPr/>
            <p:nvPr/>
          </p:nvSpPr>
          <p:spPr>
            <a:xfrm>
              <a:off x="326998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18"/>
            <p:cNvSpPr/>
            <p:nvPr/>
          </p:nvSpPr>
          <p:spPr>
            <a:xfrm>
              <a:off x="3417902"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18"/>
            <p:cNvSpPr/>
            <p:nvPr/>
          </p:nvSpPr>
          <p:spPr>
            <a:xfrm>
              <a:off x="3565818"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18"/>
            <p:cNvSpPr/>
            <p:nvPr/>
          </p:nvSpPr>
          <p:spPr>
            <a:xfrm>
              <a:off x="3713719" y="739552"/>
              <a:ext cx="147963" cy="147932"/>
            </a:xfrm>
            <a:custGeom>
              <a:rect b="b" l="l" r="r" t="t"/>
              <a:pathLst>
                <a:path extrusionOk="0" h="9524" w="9526">
                  <a:moveTo>
                    <a:pt x="1" y="1"/>
                  </a:moveTo>
                  <a:lnTo>
                    <a:pt x="1" y="9524"/>
                  </a:lnTo>
                  <a:lnTo>
                    <a:pt x="9525" y="9524"/>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18"/>
            <p:cNvSpPr/>
            <p:nvPr/>
          </p:nvSpPr>
          <p:spPr>
            <a:xfrm>
              <a:off x="386166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18"/>
            <p:cNvSpPr/>
            <p:nvPr/>
          </p:nvSpPr>
          <p:spPr>
            <a:xfrm>
              <a:off x="400956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18"/>
            <p:cNvSpPr/>
            <p:nvPr/>
          </p:nvSpPr>
          <p:spPr>
            <a:xfrm>
              <a:off x="2530406"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18"/>
            <p:cNvSpPr/>
            <p:nvPr/>
          </p:nvSpPr>
          <p:spPr>
            <a:xfrm>
              <a:off x="2678322" y="573137"/>
              <a:ext cx="129448" cy="166431"/>
            </a:xfrm>
            <a:custGeom>
              <a:rect b="b" l="l" r="r" t="t"/>
              <a:pathLst>
                <a:path extrusionOk="0" h="10715" w="8334">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18"/>
            <p:cNvSpPr/>
            <p:nvPr/>
          </p:nvSpPr>
          <p:spPr>
            <a:xfrm>
              <a:off x="2807755" y="573137"/>
              <a:ext cx="166431" cy="166431"/>
            </a:xfrm>
            <a:custGeom>
              <a:rect b="b" l="l" r="r" t="t"/>
              <a:pathLst>
                <a:path extrusionOk="0" h="10715" w="10715">
                  <a:moveTo>
                    <a:pt x="0" y="1"/>
                  </a:moveTo>
                  <a:lnTo>
                    <a:pt x="0" y="10715"/>
                  </a:lnTo>
                  <a:lnTo>
                    <a:pt x="10714" y="10715"/>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18"/>
            <p:cNvSpPr/>
            <p:nvPr/>
          </p:nvSpPr>
          <p:spPr>
            <a:xfrm>
              <a:off x="2974170" y="573137"/>
              <a:ext cx="147932" cy="166431"/>
            </a:xfrm>
            <a:custGeom>
              <a:rect b="b" l="l" r="r" t="t"/>
              <a:pathLst>
                <a:path extrusionOk="0" h="10715" w="9524">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18"/>
            <p:cNvSpPr/>
            <p:nvPr/>
          </p:nvSpPr>
          <p:spPr>
            <a:xfrm>
              <a:off x="3122086"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18"/>
            <p:cNvSpPr/>
            <p:nvPr/>
          </p:nvSpPr>
          <p:spPr>
            <a:xfrm>
              <a:off x="3269986"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18"/>
            <p:cNvSpPr/>
            <p:nvPr/>
          </p:nvSpPr>
          <p:spPr>
            <a:xfrm>
              <a:off x="3417902"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18"/>
            <p:cNvSpPr/>
            <p:nvPr/>
          </p:nvSpPr>
          <p:spPr>
            <a:xfrm>
              <a:off x="2530406"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18"/>
            <p:cNvSpPr/>
            <p:nvPr/>
          </p:nvSpPr>
          <p:spPr>
            <a:xfrm>
              <a:off x="2678322" y="443705"/>
              <a:ext cx="129448" cy="129448"/>
            </a:xfrm>
            <a:custGeom>
              <a:rect b="b" l="l" r="r" t="t"/>
              <a:pathLst>
                <a:path extrusionOk="0" h="8334" w="8334">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18"/>
            <p:cNvSpPr/>
            <p:nvPr/>
          </p:nvSpPr>
          <p:spPr>
            <a:xfrm>
              <a:off x="2807755" y="443705"/>
              <a:ext cx="166431" cy="129448"/>
            </a:xfrm>
            <a:custGeom>
              <a:rect b="b" l="l" r="r" t="t"/>
              <a:pathLst>
                <a:path extrusionOk="0" h="8334" w="10715">
                  <a:moveTo>
                    <a:pt x="0" y="1"/>
                  </a:moveTo>
                  <a:lnTo>
                    <a:pt x="0" y="8334"/>
                  </a:lnTo>
                  <a:lnTo>
                    <a:pt x="10714" y="833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18"/>
            <p:cNvSpPr/>
            <p:nvPr/>
          </p:nvSpPr>
          <p:spPr>
            <a:xfrm>
              <a:off x="2974170" y="443705"/>
              <a:ext cx="147932" cy="129448"/>
            </a:xfrm>
            <a:custGeom>
              <a:rect b="b" l="l" r="r" t="t"/>
              <a:pathLst>
                <a:path extrusionOk="0" h="8334" w="9524">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18"/>
            <p:cNvSpPr/>
            <p:nvPr/>
          </p:nvSpPr>
          <p:spPr>
            <a:xfrm>
              <a:off x="3122086"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18"/>
            <p:cNvSpPr/>
            <p:nvPr/>
          </p:nvSpPr>
          <p:spPr>
            <a:xfrm>
              <a:off x="3269986"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18"/>
            <p:cNvSpPr/>
            <p:nvPr/>
          </p:nvSpPr>
          <p:spPr>
            <a:xfrm>
              <a:off x="3417902"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18"/>
            <p:cNvSpPr/>
            <p:nvPr/>
          </p:nvSpPr>
          <p:spPr>
            <a:xfrm>
              <a:off x="2530406" y="27732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18"/>
            <p:cNvSpPr/>
            <p:nvPr/>
          </p:nvSpPr>
          <p:spPr>
            <a:xfrm>
              <a:off x="2678322" y="27732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18"/>
            <p:cNvSpPr/>
            <p:nvPr/>
          </p:nvSpPr>
          <p:spPr>
            <a:xfrm>
              <a:off x="2807755" y="27732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18"/>
            <p:cNvSpPr/>
            <p:nvPr/>
          </p:nvSpPr>
          <p:spPr>
            <a:xfrm>
              <a:off x="2974170" y="27732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18"/>
            <p:cNvSpPr/>
            <p:nvPr/>
          </p:nvSpPr>
          <p:spPr>
            <a:xfrm>
              <a:off x="3122086"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18"/>
            <p:cNvSpPr/>
            <p:nvPr/>
          </p:nvSpPr>
          <p:spPr>
            <a:xfrm>
              <a:off x="3269986"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18"/>
            <p:cNvSpPr/>
            <p:nvPr/>
          </p:nvSpPr>
          <p:spPr>
            <a:xfrm>
              <a:off x="2530406" y="129404"/>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18"/>
            <p:cNvSpPr/>
            <p:nvPr/>
          </p:nvSpPr>
          <p:spPr>
            <a:xfrm>
              <a:off x="2678322" y="129404"/>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18"/>
            <p:cNvSpPr/>
            <p:nvPr/>
          </p:nvSpPr>
          <p:spPr>
            <a:xfrm>
              <a:off x="2807755" y="129404"/>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18"/>
            <p:cNvSpPr/>
            <p:nvPr/>
          </p:nvSpPr>
          <p:spPr>
            <a:xfrm>
              <a:off x="2974170" y="129404"/>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18"/>
            <p:cNvSpPr/>
            <p:nvPr/>
          </p:nvSpPr>
          <p:spPr>
            <a:xfrm>
              <a:off x="3122086"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18"/>
            <p:cNvSpPr/>
            <p:nvPr/>
          </p:nvSpPr>
          <p:spPr>
            <a:xfrm>
              <a:off x="2530406" y="-12"/>
              <a:ext cx="147932" cy="129432"/>
            </a:xfrm>
            <a:custGeom>
              <a:rect b="b" l="l" r="r" t="t"/>
              <a:pathLst>
                <a:path extrusionOk="0" h="8333"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18"/>
            <p:cNvSpPr/>
            <p:nvPr/>
          </p:nvSpPr>
          <p:spPr>
            <a:xfrm>
              <a:off x="2678322" y="-12"/>
              <a:ext cx="129448" cy="129432"/>
            </a:xfrm>
            <a:custGeom>
              <a:rect b="b" l="l" r="r" t="t"/>
              <a:pathLst>
                <a:path extrusionOk="0" h="8333"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18"/>
            <p:cNvSpPr/>
            <p:nvPr/>
          </p:nvSpPr>
          <p:spPr>
            <a:xfrm>
              <a:off x="2807755" y="-12"/>
              <a:ext cx="166431" cy="129432"/>
            </a:xfrm>
            <a:custGeom>
              <a:rect b="b" l="l" r="r" t="t"/>
              <a:pathLst>
                <a:path extrusionOk="0" h="8333"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18"/>
            <p:cNvSpPr/>
            <p:nvPr/>
          </p:nvSpPr>
          <p:spPr>
            <a:xfrm>
              <a:off x="2974170" y="-12"/>
              <a:ext cx="147932" cy="129432"/>
            </a:xfrm>
            <a:custGeom>
              <a:rect b="b" l="l" r="r" t="t"/>
              <a:pathLst>
                <a:path extrusionOk="0" h="8333"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7" name="Google Shape;2657;p18"/>
          <p:cNvGrpSpPr/>
          <p:nvPr/>
        </p:nvGrpSpPr>
        <p:grpSpPr>
          <a:xfrm>
            <a:off x="7969738" y="1388253"/>
            <a:ext cx="1443946" cy="721968"/>
            <a:chOff x="311697" y="-12"/>
            <a:chExt cx="4437449" cy="2218709"/>
          </a:xfrm>
        </p:grpSpPr>
        <p:sp>
          <p:nvSpPr>
            <p:cNvPr id="2658" name="Google Shape;2658;p18"/>
            <p:cNvSpPr/>
            <p:nvPr/>
          </p:nvSpPr>
          <p:spPr>
            <a:xfrm>
              <a:off x="2400974"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18"/>
            <p:cNvSpPr/>
            <p:nvPr/>
          </p:nvSpPr>
          <p:spPr>
            <a:xfrm>
              <a:off x="2253074"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18"/>
            <p:cNvSpPr/>
            <p:nvPr/>
          </p:nvSpPr>
          <p:spPr>
            <a:xfrm>
              <a:off x="208667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18"/>
            <p:cNvSpPr/>
            <p:nvPr/>
          </p:nvSpPr>
          <p:spPr>
            <a:xfrm>
              <a:off x="1957242"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18"/>
            <p:cNvSpPr/>
            <p:nvPr/>
          </p:nvSpPr>
          <p:spPr>
            <a:xfrm>
              <a:off x="1790857" y="2070781"/>
              <a:ext cx="166400" cy="147916"/>
            </a:xfrm>
            <a:custGeom>
              <a:rect b="b" l="l" r="r" t="t"/>
              <a:pathLst>
                <a:path extrusionOk="0" h="9523" w="10713">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18"/>
            <p:cNvSpPr/>
            <p:nvPr/>
          </p:nvSpPr>
          <p:spPr>
            <a:xfrm>
              <a:off x="1642910"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18"/>
            <p:cNvSpPr/>
            <p:nvPr/>
          </p:nvSpPr>
          <p:spPr>
            <a:xfrm>
              <a:off x="1513494"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18"/>
            <p:cNvSpPr/>
            <p:nvPr/>
          </p:nvSpPr>
          <p:spPr>
            <a:xfrm>
              <a:off x="134709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18"/>
            <p:cNvSpPr/>
            <p:nvPr/>
          </p:nvSpPr>
          <p:spPr>
            <a:xfrm>
              <a:off x="1199178"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18"/>
            <p:cNvSpPr/>
            <p:nvPr/>
          </p:nvSpPr>
          <p:spPr>
            <a:xfrm>
              <a:off x="1069761"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18"/>
            <p:cNvSpPr/>
            <p:nvPr/>
          </p:nvSpPr>
          <p:spPr>
            <a:xfrm>
              <a:off x="903361" y="2070781"/>
              <a:ext cx="166415" cy="147916"/>
            </a:xfrm>
            <a:custGeom>
              <a:rect b="b" l="l" r="r" t="t"/>
              <a:pathLst>
                <a:path extrusionOk="0" h="9523" w="10714">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18"/>
            <p:cNvSpPr/>
            <p:nvPr/>
          </p:nvSpPr>
          <p:spPr>
            <a:xfrm>
              <a:off x="755430"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18"/>
            <p:cNvSpPr/>
            <p:nvPr/>
          </p:nvSpPr>
          <p:spPr>
            <a:xfrm>
              <a:off x="625998"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18"/>
            <p:cNvSpPr/>
            <p:nvPr/>
          </p:nvSpPr>
          <p:spPr>
            <a:xfrm>
              <a:off x="2400974"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18"/>
            <p:cNvSpPr/>
            <p:nvPr/>
          </p:nvSpPr>
          <p:spPr>
            <a:xfrm>
              <a:off x="225307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18"/>
            <p:cNvSpPr/>
            <p:nvPr/>
          </p:nvSpPr>
          <p:spPr>
            <a:xfrm>
              <a:off x="208667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18"/>
            <p:cNvSpPr/>
            <p:nvPr/>
          </p:nvSpPr>
          <p:spPr>
            <a:xfrm>
              <a:off x="1957242"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18"/>
            <p:cNvSpPr/>
            <p:nvPr/>
          </p:nvSpPr>
          <p:spPr>
            <a:xfrm>
              <a:off x="1790857" y="192286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18"/>
            <p:cNvSpPr/>
            <p:nvPr/>
          </p:nvSpPr>
          <p:spPr>
            <a:xfrm>
              <a:off x="1642910"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18"/>
            <p:cNvSpPr/>
            <p:nvPr/>
          </p:nvSpPr>
          <p:spPr>
            <a:xfrm>
              <a:off x="1513494"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18"/>
            <p:cNvSpPr/>
            <p:nvPr/>
          </p:nvSpPr>
          <p:spPr>
            <a:xfrm>
              <a:off x="134709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18"/>
            <p:cNvSpPr/>
            <p:nvPr/>
          </p:nvSpPr>
          <p:spPr>
            <a:xfrm>
              <a:off x="1199178"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18"/>
            <p:cNvSpPr/>
            <p:nvPr/>
          </p:nvSpPr>
          <p:spPr>
            <a:xfrm>
              <a:off x="1069761"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18"/>
            <p:cNvSpPr/>
            <p:nvPr/>
          </p:nvSpPr>
          <p:spPr>
            <a:xfrm>
              <a:off x="903361" y="192286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18"/>
            <p:cNvSpPr/>
            <p:nvPr/>
          </p:nvSpPr>
          <p:spPr>
            <a:xfrm>
              <a:off x="755430"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18"/>
            <p:cNvSpPr/>
            <p:nvPr/>
          </p:nvSpPr>
          <p:spPr>
            <a:xfrm>
              <a:off x="625998"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18"/>
            <p:cNvSpPr/>
            <p:nvPr/>
          </p:nvSpPr>
          <p:spPr>
            <a:xfrm>
              <a:off x="459598"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18"/>
            <p:cNvSpPr/>
            <p:nvPr/>
          </p:nvSpPr>
          <p:spPr>
            <a:xfrm>
              <a:off x="311697"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18"/>
            <p:cNvSpPr/>
            <p:nvPr/>
          </p:nvSpPr>
          <p:spPr>
            <a:xfrm>
              <a:off x="2400974"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18"/>
            <p:cNvSpPr/>
            <p:nvPr/>
          </p:nvSpPr>
          <p:spPr>
            <a:xfrm>
              <a:off x="225307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18"/>
            <p:cNvSpPr/>
            <p:nvPr/>
          </p:nvSpPr>
          <p:spPr>
            <a:xfrm>
              <a:off x="208667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18"/>
            <p:cNvSpPr/>
            <p:nvPr/>
          </p:nvSpPr>
          <p:spPr>
            <a:xfrm>
              <a:off x="1957242"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18"/>
            <p:cNvSpPr/>
            <p:nvPr/>
          </p:nvSpPr>
          <p:spPr>
            <a:xfrm>
              <a:off x="1790857" y="175648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18"/>
            <p:cNvSpPr/>
            <p:nvPr/>
          </p:nvSpPr>
          <p:spPr>
            <a:xfrm>
              <a:off x="1642910"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18"/>
            <p:cNvSpPr/>
            <p:nvPr/>
          </p:nvSpPr>
          <p:spPr>
            <a:xfrm>
              <a:off x="1513494"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18"/>
            <p:cNvSpPr/>
            <p:nvPr/>
          </p:nvSpPr>
          <p:spPr>
            <a:xfrm>
              <a:off x="134709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18"/>
            <p:cNvSpPr/>
            <p:nvPr/>
          </p:nvSpPr>
          <p:spPr>
            <a:xfrm>
              <a:off x="1199178"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18"/>
            <p:cNvSpPr/>
            <p:nvPr/>
          </p:nvSpPr>
          <p:spPr>
            <a:xfrm>
              <a:off x="1069761"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18"/>
            <p:cNvSpPr/>
            <p:nvPr/>
          </p:nvSpPr>
          <p:spPr>
            <a:xfrm>
              <a:off x="903361" y="175648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18"/>
            <p:cNvSpPr/>
            <p:nvPr/>
          </p:nvSpPr>
          <p:spPr>
            <a:xfrm>
              <a:off x="755430"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18"/>
            <p:cNvSpPr/>
            <p:nvPr/>
          </p:nvSpPr>
          <p:spPr>
            <a:xfrm>
              <a:off x="625998"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18"/>
            <p:cNvSpPr/>
            <p:nvPr/>
          </p:nvSpPr>
          <p:spPr>
            <a:xfrm>
              <a:off x="459598"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18"/>
            <p:cNvSpPr/>
            <p:nvPr/>
          </p:nvSpPr>
          <p:spPr>
            <a:xfrm>
              <a:off x="311697"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18"/>
            <p:cNvSpPr/>
            <p:nvPr/>
          </p:nvSpPr>
          <p:spPr>
            <a:xfrm>
              <a:off x="2400974"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18"/>
            <p:cNvSpPr/>
            <p:nvPr/>
          </p:nvSpPr>
          <p:spPr>
            <a:xfrm>
              <a:off x="225307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18"/>
            <p:cNvSpPr/>
            <p:nvPr/>
          </p:nvSpPr>
          <p:spPr>
            <a:xfrm>
              <a:off x="208667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18"/>
            <p:cNvSpPr/>
            <p:nvPr/>
          </p:nvSpPr>
          <p:spPr>
            <a:xfrm>
              <a:off x="1957242"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18"/>
            <p:cNvSpPr/>
            <p:nvPr/>
          </p:nvSpPr>
          <p:spPr>
            <a:xfrm>
              <a:off x="1790857" y="1627048"/>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18"/>
            <p:cNvSpPr/>
            <p:nvPr/>
          </p:nvSpPr>
          <p:spPr>
            <a:xfrm>
              <a:off x="1642910"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18"/>
            <p:cNvSpPr/>
            <p:nvPr/>
          </p:nvSpPr>
          <p:spPr>
            <a:xfrm>
              <a:off x="1513494"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18"/>
            <p:cNvSpPr/>
            <p:nvPr/>
          </p:nvSpPr>
          <p:spPr>
            <a:xfrm>
              <a:off x="134709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18"/>
            <p:cNvSpPr/>
            <p:nvPr/>
          </p:nvSpPr>
          <p:spPr>
            <a:xfrm>
              <a:off x="1199178"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18"/>
            <p:cNvSpPr/>
            <p:nvPr/>
          </p:nvSpPr>
          <p:spPr>
            <a:xfrm>
              <a:off x="1069761"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18"/>
            <p:cNvSpPr/>
            <p:nvPr/>
          </p:nvSpPr>
          <p:spPr>
            <a:xfrm>
              <a:off x="903361" y="1627048"/>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18"/>
            <p:cNvSpPr/>
            <p:nvPr/>
          </p:nvSpPr>
          <p:spPr>
            <a:xfrm>
              <a:off x="755430"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18"/>
            <p:cNvSpPr/>
            <p:nvPr/>
          </p:nvSpPr>
          <p:spPr>
            <a:xfrm>
              <a:off x="625998"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18"/>
            <p:cNvSpPr/>
            <p:nvPr/>
          </p:nvSpPr>
          <p:spPr>
            <a:xfrm>
              <a:off x="459598"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18"/>
            <p:cNvSpPr/>
            <p:nvPr/>
          </p:nvSpPr>
          <p:spPr>
            <a:xfrm>
              <a:off x="311697"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18"/>
            <p:cNvSpPr/>
            <p:nvPr/>
          </p:nvSpPr>
          <p:spPr>
            <a:xfrm>
              <a:off x="2400974"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18"/>
            <p:cNvSpPr/>
            <p:nvPr/>
          </p:nvSpPr>
          <p:spPr>
            <a:xfrm>
              <a:off x="225307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18"/>
            <p:cNvSpPr/>
            <p:nvPr/>
          </p:nvSpPr>
          <p:spPr>
            <a:xfrm>
              <a:off x="208667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18"/>
            <p:cNvSpPr/>
            <p:nvPr/>
          </p:nvSpPr>
          <p:spPr>
            <a:xfrm>
              <a:off x="1957242"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18"/>
            <p:cNvSpPr/>
            <p:nvPr/>
          </p:nvSpPr>
          <p:spPr>
            <a:xfrm>
              <a:off x="1790857" y="1460633"/>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18"/>
            <p:cNvSpPr/>
            <p:nvPr/>
          </p:nvSpPr>
          <p:spPr>
            <a:xfrm>
              <a:off x="1642910"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18"/>
            <p:cNvSpPr/>
            <p:nvPr/>
          </p:nvSpPr>
          <p:spPr>
            <a:xfrm>
              <a:off x="1513494"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18"/>
            <p:cNvSpPr/>
            <p:nvPr/>
          </p:nvSpPr>
          <p:spPr>
            <a:xfrm>
              <a:off x="134709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18"/>
            <p:cNvSpPr/>
            <p:nvPr/>
          </p:nvSpPr>
          <p:spPr>
            <a:xfrm>
              <a:off x="1199178"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18"/>
            <p:cNvSpPr/>
            <p:nvPr/>
          </p:nvSpPr>
          <p:spPr>
            <a:xfrm>
              <a:off x="1069761"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18"/>
            <p:cNvSpPr/>
            <p:nvPr/>
          </p:nvSpPr>
          <p:spPr>
            <a:xfrm>
              <a:off x="903361" y="1460633"/>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18"/>
            <p:cNvSpPr/>
            <p:nvPr/>
          </p:nvSpPr>
          <p:spPr>
            <a:xfrm>
              <a:off x="755430"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18"/>
            <p:cNvSpPr/>
            <p:nvPr/>
          </p:nvSpPr>
          <p:spPr>
            <a:xfrm>
              <a:off x="625998"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18"/>
            <p:cNvSpPr/>
            <p:nvPr/>
          </p:nvSpPr>
          <p:spPr>
            <a:xfrm>
              <a:off x="459598"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18"/>
            <p:cNvSpPr/>
            <p:nvPr/>
          </p:nvSpPr>
          <p:spPr>
            <a:xfrm>
              <a:off x="311697"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18"/>
            <p:cNvSpPr/>
            <p:nvPr/>
          </p:nvSpPr>
          <p:spPr>
            <a:xfrm>
              <a:off x="2400974"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18"/>
            <p:cNvSpPr/>
            <p:nvPr/>
          </p:nvSpPr>
          <p:spPr>
            <a:xfrm>
              <a:off x="225307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18"/>
            <p:cNvSpPr/>
            <p:nvPr/>
          </p:nvSpPr>
          <p:spPr>
            <a:xfrm>
              <a:off x="208667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18"/>
            <p:cNvSpPr/>
            <p:nvPr/>
          </p:nvSpPr>
          <p:spPr>
            <a:xfrm>
              <a:off x="1957242"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18"/>
            <p:cNvSpPr/>
            <p:nvPr/>
          </p:nvSpPr>
          <p:spPr>
            <a:xfrm>
              <a:off x="1790857" y="1331201"/>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18"/>
            <p:cNvSpPr/>
            <p:nvPr/>
          </p:nvSpPr>
          <p:spPr>
            <a:xfrm>
              <a:off x="1642910"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18"/>
            <p:cNvSpPr/>
            <p:nvPr/>
          </p:nvSpPr>
          <p:spPr>
            <a:xfrm>
              <a:off x="1513494"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18"/>
            <p:cNvSpPr/>
            <p:nvPr/>
          </p:nvSpPr>
          <p:spPr>
            <a:xfrm>
              <a:off x="134709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18"/>
            <p:cNvSpPr/>
            <p:nvPr/>
          </p:nvSpPr>
          <p:spPr>
            <a:xfrm>
              <a:off x="1199178"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18"/>
            <p:cNvSpPr/>
            <p:nvPr/>
          </p:nvSpPr>
          <p:spPr>
            <a:xfrm>
              <a:off x="1069761"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18"/>
            <p:cNvSpPr/>
            <p:nvPr/>
          </p:nvSpPr>
          <p:spPr>
            <a:xfrm>
              <a:off x="903361" y="1331201"/>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18"/>
            <p:cNvSpPr/>
            <p:nvPr/>
          </p:nvSpPr>
          <p:spPr>
            <a:xfrm>
              <a:off x="755430"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18"/>
            <p:cNvSpPr/>
            <p:nvPr/>
          </p:nvSpPr>
          <p:spPr>
            <a:xfrm>
              <a:off x="625998"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18"/>
            <p:cNvSpPr/>
            <p:nvPr/>
          </p:nvSpPr>
          <p:spPr>
            <a:xfrm>
              <a:off x="459598"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18"/>
            <p:cNvSpPr/>
            <p:nvPr/>
          </p:nvSpPr>
          <p:spPr>
            <a:xfrm>
              <a:off x="2400974"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18"/>
            <p:cNvSpPr/>
            <p:nvPr/>
          </p:nvSpPr>
          <p:spPr>
            <a:xfrm>
              <a:off x="2253074"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18"/>
            <p:cNvSpPr/>
            <p:nvPr/>
          </p:nvSpPr>
          <p:spPr>
            <a:xfrm>
              <a:off x="208667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18"/>
            <p:cNvSpPr/>
            <p:nvPr/>
          </p:nvSpPr>
          <p:spPr>
            <a:xfrm>
              <a:off x="1957242"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18"/>
            <p:cNvSpPr/>
            <p:nvPr/>
          </p:nvSpPr>
          <p:spPr>
            <a:xfrm>
              <a:off x="1790857" y="118328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18"/>
            <p:cNvSpPr/>
            <p:nvPr/>
          </p:nvSpPr>
          <p:spPr>
            <a:xfrm>
              <a:off x="1642910"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18"/>
            <p:cNvSpPr/>
            <p:nvPr/>
          </p:nvSpPr>
          <p:spPr>
            <a:xfrm>
              <a:off x="1513494"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18"/>
            <p:cNvSpPr/>
            <p:nvPr/>
          </p:nvSpPr>
          <p:spPr>
            <a:xfrm>
              <a:off x="134709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18"/>
            <p:cNvSpPr/>
            <p:nvPr/>
          </p:nvSpPr>
          <p:spPr>
            <a:xfrm>
              <a:off x="1199178"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18"/>
            <p:cNvSpPr/>
            <p:nvPr/>
          </p:nvSpPr>
          <p:spPr>
            <a:xfrm>
              <a:off x="1069761"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18"/>
            <p:cNvSpPr/>
            <p:nvPr/>
          </p:nvSpPr>
          <p:spPr>
            <a:xfrm>
              <a:off x="903361" y="118328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18"/>
            <p:cNvSpPr/>
            <p:nvPr/>
          </p:nvSpPr>
          <p:spPr>
            <a:xfrm>
              <a:off x="755430"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18"/>
            <p:cNvSpPr/>
            <p:nvPr/>
          </p:nvSpPr>
          <p:spPr>
            <a:xfrm>
              <a:off x="626013" y="1183285"/>
              <a:ext cx="129432" cy="147932"/>
            </a:xfrm>
            <a:custGeom>
              <a:rect b="b" l="l" r="r" t="t"/>
              <a:pathLst>
                <a:path extrusionOk="0" h="9524" w="8333">
                  <a:moveTo>
                    <a:pt x="1" y="1"/>
                  </a:moveTo>
                  <a:lnTo>
                    <a:pt x="1" y="9523"/>
                  </a:lnTo>
                  <a:lnTo>
                    <a:pt x="8332" y="9523"/>
                  </a:lnTo>
                  <a:lnTo>
                    <a:pt x="8332"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18"/>
            <p:cNvSpPr/>
            <p:nvPr/>
          </p:nvSpPr>
          <p:spPr>
            <a:xfrm>
              <a:off x="2400974"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18"/>
            <p:cNvSpPr/>
            <p:nvPr/>
          </p:nvSpPr>
          <p:spPr>
            <a:xfrm>
              <a:off x="2253074"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18"/>
            <p:cNvSpPr/>
            <p:nvPr/>
          </p:nvSpPr>
          <p:spPr>
            <a:xfrm>
              <a:off x="208667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18"/>
            <p:cNvSpPr/>
            <p:nvPr/>
          </p:nvSpPr>
          <p:spPr>
            <a:xfrm>
              <a:off x="1957242"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18"/>
            <p:cNvSpPr/>
            <p:nvPr/>
          </p:nvSpPr>
          <p:spPr>
            <a:xfrm>
              <a:off x="1790857" y="101690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18"/>
            <p:cNvSpPr/>
            <p:nvPr/>
          </p:nvSpPr>
          <p:spPr>
            <a:xfrm>
              <a:off x="1642910"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18"/>
            <p:cNvSpPr/>
            <p:nvPr/>
          </p:nvSpPr>
          <p:spPr>
            <a:xfrm>
              <a:off x="1513494"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18"/>
            <p:cNvSpPr/>
            <p:nvPr/>
          </p:nvSpPr>
          <p:spPr>
            <a:xfrm>
              <a:off x="134709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18"/>
            <p:cNvSpPr/>
            <p:nvPr/>
          </p:nvSpPr>
          <p:spPr>
            <a:xfrm>
              <a:off x="1199178"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18"/>
            <p:cNvSpPr/>
            <p:nvPr/>
          </p:nvSpPr>
          <p:spPr>
            <a:xfrm>
              <a:off x="1069761"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18"/>
            <p:cNvSpPr/>
            <p:nvPr/>
          </p:nvSpPr>
          <p:spPr>
            <a:xfrm>
              <a:off x="903361" y="101690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18"/>
            <p:cNvSpPr/>
            <p:nvPr/>
          </p:nvSpPr>
          <p:spPr>
            <a:xfrm>
              <a:off x="755430"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18"/>
            <p:cNvSpPr/>
            <p:nvPr/>
          </p:nvSpPr>
          <p:spPr>
            <a:xfrm>
              <a:off x="2400974"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18"/>
            <p:cNvSpPr/>
            <p:nvPr/>
          </p:nvSpPr>
          <p:spPr>
            <a:xfrm>
              <a:off x="2253074"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18"/>
            <p:cNvSpPr/>
            <p:nvPr/>
          </p:nvSpPr>
          <p:spPr>
            <a:xfrm>
              <a:off x="208667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18"/>
            <p:cNvSpPr/>
            <p:nvPr/>
          </p:nvSpPr>
          <p:spPr>
            <a:xfrm>
              <a:off x="1957242"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18"/>
            <p:cNvSpPr/>
            <p:nvPr/>
          </p:nvSpPr>
          <p:spPr>
            <a:xfrm>
              <a:off x="1790857" y="887468"/>
              <a:ext cx="166400" cy="129448"/>
            </a:xfrm>
            <a:custGeom>
              <a:rect b="b" l="l" r="r" t="t"/>
              <a:pathLst>
                <a:path extrusionOk="0" h="8334" w="10713">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18"/>
            <p:cNvSpPr/>
            <p:nvPr/>
          </p:nvSpPr>
          <p:spPr>
            <a:xfrm>
              <a:off x="1642910"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18"/>
            <p:cNvSpPr/>
            <p:nvPr/>
          </p:nvSpPr>
          <p:spPr>
            <a:xfrm>
              <a:off x="1513494"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18"/>
            <p:cNvSpPr/>
            <p:nvPr/>
          </p:nvSpPr>
          <p:spPr>
            <a:xfrm>
              <a:off x="134709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18"/>
            <p:cNvSpPr/>
            <p:nvPr/>
          </p:nvSpPr>
          <p:spPr>
            <a:xfrm>
              <a:off x="1199178"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18"/>
            <p:cNvSpPr/>
            <p:nvPr/>
          </p:nvSpPr>
          <p:spPr>
            <a:xfrm>
              <a:off x="1069761"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18"/>
            <p:cNvSpPr/>
            <p:nvPr/>
          </p:nvSpPr>
          <p:spPr>
            <a:xfrm>
              <a:off x="903361" y="887468"/>
              <a:ext cx="166415" cy="129448"/>
            </a:xfrm>
            <a:custGeom>
              <a:rect b="b" l="l" r="r" t="t"/>
              <a:pathLst>
                <a:path extrusionOk="0" h="8334" w="10714">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18"/>
            <p:cNvSpPr/>
            <p:nvPr/>
          </p:nvSpPr>
          <p:spPr>
            <a:xfrm>
              <a:off x="755430"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18"/>
            <p:cNvSpPr/>
            <p:nvPr/>
          </p:nvSpPr>
          <p:spPr>
            <a:xfrm>
              <a:off x="2400974"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18"/>
            <p:cNvSpPr/>
            <p:nvPr/>
          </p:nvSpPr>
          <p:spPr>
            <a:xfrm>
              <a:off x="2253074"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18"/>
            <p:cNvSpPr/>
            <p:nvPr/>
          </p:nvSpPr>
          <p:spPr>
            <a:xfrm>
              <a:off x="208667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18"/>
            <p:cNvSpPr/>
            <p:nvPr/>
          </p:nvSpPr>
          <p:spPr>
            <a:xfrm>
              <a:off x="1957242"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18"/>
            <p:cNvSpPr/>
            <p:nvPr/>
          </p:nvSpPr>
          <p:spPr>
            <a:xfrm>
              <a:off x="1790857" y="739552"/>
              <a:ext cx="166400" cy="147932"/>
            </a:xfrm>
            <a:custGeom>
              <a:rect b="b" l="l" r="r" t="t"/>
              <a:pathLst>
                <a:path extrusionOk="0" h="9524" w="10713">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18"/>
            <p:cNvSpPr/>
            <p:nvPr/>
          </p:nvSpPr>
          <p:spPr>
            <a:xfrm>
              <a:off x="1642910"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18"/>
            <p:cNvSpPr/>
            <p:nvPr/>
          </p:nvSpPr>
          <p:spPr>
            <a:xfrm>
              <a:off x="1513494"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18"/>
            <p:cNvSpPr/>
            <p:nvPr/>
          </p:nvSpPr>
          <p:spPr>
            <a:xfrm>
              <a:off x="134709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18"/>
            <p:cNvSpPr/>
            <p:nvPr/>
          </p:nvSpPr>
          <p:spPr>
            <a:xfrm>
              <a:off x="1199178"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18"/>
            <p:cNvSpPr/>
            <p:nvPr/>
          </p:nvSpPr>
          <p:spPr>
            <a:xfrm>
              <a:off x="1069761"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18"/>
            <p:cNvSpPr/>
            <p:nvPr/>
          </p:nvSpPr>
          <p:spPr>
            <a:xfrm>
              <a:off x="903361" y="739552"/>
              <a:ext cx="166415" cy="147932"/>
            </a:xfrm>
            <a:custGeom>
              <a:rect b="b" l="l" r="r" t="t"/>
              <a:pathLst>
                <a:path extrusionOk="0" h="9524" w="10714">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18"/>
            <p:cNvSpPr/>
            <p:nvPr/>
          </p:nvSpPr>
          <p:spPr>
            <a:xfrm>
              <a:off x="2400974"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18"/>
            <p:cNvSpPr/>
            <p:nvPr/>
          </p:nvSpPr>
          <p:spPr>
            <a:xfrm>
              <a:off x="2253074"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18"/>
            <p:cNvSpPr/>
            <p:nvPr/>
          </p:nvSpPr>
          <p:spPr>
            <a:xfrm>
              <a:off x="2086674" y="573137"/>
              <a:ext cx="166415" cy="166431"/>
            </a:xfrm>
            <a:custGeom>
              <a:rect b="b" l="l" r="r" t="t"/>
              <a:pathLst>
                <a:path extrusionOk="0" h="10715" w="10714">
                  <a:moveTo>
                    <a:pt x="1" y="1"/>
                  </a:moveTo>
                  <a:lnTo>
                    <a:pt x="1"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18"/>
            <p:cNvSpPr/>
            <p:nvPr/>
          </p:nvSpPr>
          <p:spPr>
            <a:xfrm>
              <a:off x="1957242"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18"/>
            <p:cNvSpPr/>
            <p:nvPr/>
          </p:nvSpPr>
          <p:spPr>
            <a:xfrm>
              <a:off x="1790857" y="573137"/>
              <a:ext cx="166400" cy="166431"/>
            </a:xfrm>
            <a:custGeom>
              <a:rect b="b" l="l" r="r" t="t"/>
              <a:pathLst>
                <a:path extrusionOk="0" h="10715" w="10713">
                  <a:moveTo>
                    <a:pt x="0" y="1"/>
                  </a:moveTo>
                  <a:lnTo>
                    <a:pt x="0"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18"/>
            <p:cNvSpPr/>
            <p:nvPr/>
          </p:nvSpPr>
          <p:spPr>
            <a:xfrm>
              <a:off x="1642910"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18"/>
            <p:cNvSpPr/>
            <p:nvPr/>
          </p:nvSpPr>
          <p:spPr>
            <a:xfrm>
              <a:off x="1513494" y="573137"/>
              <a:ext cx="129432" cy="166431"/>
            </a:xfrm>
            <a:custGeom>
              <a:rect b="b" l="l" r="r" t="t"/>
              <a:pathLst>
                <a:path extrusionOk="0" h="10715" w="8333">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18"/>
            <p:cNvSpPr/>
            <p:nvPr/>
          </p:nvSpPr>
          <p:spPr>
            <a:xfrm>
              <a:off x="2400974"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18"/>
            <p:cNvSpPr/>
            <p:nvPr/>
          </p:nvSpPr>
          <p:spPr>
            <a:xfrm>
              <a:off x="2253074"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18"/>
            <p:cNvSpPr/>
            <p:nvPr/>
          </p:nvSpPr>
          <p:spPr>
            <a:xfrm>
              <a:off x="2086674" y="443705"/>
              <a:ext cx="166415" cy="129448"/>
            </a:xfrm>
            <a:custGeom>
              <a:rect b="b" l="l" r="r" t="t"/>
              <a:pathLst>
                <a:path extrusionOk="0" h="8334" w="10714">
                  <a:moveTo>
                    <a:pt x="1" y="1"/>
                  </a:moveTo>
                  <a:lnTo>
                    <a:pt x="1"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18"/>
            <p:cNvSpPr/>
            <p:nvPr/>
          </p:nvSpPr>
          <p:spPr>
            <a:xfrm>
              <a:off x="1957242"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18"/>
            <p:cNvSpPr/>
            <p:nvPr/>
          </p:nvSpPr>
          <p:spPr>
            <a:xfrm>
              <a:off x="1790857" y="443705"/>
              <a:ext cx="166400" cy="129448"/>
            </a:xfrm>
            <a:custGeom>
              <a:rect b="b" l="l" r="r" t="t"/>
              <a:pathLst>
                <a:path extrusionOk="0" h="8334" w="10713">
                  <a:moveTo>
                    <a:pt x="0" y="1"/>
                  </a:moveTo>
                  <a:lnTo>
                    <a:pt x="0"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18"/>
            <p:cNvSpPr/>
            <p:nvPr/>
          </p:nvSpPr>
          <p:spPr>
            <a:xfrm>
              <a:off x="1642910"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18"/>
            <p:cNvSpPr/>
            <p:nvPr/>
          </p:nvSpPr>
          <p:spPr>
            <a:xfrm>
              <a:off x="1513494" y="443705"/>
              <a:ext cx="129432" cy="129448"/>
            </a:xfrm>
            <a:custGeom>
              <a:rect b="b" l="l" r="r" t="t"/>
              <a:pathLst>
                <a:path extrusionOk="0" h="8334" w="8333">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18"/>
            <p:cNvSpPr/>
            <p:nvPr/>
          </p:nvSpPr>
          <p:spPr>
            <a:xfrm>
              <a:off x="2400974"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18"/>
            <p:cNvSpPr/>
            <p:nvPr/>
          </p:nvSpPr>
          <p:spPr>
            <a:xfrm>
              <a:off x="2253074"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18"/>
            <p:cNvSpPr/>
            <p:nvPr/>
          </p:nvSpPr>
          <p:spPr>
            <a:xfrm>
              <a:off x="2086674" y="27732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18"/>
            <p:cNvSpPr/>
            <p:nvPr/>
          </p:nvSpPr>
          <p:spPr>
            <a:xfrm>
              <a:off x="1957242"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18"/>
            <p:cNvSpPr/>
            <p:nvPr/>
          </p:nvSpPr>
          <p:spPr>
            <a:xfrm>
              <a:off x="1790857" y="27732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18"/>
            <p:cNvSpPr/>
            <p:nvPr/>
          </p:nvSpPr>
          <p:spPr>
            <a:xfrm>
              <a:off x="1642910"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18"/>
            <p:cNvSpPr/>
            <p:nvPr/>
          </p:nvSpPr>
          <p:spPr>
            <a:xfrm>
              <a:off x="2400974"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18"/>
            <p:cNvSpPr/>
            <p:nvPr/>
          </p:nvSpPr>
          <p:spPr>
            <a:xfrm>
              <a:off x="2253074"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18"/>
            <p:cNvSpPr/>
            <p:nvPr/>
          </p:nvSpPr>
          <p:spPr>
            <a:xfrm>
              <a:off x="2086674" y="129404"/>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18"/>
            <p:cNvSpPr/>
            <p:nvPr/>
          </p:nvSpPr>
          <p:spPr>
            <a:xfrm>
              <a:off x="1957242"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18"/>
            <p:cNvSpPr/>
            <p:nvPr/>
          </p:nvSpPr>
          <p:spPr>
            <a:xfrm>
              <a:off x="1790857" y="129404"/>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18"/>
            <p:cNvSpPr/>
            <p:nvPr/>
          </p:nvSpPr>
          <p:spPr>
            <a:xfrm>
              <a:off x="2400974"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18"/>
            <p:cNvSpPr/>
            <p:nvPr/>
          </p:nvSpPr>
          <p:spPr>
            <a:xfrm>
              <a:off x="2253074" y="-12"/>
              <a:ext cx="147916" cy="129432"/>
            </a:xfrm>
            <a:custGeom>
              <a:rect b="b" l="l" r="r" t="t"/>
              <a:pathLst>
                <a:path extrusionOk="0" h="8333"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18"/>
            <p:cNvSpPr/>
            <p:nvPr/>
          </p:nvSpPr>
          <p:spPr>
            <a:xfrm>
              <a:off x="2086674" y="-12"/>
              <a:ext cx="166415" cy="129432"/>
            </a:xfrm>
            <a:custGeom>
              <a:rect b="b" l="l" r="r" t="t"/>
              <a:pathLst>
                <a:path extrusionOk="0" h="8333"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18"/>
            <p:cNvSpPr/>
            <p:nvPr/>
          </p:nvSpPr>
          <p:spPr>
            <a:xfrm>
              <a:off x="1957242"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18"/>
            <p:cNvSpPr/>
            <p:nvPr/>
          </p:nvSpPr>
          <p:spPr>
            <a:xfrm>
              <a:off x="2530406"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18"/>
            <p:cNvSpPr/>
            <p:nvPr/>
          </p:nvSpPr>
          <p:spPr>
            <a:xfrm>
              <a:off x="2678322"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18"/>
            <p:cNvSpPr/>
            <p:nvPr/>
          </p:nvSpPr>
          <p:spPr>
            <a:xfrm>
              <a:off x="2807755" y="2070781"/>
              <a:ext cx="166431" cy="147916"/>
            </a:xfrm>
            <a:custGeom>
              <a:rect b="b" l="l" r="r" t="t"/>
              <a:pathLst>
                <a:path extrusionOk="0" h="9523" w="10715">
                  <a:moveTo>
                    <a:pt x="0" y="0"/>
                  </a:moveTo>
                  <a:lnTo>
                    <a:pt x="0" y="9523"/>
                  </a:lnTo>
                  <a:lnTo>
                    <a:pt x="10714" y="952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18"/>
            <p:cNvSpPr/>
            <p:nvPr/>
          </p:nvSpPr>
          <p:spPr>
            <a:xfrm>
              <a:off x="2974170"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18"/>
            <p:cNvSpPr/>
            <p:nvPr/>
          </p:nvSpPr>
          <p:spPr>
            <a:xfrm>
              <a:off x="312208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18"/>
            <p:cNvSpPr/>
            <p:nvPr/>
          </p:nvSpPr>
          <p:spPr>
            <a:xfrm>
              <a:off x="326998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18"/>
            <p:cNvSpPr/>
            <p:nvPr/>
          </p:nvSpPr>
          <p:spPr>
            <a:xfrm>
              <a:off x="341790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18"/>
            <p:cNvSpPr/>
            <p:nvPr/>
          </p:nvSpPr>
          <p:spPr>
            <a:xfrm>
              <a:off x="3565818"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18"/>
            <p:cNvSpPr/>
            <p:nvPr/>
          </p:nvSpPr>
          <p:spPr>
            <a:xfrm>
              <a:off x="3713719" y="2070781"/>
              <a:ext cx="147963" cy="147916"/>
            </a:xfrm>
            <a:custGeom>
              <a:rect b="b" l="l" r="r" t="t"/>
              <a:pathLst>
                <a:path extrusionOk="0" h="9523" w="9526">
                  <a:moveTo>
                    <a:pt x="1" y="0"/>
                  </a:moveTo>
                  <a:lnTo>
                    <a:pt x="1" y="9523"/>
                  </a:lnTo>
                  <a:lnTo>
                    <a:pt x="9525" y="952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18"/>
            <p:cNvSpPr/>
            <p:nvPr/>
          </p:nvSpPr>
          <p:spPr>
            <a:xfrm>
              <a:off x="386166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18"/>
            <p:cNvSpPr/>
            <p:nvPr/>
          </p:nvSpPr>
          <p:spPr>
            <a:xfrm>
              <a:off x="400956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18"/>
            <p:cNvSpPr/>
            <p:nvPr/>
          </p:nvSpPr>
          <p:spPr>
            <a:xfrm>
              <a:off x="415748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18"/>
            <p:cNvSpPr/>
            <p:nvPr/>
          </p:nvSpPr>
          <p:spPr>
            <a:xfrm>
              <a:off x="4305398"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18"/>
            <p:cNvSpPr/>
            <p:nvPr/>
          </p:nvSpPr>
          <p:spPr>
            <a:xfrm>
              <a:off x="2530406"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18"/>
            <p:cNvSpPr/>
            <p:nvPr/>
          </p:nvSpPr>
          <p:spPr>
            <a:xfrm>
              <a:off x="2678322"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18"/>
            <p:cNvSpPr/>
            <p:nvPr/>
          </p:nvSpPr>
          <p:spPr>
            <a:xfrm>
              <a:off x="2807755" y="192286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18"/>
            <p:cNvSpPr/>
            <p:nvPr/>
          </p:nvSpPr>
          <p:spPr>
            <a:xfrm>
              <a:off x="2974170"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18"/>
            <p:cNvSpPr/>
            <p:nvPr/>
          </p:nvSpPr>
          <p:spPr>
            <a:xfrm>
              <a:off x="312208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18"/>
            <p:cNvSpPr/>
            <p:nvPr/>
          </p:nvSpPr>
          <p:spPr>
            <a:xfrm>
              <a:off x="326998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18"/>
            <p:cNvSpPr/>
            <p:nvPr/>
          </p:nvSpPr>
          <p:spPr>
            <a:xfrm>
              <a:off x="341790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18"/>
            <p:cNvSpPr/>
            <p:nvPr/>
          </p:nvSpPr>
          <p:spPr>
            <a:xfrm>
              <a:off x="3565818"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18"/>
            <p:cNvSpPr/>
            <p:nvPr/>
          </p:nvSpPr>
          <p:spPr>
            <a:xfrm>
              <a:off x="3713719" y="192286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18"/>
            <p:cNvSpPr/>
            <p:nvPr/>
          </p:nvSpPr>
          <p:spPr>
            <a:xfrm>
              <a:off x="386166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18"/>
            <p:cNvSpPr/>
            <p:nvPr/>
          </p:nvSpPr>
          <p:spPr>
            <a:xfrm>
              <a:off x="400956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18"/>
            <p:cNvSpPr/>
            <p:nvPr/>
          </p:nvSpPr>
          <p:spPr>
            <a:xfrm>
              <a:off x="415748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18"/>
            <p:cNvSpPr/>
            <p:nvPr/>
          </p:nvSpPr>
          <p:spPr>
            <a:xfrm>
              <a:off x="4305398"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18"/>
            <p:cNvSpPr/>
            <p:nvPr/>
          </p:nvSpPr>
          <p:spPr>
            <a:xfrm>
              <a:off x="445331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18"/>
            <p:cNvSpPr/>
            <p:nvPr/>
          </p:nvSpPr>
          <p:spPr>
            <a:xfrm>
              <a:off x="4601215"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18"/>
            <p:cNvSpPr/>
            <p:nvPr/>
          </p:nvSpPr>
          <p:spPr>
            <a:xfrm>
              <a:off x="2530406"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18"/>
            <p:cNvSpPr/>
            <p:nvPr/>
          </p:nvSpPr>
          <p:spPr>
            <a:xfrm>
              <a:off x="2678322"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18"/>
            <p:cNvSpPr/>
            <p:nvPr/>
          </p:nvSpPr>
          <p:spPr>
            <a:xfrm>
              <a:off x="2807755" y="175648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18"/>
            <p:cNvSpPr/>
            <p:nvPr/>
          </p:nvSpPr>
          <p:spPr>
            <a:xfrm>
              <a:off x="2974170"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18"/>
            <p:cNvSpPr/>
            <p:nvPr/>
          </p:nvSpPr>
          <p:spPr>
            <a:xfrm>
              <a:off x="312208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18"/>
            <p:cNvSpPr/>
            <p:nvPr/>
          </p:nvSpPr>
          <p:spPr>
            <a:xfrm>
              <a:off x="326998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18"/>
            <p:cNvSpPr/>
            <p:nvPr/>
          </p:nvSpPr>
          <p:spPr>
            <a:xfrm>
              <a:off x="341790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18"/>
            <p:cNvSpPr/>
            <p:nvPr/>
          </p:nvSpPr>
          <p:spPr>
            <a:xfrm>
              <a:off x="3565818"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18"/>
            <p:cNvSpPr/>
            <p:nvPr/>
          </p:nvSpPr>
          <p:spPr>
            <a:xfrm>
              <a:off x="3713719" y="175648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18"/>
            <p:cNvSpPr/>
            <p:nvPr/>
          </p:nvSpPr>
          <p:spPr>
            <a:xfrm>
              <a:off x="386166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18"/>
            <p:cNvSpPr/>
            <p:nvPr/>
          </p:nvSpPr>
          <p:spPr>
            <a:xfrm>
              <a:off x="400956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18"/>
            <p:cNvSpPr/>
            <p:nvPr/>
          </p:nvSpPr>
          <p:spPr>
            <a:xfrm>
              <a:off x="415748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18"/>
            <p:cNvSpPr/>
            <p:nvPr/>
          </p:nvSpPr>
          <p:spPr>
            <a:xfrm>
              <a:off x="4305398"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18"/>
            <p:cNvSpPr/>
            <p:nvPr/>
          </p:nvSpPr>
          <p:spPr>
            <a:xfrm>
              <a:off x="445331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18"/>
            <p:cNvSpPr/>
            <p:nvPr/>
          </p:nvSpPr>
          <p:spPr>
            <a:xfrm>
              <a:off x="4601215"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18"/>
            <p:cNvSpPr/>
            <p:nvPr/>
          </p:nvSpPr>
          <p:spPr>
            <a:xfrm>
              <a:off x="2530406"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18"/>
            <p:cNvSpPr/>
            <p:nvPr/>
          </p:nvSpPr>
          <p:spPr>
            <a:xfrm>
              <a:off x="2678322"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18"/>
            <p:cNvSpPr/>
            <p:nvPr/>
          </p:nvSpPr>
          <p:spPr>
            <a:xfrm>
              <a:off x="2807755" y="1627048"/>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18"/>
            <p:cNvSpPr/>
            <p:nvPr/>
          </p:nvSpPr>
          <p:spPr>
            <a:xfrm>
              <a:off x="2974170"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18"/>
            <p:cNvSpPr/>
            <p:nvPr/>
          </p:nvSpPr>
          <p:spPr>
            <a:xfrm>
              <a:off x="312208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18"/>
            <p:cNvSpPr/>
            <p:nvPr/>
          </p:nvSpPr>
          <p:spPr>
            <a:xfrm>
              <a:off x="326998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18"/>
            <p:cNvSpPr/>
            <p:nvPr/>
          </p:nvSpPr>
          <p:spPr>
            <a:xfrm>
              <a:off x="341790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18"/>
            <p:cNvSpPr/>
            <p:nvPr/>
          </p:nvSpPr>
          <p:spPr>
            <a:xfrm>
              <a:off x="3565818"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18"/>
            <p:cNvSpPr/>
            <p:nvPr/>
          </p:nvSpPr>
          <p:spPr>
            <a:xfrm>
              <a:off x="3713719" y="1627048"/>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18"/>
            <p:cNvSpPr/>
            <p:nvPr/>
          </p:nvSpPr>
          <p:spPr>
            <a:xfrm>
              <a:off x="386166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18"/>
            <p:cNvSpPr/>
            <p:nvPr/>
          </p:nvSpPr>
          <p:spPr>
            <a:xfrm>
              <a:off x="400956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18"/>
            <p:cNvSpPr/>
            <p:nvPr/>
          </p:nvSpPr>
          <p:spPr>
            <a:xfrm>
              <a:off x="415748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18"/>
            <p:cNvSpPr/>
            <p:nvPr/>
          </p:nvSpPr>
          <p:spPr>
            <a:xfrm>
              <a:off x="4305398"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18"/>
            <p:cNvSpPr/>
            <p:nvPr/>
          </p:nvSpPr>
          <p:spPr>
            <a:xfrm>
              <a:off x="445331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18"/>
            <p:cNvSpPr/>
            <p:nvPr/>
          </p:nvSpPr>
          <p:spPr>
            <a:xfrm>
              <a:off x="4601215"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18"/>
            <p:cNvSpPr/>
            <p:nvPr/>
          </p:nvSpPr>
          <p:spPr>
            <a:xfrm>
              <a:off x="2530406"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18"/>
            <p:cNvSpPr/>
            <p:nvPr/>
          </p:nvSpPr>
          <p:spPr>
            <a:xfrm>
              <a:off x="2678322"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18"/>
            <p:cNvSpPr/>
            <p:nvPr/>
          </p:nvSpPr>
          <p:spPr>
            <a:xfrm>
              <a:off x="2807755" y="1460633"/>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18"/>
            <p:cNvSpPr/>
            <p:nvPr/>
          </p:nvSpPr>
          <p:spPr>
            <a:xfrm>
              <a:off x="2974170"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18"/>
            <p:cNvSpPr/>
            <p:nvPr/>
          </p:nvSpPr>
          <p:spPr>
            <a:xfrm>
              <a:off x="312208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18"/>
            <p:cNvSpPr/>
            <p:nvPr/>
          </p:nvSpPr>
          <p:spPr>
            <a:xfrm>
              <a:off x="326998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18"/>
            <p:cNvSpPr/>
            <p:nvPr/>
          </p:nvSpPr>
          <p:spPr>
            <a:xfrm>
              <a:off x="341790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18"/>
            <p:cNvSpPr/>
            <p:nvPr/>
          </p:nvSpPr>
          <p:spPr>
            <a:xfrm>
              <a:off x="3565818"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18"/>
            <p:cNvSpPr/>
            <p:nvPr/>
          </p:nvSpPr>
          <p:spPr>
            <a:xfrm>
              <a:off x="3713719" y="1460633"/>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18"/>
            <p:cNvSpPr/>
            <p:nvPr/>
          </p:nvSpPr>
          <p:spPr>
            <a:xfrm>
              <a:off x="386166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18"/>
            <p:cNvSpPr/>
            <p:nvPr/>
          </p:nvSpPr>
          <p:spPr>
            <a:xfrm>
              <a:off x="400956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18"/>
            <p:cNvSpPr/>
            <p:nvPr/>
          </p:nvSpPr>
          <p:spPr>
            <a:xfrm>
              <a:off x="415748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18"/>
            <p:cNvSpPr/>
            <p:nvPr/>
          </p:nvSpPr>
          <p:spPr>
            <a:xfrm>
              <a:off x="4305398"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18"/>
            <p:cNvSpPr/>
            <p:nvPr/>
          </p:nvSpPr>
          <p:spPr>
            <a:xfrm>
              <a:off x="445331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18"/>
            <p:cNvSpPr/>
            <p:nvPr/>
          </p:nvSpPr>
          <p:spPr>
            <a:xfrm>
              <a:off x="4601215"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18"/>
            <p:cNvSpPr/>
            <p:nvPr/>
          </p:nvSpPr>
          <p:spPr>
            <a:xfrm>
              <a:off x="2530406"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18"/>
            <p:cNvSpPr/>
            <p:nvPr/>
          </p:nvSpPr>
          <p:spPr>
            <a:xfrm>
              <a:off x="2678322"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18"/>
            <p:cNvSpPr/>
            <p:nvPr/>
          </p:nvSpPr>
          <p:spPr>
            <a:xfrm>
              <a:off x="2807755" y="1331201"/>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18"/>
            <p:cNvSpPr/>
            <p:nvPr/>
          </p:nvSpPr>
          <p:spPr>
            <a:xfrm>
              <a:off x="2974170"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18"/>
            <p:cNvSpPr/>
            <p:nvPr/>
          </p:nvSpPr>
          <p:spPr>
            <a:xfrm>
              <a:off x="312208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18"/>
            <p:cNvSpPr/>
            <p:nvPr/>
          </p:nvSpPr>
          <p:spPr>
            <a:xfrm>
              <a:off x="326998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18"/>
            <p:cNvSpPr/>
            <p:nvPr/>
          </p:nvSpPr>
          <p:spPr>
            <a:xfrm>
              <a:off x="341790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18"/>
            <p:cNvSpPr/>
            <p:nvPr/>
          </p:nvSpPr>
          <p:spPr>
            <a:xfrm>
              <a:off x="3565818"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18"/>
            <p:cNvSpPr/>
            <p:nvPr/>
          </p:nvSpPr>
          <p:spPr>
            <a:xfrm>
              <a:off x="3713719" y="1331201"/>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18"/>
            <p:cNvSpPr/>
            <p:nvPr/>
          </p:nvSpPr>
          <p:spPr>
            <a:xfrm>
              <a:off x="386166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18"/>
            <p:cNvSpPr/>
            <p:nvPr/>
          </p:nvSpPr>
          <p:spPr>
            <a:xfrm>
              <a:off x="400956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18"/>
            <p:cNvSpPr/>
            <p:nvPr/>
          </p:nvSpPr>
          <p:spPr>
            <a:xfrm>
              <a:off x="415748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18"/>
            <p:cNvSpPr/>
            <p:nvPr/>
          </p:nvSpPr>
          <p:spPr>
            <a:xfrm>
              <a:off x="4305398"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18"/>
            <p:cNvSpPr/>
            <p:nvPr/>
          </p:nvSpPr>
          <p:spPr>
            <a:xfrm>
              <a:off x="445331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18"/>
            <p:cNvSpPr/>
            <p:nvPr/>
          </p:nvSpPr>
          <p:spPr>
            <a:xfrm>
              <a:off x="4601215"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18"/>
            <p:cNvSpPr/>
            <p:nvPr/>
          </p:nvSpPr>
          <p:spPr>
            <a:xfrm>
              <a:off x="2530406"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18"/>
            <p:cNvSpPr/>
            <p:nvPr/>
          </p:nvSpPr>
          <p:spPr>
            <a:xfrm>
              <a:off x="2678322" y="118328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18"/>
            <p:cNvSpPr/>
            <p:nvPr/>
          </p:nvSpPr>
          <p:spPr>
            <a:xfrm>
              <a:off x="2807755" y="118328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18"/>
            <p:cNvSpPr/>
            <p:nvPr/>
          </p:nvSpPr>
          <p:spPr>
            <a:xfrm>
              <a:off x="2974170"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18"/>
            <p:cNvSpPr/>
            <p:nvPr/>
          </p:nvSpPr>
          <p:spPr>
            <a:xfrm>
              <a:off x="312208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18"/>
            <p:cNvSpPr/>
            <p:nvPr/>
          </p:nvSpPr>
          <p:spPr>
            <a:xfrm>
              <a:off x="326998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18"/>
            <p:cNvSpPr/>
            <p:nvPr/>
          </p:nvSpPr>
          <p:spPr>
            <a:xfrm>
              <a:off x="341790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18"/>
            <p:cNvSpPr/>
            <p:nvPr/>
          </p:nvSpPr>
          <p:spPr>
            <a:xfrm>
              <a:off x="3565818"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18"/>
            <p:cNvSpPr/>
            <p:nvPr/>
          </p:nvSpPr>
          <p:spPr>
            <a:xfrm>
              <a:off x="3713719" y="118328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18"/>
            <p:cNvSpPr/>
            <p:nvPr/>
          </p:nvSpPr>
          <p:spPr>
            <a:xfrm>
              <a:off x="386166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18"/>
            <p:cNvSpPr/>
            <p:nvPr/>
          </p:nvSpPr>
          <p:spPr>
            <a:xfrm>
              <a:off x="400956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18"/>
            <p:cNvSpPr/>
            <p:nvPr/>
          </p:nvSpPr>
          <p:spPr>
            <a:xfrm>
              <a:off x="415748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18"/>
            <p:cNvSpPr/>
            <p:nvPr/>
          </p:nvSpPr>
          <p:spPr>
            <a:xfrm>
              <a:off x="4305398"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18"/>
            <p:cNvSpPr/>
            <p:nvPr/>
          </p:nvSpPr>
          <p:spPr>
            <a:xfrm>
              <a:off x="2530406"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18"/>
            <p:cNvSpPr/>
            <p:nvPr/>
          </p:nvSpPr>
          <p:spPr>
            <a:xfrm>
              <a:off x="2678322" y="101690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18"/>
            <p:cNvSpPr/>
            <p:nvPr/>
          </p:nvSpPr>
          <p:spPr>
            <a:xfrm>
              <a:off x="2807755" y="101690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18"/>
            <p:cNvSpPr/>
            <p:nvPr/>
          </p:nvSpPr>
          <p:spPr>
            <a:xfrm>
              <a:off x="2974170" y="101690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18"/>
            <p:cNvSpPr/>
            <p:nvPr/>
          </p:nvSpPr>
          <p:spPr>
            <a:xfrm>
              <a:off x="312208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18"/>
            <p:cNvSpPr/>
            <p:nvPr/>
          </p:nvSpPr>
          <p:spPr>
            <a:xfrm>
              <a:off x="326998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18"/>
            <p:cNvSpPr/>
            <p:nvPr/>
          </p:nvSpPr>
          <p:spPr>
            <a:xfrm>
              <a:off x="341790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18"/>
            <p:cNvSpPr/>
            <p:nvPr/>
          </p:nvSpPr>
          <p:spPr>
            <a:xfrm>
              <a:off x="3565818"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18"/>
            <p:cNvSpPr/>
            <p:nvPr/>
          </p:nvSpPr>
          <p:spPr>
            <a:xfrm>
              <a:off x="3713719" y="101690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18"/>
            <p:cNvSpPr/>
            <p:nvPr/>
          </p:nvSpPr>
          <p:spPr>
            <a:xfrm>
              <a:off x="386166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18"/>
            <p:cNvSpPr/>
            <p:nvPr/>
          </p:nvSpPr>
          <p:spPr>
            <a:xfrm>
              <a:off x="400956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18"/>
            <p:cNvSpPr/>
            <p:nvPr/>
          </p:nvSpPr>
          <p:spPr>
            <a:xfrm>
              <a:off x="415748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18"/>
            <p:cNvSpPr/>
            <p:nvPr/>
          </p:nvSpPr>
          <p:spPr>
            <a:xfrm>
              <a:off x="2530406"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18"/>
            <p:cNvSpPr/>
            <p:nvPr/>
          </p:nvSpPr>
          <p:spPr>
            <a:xfrm>
              <a:off x="2678322" y="887468"/>
              <a:ext cx="129448" cy="129448"/>
            </a:xfrm>
            <a:custGeom>
              <a:rect b="b" l="l" r="r" t="t"/>
              <a:pathLst>
                <a:path extrusionOk="0" h="8334" w="8334">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18"/>
            <p:cNvSpPr/>
            <p:nvPr/>
          </p:nvSpPr>
          <p:spPr>
            <a:xfrm>
              <a:off x="2807755" y="887468"/>
              <a:ext cx="166431" cy="129448"/>
            </a:xfrm>
            <a:custGeom>
              <a:rect b="b" l="l" r="r" t="t"/>
              <a:pathLst>
                <a:path extrusionOk="0" h="8334" w="10715">
                  <a:moveTo>
                    <a:pt x="0" y="1"/>
                  </a:moveTo>
                  <a:lnTo>
                    <a:pt x="0" y="8333"/>
                  </a:lnTo>
                  <a:lnTo>
                    <a:pt x="10714" y="833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18"/>
            <p:cNvSpPr/>
            <p:nvPr/>
          </p:nvSpPr>
          <p:spPr>
            <a:xfrm>
              <a:off x="2974170" y="887468"/>
              <a:ext cx="147932" cy="129448"/>
            </a:xfrm>
            <a:custGeom>
              <a:rect b="b" l="l" r="r" t="t"/>
              <a:pathLst>
                <a:path extrusionOk="0" h="8334" w="9524">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18"/>
            <p:cNvSpPr/>
            <p:nvPr/>
          </p:nvSpPr>
          <p:spPr>
            <a:xfrm>
              <a:off x="312208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18"/>
            <p:cNvSpPr/>
            <p:nvPr/>
          </p:nvSpPr>
          <p:spPr>
            <a:xfrm>
              <a:off x="326998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18"/>
            <p:cNvSpPr/>
            <p:nvPr/>
          </p:nvSpPr>
          <p:spPr>
            <a:xfrm>
              <a:off x="341790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18"/>
            <p:cNvSpPr/>
            <p:nvPr/>
          </p:nvSpPr>
          <p:spPr>
            <a:xfrm>
              <a:off x="3565818"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18"/>
            <p:cNvSpPr/>
            <p:nvPr/>
          </p:nvSpPr>
          <p:spPr>
            <a:xfrm>
              <a:off x="3713719" y="887468"/>
              <a:ext cx="147963" cy="129448"/>
            </a:xfrm>
            <a:custGeom>
              <a:rect b="b" l="l" r="r" t="t"/>
              <a:pathLst>
                <a:path extrusionOk="0" h="8334" w="9526">
                  <a:moveTo>
                    <a:pt x="1" y="1"/>
                  </a:moveTo>
                  <a:lnTo>
                    <a:pt x="1" y="8333"/>
                  </a:lnTo>
                  <a:lnTo>
                    <a:pt x="9525" y="833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18"/>
            <p:cNvSpPr/>
            <p:nvPr/>
          </p:nvSpPr>
          <p:spPr>
            <a:xfrm>
              <a:off x="386166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18"/>
            <p:cNvSpPr/>
            <p:nvPr/>
          </p:nvSpPr>
          <p:spPr>
            <a:xfrm>
              <a:off x="400956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18"/>
            <p:cNvSpPr/>
            <p:nvPr/>
          </p:nvSpPr>
          <p:spPr>
            <a:xfrm>
              <a:off x="415748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18"/>
            <p:cNvSpPr/>
            <p:nvPr/>
          </p:nvSpPr>
          <p:spPr>
            <a:xfrm>
              <a:off x="2530406"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18"/>
            <p:cNvSpPr/>
            <p:nvPr/>
          </p:nvSpPr>
          <p:spPr>
            <a:xfrm>
              <a:off x="2678322" y="739552"/>
              <a:ext cx="129448" cy="147932"/>
            </a:xfrm>
            <a:custGeom>
              <a:rect b="b" l="l" r="r" t="t"/>
              <a:pathLst>
                <a:path extrusionOk="0" h="9524" w="8334">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18"/>
            <p:cNvSpPr/>
            <p:nvPr/>
          </p:nvSpPr>
          <p:spPr>
            <a:xfrm>
              <a:off x="2807755" y="739552"/>
              <a:ext cx="166431" cy="147932"/>
            </a:xfrm>
            <a:custGeom>
              <a:rect b="b" l="l" r="r" t="t"/>
              <a:pathLst>
                <a:path extrusionOk="0" h="9524" w="10715">
                  <a:moveTo>
                    <a:pt x="0" y="1"/>
                  </a:moveTo>
                  <a:lnTo>
                    <a:pt x="0" y="9524"/>
                  </a:lnTo>
                  <a:lnTo>
                    <a:pt x="10714" y="952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18"/>
            <p:cNvSpPr/>
            <p:nvPr/>
          </p:nvSpPr>
          <p:spPr>
            <a:xfrm>
              <a:off x="2974170" y="739552"/>
              <a:ext cx="147932" cy="147932"/>
            </a:xfrm>
            <a:custGeom>
              <a:rect b="b" l="l" r="r" t="t"/>
              <a:pathLst>
                <a:path extrusionOk="0" h="9524" w="9524">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18"/>
            <p:cNvSpPr/>
            <p:nvPr/>
          </p:nvSpPr>
          <p:spPr>
            <a:xfrm>
              <a:off x="312208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18"/>
            <p:cNvSpPr/>
            <p:nvPr/>
          </p:nvSpPr>
          <p:spPr>
            <a:xfrm>
              <a:off x="326998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18"/>
            <p:cNvSpPr/>
            <p:nvPr/>
          </p:nvSpPr>
          <p:spPr>
            <a:xfrm>
              <a:off x="3417902"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18"/>
            <p:cNvSpPr/>
            <p:nvPr/>
          </p:nvSpPr>
          <p:spPr>
            <a:xfrm>
              <a:off x="3565818"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18"/>
            <p:cNvSpPr/>
            <p:nvPr/>
          </p:nvSpPr>
          <p:spPr>
            <a:xfrm>
              <a:off x="3713719" y="739552"/>
              <a:ext cx="147963" cy="147932"/>
            </a:xfrm>
            <a:custGeom>
              <a:rect b="b" l="l" r="r" t="t"/>
              <a:pathLst>
                <a:path extrusionOk="0" h="9524" w="9526">
                  <a:moveTo>
                    <a:pt x="1" y="1"/>
                  </a:moveTo>
                  <a:lnTo>
                    <a:pt x="1" y="9524"/>
                  </a:lnTo>
                  <a:lnTo>
                    <a:pt x="9525" y="9524"/>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18"/>
            <p:cNvSpPr/>
            <p:nvPr/>
          </p:nvSpPr>
          <p:spPr>
            <a:xfrm>
              <a:off x="386166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18"/>
            <p:cNvSpPr/>
            <p:nvPr/>
          </p:nvSpPr>
          <p:spPr>
            <a:xfrm>
              <a:off x="400956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18"/>
            <p:cNvSpPr/>
            <p:nvPr/>
          </p:nvSpPr>
          <p:spPr>
            <a:xfrm>
              <a:off x="2530406"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18"/>
            <p:cNvSpPr/>
            <p:nvPr/>
          </p:nvSpPr>
          <p:spPr>
            <a:xfrm>
              <a:off x="2678322" y="573137"/>
              <a:ext cx="129448" cy="166431"/>
            </a:xfrm>
            <a:custGeom>
              <a:rect b="b" l="l" r="r" t="t"/>
              <a:pathLst>
                <a:path extrusionOk="0" h="10715" w="8334">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18"/>
            <p:cNvSpPr/>
            <p:nvPr/>
          </p:nvSpPr>
          <p:spPr>
            <a:xfrm>
              <a:off x="2807755" y="573137"/>
              <a:ext cx="166431" cy="166431"/>
            </a:xfrm>
            <a:custGeom>
              <a:rect b="b" l="l" r="r" t="t"/>
              <a:pathLst>
                <a:path extrusionOk="0" h="10715" w="10715">
                  <a:moveTo>
                    <a:pt x="0" y="1"/>
                  </a:moveTo>
                  <a:lnTo>
                    <a:pt x="0" y="10715"/>
                  </a:lnTo>
                  <a:lnTo>
                    <a:pt x="10714" y="10715"/>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18"/>
            <p:cNvSpPr/>
            <p:nvPr/>
          </p:nvSpPr>
          <p:spPr>
            <a:xfrm>
              <a:off x="2974170" y="573137"/>
              <a:ext cx="147932" cy="166431"/>
            </a:xfrm>
            <a:custGeom>
              <a:rect b="b" l="l" r="r" t="t"/>
              <a:pathLst>
                <a:path extrusionOk="0" h="10715" w="9524">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18"/>
            <p:cNvSpPr/>
            <p:nvPr/>
          </p:nvSpPr>
          <p:spPr>
            <a:xfrm>
              <a:off x="3122086"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18"/>
            <p:cNvSpPr/>
            <p:nvPr/>
          </p:nvSpPr>
          <p:spPr>
            <a:xfrm>
              <a:off x="3269986"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18"/>
            <p:cNvSpPr/>
            <p:nvPr/>
          </p:nvSpPr>
          <p:spPr>
            <a:xfrm>
              <a:off x="3417902"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18"/>
            <p:cNvSpPr/>
            <p:nvPr/>
          </p:nvSpPr>
          <p:spPr>
            <a:xfrm>
              <a:off x="2530406"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18"/>
            <p:cNvSpPr/>
            <p:nvPr/>
          </p:nvSpPr>
          <p:spPr>
            <a:xfrm>
              <a:off x="2678322" y="443705"/>
              <a:ext cx="129448" cy="129448"/>
            </a:xfrm>
            <a:custGeom>
              <a:rect b="b" l="l" r="r" t="t"/>
              <a:pathLst>
                <a:path extrusionOk="0" h="8334" w="8334">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18"/>
            <p:cNvSpPr/>
            <p:nvPr/>
          </p:nvSpPr>
          <p:spPr>
            <a:xfrm>
              <a:off x="2807755" y="443705"/>
              <a:ext cx="166431" cy="129448"/>
            </a:xfrm>
            <a:custGeom>
              <a:rect b="b" l="l" r="r" t="t"/>
              <a:pathLst>
                <a:path extrusionOk="0" h="8334" w="10715">
                  <a:moveTo>
                    <a:pt x="0" y="1"/>
                  </a:moveTo>
                  <a:lnTo>
                    <a:pt x="0" y="8334"/>
                  </a:lnTo>
                  <a:lnTo>
                    <a:pt x="10714" y="833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18"/>
            <p:cNvSpPr/>
            <p:nvPr/>
          </p:nvSpPr>
          <p:spPr>
            <a:xfrm>
              <a:off x="2974170" y="443705"/>
              <a:ext cx="147932" cy="129448"/>
            </a:xfrm>
            <a:custGeom>
              <a:rect b="b" l="l" r="r" t="t"/>
              <a:pathLst>
                <a:path extrusionOk="0" h="8334" w="9524">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18"/>
            <p:cNvSpPr/>
            <p:nvPr/>
          </p:nvSpPr>
          <p:spPr>
            <a:xfrm>
              <a:off x="3122086"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18"/>
            <p:cNvSpPr/>
            <p:nvPr/>
          </p:nvSpPr>
          <p:spPr>
            <a:xfrm>
              <a:off x="3269986"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18"/>
            <p:cNvSpPr/>
            <p:nvPr/>
          </p:nvSpPr>
          <p:spPr>
            <a:xfrm>
              <a:off x="3417902"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18"/>
            <p:cNvSpPr/>
            <p:nvPr/>
          </p:nvSpPr>
          <p:spPr>
            <a:xfrm>
              <a:off x="2530406" y="27732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18"/>
            <p:cNvSpPr/>
            <p:nvPr/>
          </p:nvSpPr>
          <p:spPr>
            <a:xfrm>
              <a:off x="2678322" y="27732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18"/>
            <p:cNvSpPr/>
            <p:nvPr/>
          </p:nvSpPr>
          <p:spPr>
            <a:xfrm>
              <a:off x="2807755" y="27732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18"/>
            <p:cNvSpPr/>
            <p:nvPr/>
          </p:nvSpPr>
          <p:spPr>
            <a:xfrm>
              <a:off x="2974170" y="27732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18"/>
            <p:cNvSpPr/>
            <p:nvPr/>
          </p:nvSpPr>
          <p:spPr>
            <a:xfrm>
              <a:off x="3122086"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18"/>
            <p:cNvSpPr/>
            <p:nvPr/>
          </p:nvSpPr>
          <p:spPr>
            <a:xfrm>
              <a:off x="3269986"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18"/>
            <p:cNvSpPr/>
            <p:nvPr/>
          </p:nvSpPr>
          <p:spPr>
            <a:xfrm>
              <a:off x="2530406" y="129404"/>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18"/>
            <p:cNvSpPr/>
            <p:nvPr/>
          </p:nvSpPr>
          <p:spPr>
            <a:xfrm>
              <a:off x="2678322" y="129404"/>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18"/>
            <p:cNvSpPr/>
            <p:nvPr/>
          </p:nvSpPr>
          <p:spPr>
            <a:xfrm>
              <a:off x="2807755" y="129404"/>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18"/>
            <p:cNvSpPr/>
            <p:nvPr/>
          </p:nvSpPr>
          <p:spPr>
            <a:xfrm>
              <a:off x="2974170" y="129404"/>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18"/>
            <p:cNvSpPr/>
            <p:nvPr/>
          </p:nvSpPr>
          <p:spPr>
            <a:xfrm>
              <a:off x="3122086"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18"/>
            <p:cNvSpPr/>
            <p:nvPr/>
          </p:nvSpPr>
          <p:spPr>
            <a:xfrm>
              <a:off x="2530406" y="-12"/>
              <a:ext cx="147932" cy="129432"/>
            </a:xfrm>
            <a:custGeom>
              <a:rect b="b" l="l" r="r" t="t"/>
              <a:pathLst>
                <a:path extrusionOk="0" h="8333"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18"/>
            <p:cNvSpPr/>
            <p:nvPr/>
          </p:nvSpPr>
          <p:spPr>
            <a:xfrm>
              <a:off x="2678322" y="-12"/>
              <a:ext cx="129448" cy="129432"/>
            </a:xfrm>
            <a:custGeom>
              <a:rect b="b" l="l" r="r" t="t"/>
              <a:pathLst>
                <a:path extrusionOk="0" h="8333"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18"/>
            <p:cNvSpPr/>
            <p:nvPr/>
          </p:nvSpPr>
          <p:spPr>
            <a:xfrm>
              <a:off x="2807755" y="-12"/>
              <a:ext cx="166431" cy="129432"/>
            </a:xfrm>
            <a:custGeom>
              <a:rect b="b" l="l" r="r" t="t"/>
              <a:pathLst>
                <a:path extrusionOk="0" h="8333"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18"/>
            <p:cNvSpPr/>
            <p:nvPr/>
          </p:nvSpPr>
          <p:spPr>
            <a:xfrm>
              <a:off x="2974170" y="-12"/>
              <a:ext cx="147932" cy="129432"/>
            </a:xfrm>
            <a:custGeom>
              <a:rect b="b" l="l" r="r" t="t"/>
              <a:pathLst>
                <a:path extrusionOk="0" h="8333"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7" name="Google Shape;2987;p18"/>
          <p:cNvSpPr txBox="1"/>
          <p:nvPr>
            <p:ph type="title"/>
          </p:nvPr>
        </p:nvSpPr>
        <p:spPr>
          <a:xfrm>
            <a:off x="1334700" y="1601125"/>
            <a:ext cx="6474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988" name="Google Shape;2988;p18"/>
          <p:cNvSpPr txBox="1"/>
          <p:nvPr>
            <p:ph hasCustomPrompt="1" idx="2" type="title"/>
          </p:nvPr>
        </p:nvSpPr>
        <p:spPr>
          <a:xfrm>
            <a:off x="311700" y="1106125"/>
            <a:ext cx="8520600" cy="711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2989" name="Google Shape;2989;p18"/>
          <p:cNvSpPr txBox="1"/>
          <p:nvPr>
            <p:ph idx="1" type="subTitle"/>
          </p:nvPr>
        </p:nvSpPr>
        <p:spPr>
          <a:xfrm>
            <a:off x="1753050" y="2370125"/>
            <a:ext cx="56379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800"/>
              <a:buNone/>
              <a:defRPr>
                <a:solidFill>
                  <a:schemeClr val="lt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grpSp>
        <p:nvGrpSpPr>
          <p:cNvPr id="2990" name="Google Shape;2990;p18"/>
          <p:cNvGrpSpPr/>
          <p:nvPr/>
        </p:nvGrpSpPr>
        <p:grpSpPr>
          <a:xfrm>
            <a:off x="0" y="1474590"/>
            <a:ext cx="9144000" cy="3853085"/>
            <a:chOff x="0" y="1474590"/>
            <a:chExt cx="9144000" cy="3853085"/>
          </a:xfrm>
        </p:grpSpPr>
        <p:sp>
          <p:nvSpPr>
            <p:cNvPr id="2991" name="Google Shape;2991;p18"/>
            <p:cNvSpPr/>
            <p:nvPr/>
          </p:nvSpPr>
          <p:spPr>
            <a:xfrm>
              <a:off x="0" y="4025575"/>
              <a:ext cx="9144000" cy="5670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18"/>
            <p:cNvSpPr/>
            <p:nvPr/>
          </p:nvSpPr>
          <p:spPr>
            <a:xfrm>
              <a:off x="0" y="4598775"/>
              <a:ext cx="9144000" cy="155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18"/>
            <p:cNvSpPr/>
            <p:nvPr/>
          </p:nvSpPr>
          <p:spPr>
            <a:xfrm>
              <a:off x="0" y="4760675"/>
              <a:ext cx="9144000" cy="5670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18"/>
            <p:cNvSpPr/>
            <p:nvPr/>
          </p:nvSpPr>
          <p:spPr>
            <a:xfrm>
              <a:off x="0" y="1475275"/>
              <a:ext cx="1611600" cy="5670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18"/>
            <p:cNvSpPr/>
            <p:nvPr/>
          </p:nvSpPr>
          <p:spPr>
            <a:xfrm>
              <a:off x="0" y="2048475"/>
              <a:ext cx="1611600" cy="155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18"/>
            <p:cNvSpPr/>
            <p:nvPr/>
          </p:nvSpPr>
          <p:spPr>
            <a:xfrm>
              <a:off x="0" y="2204175"/>
              <a:ext cx="1611600" cy="18213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7" name="Google Shape;2997;p18"/>
            <p:cNvGrpSpPr/>
            <p:nvPr/>
          </p:nvGrpSpPr>
          <p:grpSpPr>
            <a:xfrm>
              <a:off x="514651" y="1474590"/>
              <a:ext cx="582277" cy="2550888"/>
              <a:chOff x="573900" y="1154950"/>
              <a:chExt cx="538000" cy="2396100"/>
            </a:xfrm>
          </p:grpSpPr>
          <p:sp>
            <p:nvSpPr>
              <p:cNvPr id="2998" name="Google Shape;2998;p18"/>
              <p:cNvSpPr/>
              <p:nvPr/>
            </p:nvSpPr>
            <p:spPr>
              <a:xfrm>
                <a:off x="573900" y="1154950"/>
                <a:ext cx="71700" cy="2396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18"/>
              <p:cNvSpPr/>
              <p:nvPr/>
            </p:nvSpPr>
            <p:spPr>
              <a:xfrm>
                <a:off x="1040200" y="1154950"/>
                <a:ext cx="71700" cy="2396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18"/>
              <p:cNvSpPr/>
              <p:nvPr/>
            </p:nvSpPr>
            <p:spPr>
              <a:xfrm>
                <a:off x="595400" y="1377388"/>
                <a:ext cx="477000" cy="6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18"/>
              <p:cNvSpPr/>
              <p:nvPr/>
            </p:nvSpPr>
            <p:spPr>
              <a:xfrm>
                <a:off x="595400" y="1754013"/>
                <a:ext cx="477000" cy="6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18"/>
              <p:cNvSpPr/>
              <p:nvPr/>
            </p:nvSpPr>
            <p:spPr>
              <a:xfrm>
                <a:off x="613325" y="2130638"/>
                <a:ext cx="477000" cy="6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18"/>
              <p:cNvSpPr/>
              <p:nvPr/>
            </p:nvSpPr>
            <p:spPr>
              <a:xfrm>
                <a:off x="595400" y="2507263"/>
                <a:ext cx="477000" cy="6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18"/>
              <p:cNvSpPr/>
              <p:nvPr/>
            </p:nvSpPr>
            <p:spPr>
              <a:xfrm>
                <a:off x="595400" y="2883888"/>
                <a:ext cx="477000" cy="6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18"/>
              <p:cNvSpPr/>
              <p:nvPr/>
            </p:nvSpPr>
            <p:spPr>
              <a:xfrm>
                <a:off x="613325" y="3260513"/>
                <a:ext cx="477000" cy="6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TITLE_AND_BODY_1_1_1_1">
    <p:bg>
      <p:bgPr>
        <a:solidFill>
          <a:schemeClr val="accent6"/>
        </a:solidFill>
      </p:bgPr>
    </p:bg>
    <p:spTree>
      <p:nvGrpSpPr>
        <p:cNvPr id="3006" name="Shape 3006"/>
        <p:cNvGrpSpPr/>
        <p:nvPr/>
      </p:nvGrpSpPr>
      <p:grpSpPr>
        <a:xfrm>
          <a:off x="0" y="0"/>
          <a:ext cx="0" cy="0"/>
          <a:chOff x="0" y="0"/>
          <a:chExt cx="0" cy="0"/>
        </a:xfrm>
      </p:grpSpPr>
      <p:sp>
        <p:nvSpPr>
          <p:cNvPr id="3007" name="Google Shape;3007;p19"/>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08" name="Google Shape;3008;p19"/>
          <p:cNvSpPr txBox="1"/>
          <p:nvPr>
            <p:ph idx="2" type="title"/>
          </p:nvPr>
        </p:nvSpPr>
        <p:spPr>
          <a:xfrm>
            <a:off x="1598176" y="1762650"/>
            <a:ext cx="2620800" cy="3918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009" name="Google Shape;3009;p19"/>
          <p:cNvSpPr txBox="1"/>
          <p:nvPr>
            <p:ph idx="1" type="subTitle"/>
          </p:nvPr>
        </p:nvSpPr>
        <p:spPr>
          <a:xfrm>
            <a:off x="1598175" y="2174828"/>
            <a:ext cx="2620800" cy="7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p:txBody>
      </p:sp>
      <p:sp>
        <p:nvSpPr>
          <p:cNvPr id="3010" name="Google Shape;3010;p19"/>
          <p:cNvSpPr txBox="1"/>
          <p:nvPr>
            <p:ph idx="3" type="title"/>
          </p:nvPr>
        </p:nvSpPr>
        <p:spPr>
          <a:xfrm>
            <a:off x="1598176" y="3271775"/>
            <a:ext cx="2620800" cy="3918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011" name="Google Shape;3011;p19"/>
          <p:cNvSpPr txBox="1"/>
          <p:nvPr>
            <p:ph idx="4" type="subTitle"/>
          </p:nvPr>
        </p:nvSpPr>
        <p:spPr>
          <a:xfrm>
            <a:off x="1598175" y="3683953"/>
            <a:ext cx="2620800" cy="7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p:txBody>
      </p:sp>
      <p:sp>
        <p:nvSpPr>
          <p:cNvPr id="3012" name="Google Shape;3012;p19"/>
          <p:cNvSpPr txBox="1"/>
          <p:nvPr>
            <p:ph idx="5" type="title"/>
          </p:nvPr>
        </p:nvSpPr>
        <p:spPr>
          <a:xfrm>
            <a:off x="5744226" y="1762650"/>
            <a:ext cx="2620800" cy="3918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013" name="Google Shape;3013;p19"/>
          <p:cNvSpPr txBox="1"/>
          <p:nvPr>
            <p:ph idx="6" type="subTitle"/>
          </p:nvPr>
        </p:nvSpPr>
        <p:spPr>
          <a:xfrm>
            <a:off x="5744225" y="2174828"/>
            <a:ext cx="2620800" cy="7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p:txBody>
      </p:sp>
      <p:sp>
        <p:nvSpPr>
          <p:cNvPr id="3014" name="Google Shape;3014;p19"/>
          <p:cNvSpPr txBox="1"/>
          <p:nvPr>
            <p:ph idx="7" type="title"/>
          </p:nvPr>
        </p:nvSpPr>
        <p:spPr>
          <a:xfrm>
            <a:off x="5744226" y="3271775"/>
            <a:ext cx="2620800" cy="391800"/>
          </a:xfrm>
          <a:prstGeom prst="rect">
            <a:avLst/>
          </a:prstGeom>
        </p:spPr>
        <p:txBody>
          <a:bodyPr anchorCtr="0" anchor="b"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015" name="Google Shape;3015;p19"/>
          <p:cNvSpPr txBox="1"/>
          <p:nvPr>
            <p:ph idx="8" type="subTitle"/>
          </p:nvPr>
        </p:nvSpPr>
        <p:spPr>
          <a:xfrm>
            <a:off x="5744225" y="3683953"/>
            <a:ext cx="2620800" cy="73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600"/>
              <a:buNone/>
              <a:defRPr sz="16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_1">
    <p:bg>
      <p:bgPr>
        <a:solidFill>
          <a:schemeClr val="accent6"/>
        </a:solidFill>
      </p:bgPr>
    </p:bg>
    <p:spTree>
      <p:nvGrpSpPr>
        <p:cNvPr id="3016" name="Shape 3016"/>
        <p:cNvGrpSpPr/>
        <p:nvPr/>
      </p:nvGrpSpPr>
      <p:grpSpPr>
        <a:xfrm>
          <a:off x="0" y="0"/>
          <a:ext cx="0" cy="0"/>
          <a:chOff x="0" y="0"/>
          <a:chExt cx="0" cy="0"/>
        </a:xfrm>
      </p:grpSpPr>
      <p:sp>
        <p:nvSpPr>
          <p:cNvPr id="3017" name="Google Shape;3017;p20"/>
          <p:cNvSpPr txBox="1"/>
          <p:nvPr>
            <p:ph type="title"/>
          </p:nvPr>
        </p:nvSpPr>
        <p:spPr>
          <a:xfrm>
            <a:off x="1334700" y="1601125"/>
            <a:ext cx="6474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018" name="Google Shape;3018;p20"/>
          <p:cNvSpPr txBox="1"/>
          <p:nvPr>
            <p:ph hasCustomPrompt="1" idx="2" type="title"/>
          </p:nvPr>
        </p:nvSpPr>
        <p:spPr>
          <a:xfrm>
            <a:off x="311700" y="1106125"/>
            <a:ext cx="8520600" cy="711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3019" name="Google Shape;3019;p20"/>
          <p:cNvSpPr txBox="1"/>
          <p:nvPr>
            <p:ph idx="1" type="subTitle"/>
          </p:nvPr>
        </p:nvSpPr>
        <p:spPr>
          <a:xfrm>
            <a:off x="1753050" y="2370125"/>
            <a:ext cx="56379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800"/>
              <a:buNone/>
              <a:defRPr>
                <a:solidFill>
                  <a:schemeClr val="lt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grpSp>
        <p:nvGrpSpPr>
          <p:cNvPr id="3020" name="Google Shape;3020;p20"/>
          <p:cNvGrpSpPr/>
          <p:nvPr/>
        </p:nvGrpSpPr>
        <p:grpSpPr>
          <a:xfrm>
            <a:off x="1849188" y="277203"/>
            <a:ext cx="1443946" cy="721968"/>
            <a:chOff x="311697" y="-12"/>
            <a:chExt cx="4437449" cy="2218709"/>
          </a:xfrm>
        </p:grpSpPr>
        <p:sp>
          <p:nvSpPr>
            <p:cNvPr id="3021" name="Google Shape;3021;p20"/>
            <p:cNvSpPr/>
            <p:nvPr/>
          </p:nvSpPr>
          <p:spPr>
            <a:xfrm>
              <a:off x="2400974"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20"/>
            <p:cNvSpPr/>
            <p:nvPr/>
          </p:nvSpPr>
          <p:spPr>
            <a:xfrm>
              <a:off x="2253074"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20"/>
            <p:cNvSpPr/>
            <p:nvPr/>
          </p:nvSpPr>
          <p:spPr>
            <a:xfrm>
              <a:off x="208667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20"/>
            <p:cNvSpPr/>
            <p:nvPr/>
          </p:nvSpPr>
          <p:spPr>
            <a:xfrm>
              <a:off x="1957242"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20"/>
            <p:cNvSpPr/>
            <p:nvPr/>
          </p:nvSpPr>
          <p:spPr>
            <a:xfrm>
              <a:off x="1790857" y="2070781"/>
              <a:ext cx="166400" cy="147916"/>
            </a:xfrm>
            <a:custGeom>
              <a:rect b="b" l="l" r="r" t="t"/>
              <a:pathLst>
                <a:path extrusionOk="0" h="9523" w="10713">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20"/>
            <p:cNvSpPr/>
            <p:nvPr/>
          </p:nvSpPr>
          <p:spPr>
            <a:xfrm>
              <a:off x="1642910"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20"/>
            <p:cNvSpPr/>
            <p:nvPr/>
          </p:nvSpPr>
          <p:spPr>
            <a:xfrm>
              <a:off x="1513494"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20"/>
            <p:cNvSpPr/>
            <p:nvPr/>
          </p:nvSpPr>
          <p:spPr>
            <a:xfrm>
              <a:off x="134709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20"/>
            <p:cNvSpPr/>
            <p:nvPr/>
          </p:nvSpPr>
          <p:spPr>
            <a:xfrm>
              <a:off x="1199178"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20"/>
            <p:cNvSpPr/>
            <p:nvPr/>
          </p:nvSpPr>
          <p:spPr>
            <a:xfrm>
              <a:off x="1069761"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20"/>
            <p:cNvSpPr/>
            <p:nvPr/>
          </p:nvSpPr>
          <p:spPr>
            <a:xfrm>
              <a:off x="903361" y="2070781"/>
              <a:ext cx="166415" cy="147916"/>
            </a:xfrm>
            <a:custGeom>
              <a:rect b="b" l="l" r="r" t="t"/>
              <a:pathLst>
                <a:path extrusionOk="0" h="9523" w="10714">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20"/>
            <p:cNvSpPr/>
            <p:nvPr/>
          </p:nvSpPr>
          <p:spPr>
            <a:xfrm>
              <a:off x="755430"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20"/>
            <p:cNvSpPr/>
            <p:nvPr/>
          </p:nvSpPr>
          <p:spPr>
            <a:xfrm>
              <a:off x="625998"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20"/>
            <p:cNvSpPr/>
            <p:nvPr/>
          </p:nvSpPr>
          <p:spPr>
            <a:xfrm>
              <a:off x="2400974"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20"/>
            <p:cNvSpPr/>
            <p:nvPr/>
          </p:nvSpPr>
          <p:spPr>
            <a:xfrm>
              <a:off x="225307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20"/>
            <p:cNvSpPr/>
            <p:nvPr/>
          </p:nvSpPr>
          <p:spPr>
            <a:xfrm>
              <a:off x="208667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20"/>
            <p:cNvSpPr/>
            <p:nvPr/>
          </p:nvSpPr>
          <p:spPr>
            <a:xfrm>
              <a:off x="1957242"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20"/>
            <p:cNvSpPr/>
            <p:nvPr/>
          </p:nvSpPr>
          <p:spPr>
            <a:xfrm>
              <a:off x="1790857" y="192286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20"/>
            <p:cNvSpPr/>
            <p:nvPr/>
          </p:nvSpPr>
          <p:spPr>
            <a:xfrm>
              <a:off x="1642910"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20"/>
            <p:cNvSpPr/>
            <p:nvPr/>
          </p:nvSpPr>
          <p:spPr>
            <a:xfrm>
              <a:off x="1513494"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20"/>
            <p:cNvSpPr/>
            <p:nvPr/>
          </p:nvSpPr>
          <p:spPr>
            <a:xfrm>
              <a:off x="134709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20"/>
            <p:cNvSpPr/>
            <p:nvPr/>
          </p:nvSpPr>
          <p:spPr>
            <a:xfrm>
              <a:off x="1199178"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20"/>
            <p:cNvSpPr/>
            <p:nvPr/>
          </p:nvSpPr>
          <p:spPr>
            <a:xfrm>
              <a:off x="1069761"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20"/>
            <p:cNvSpPr/>
            <p:nvPr/>
          </p:nvSpPr>
          <p:spPr>
            <a:xfrm>
              <a:off x="903361" y="192286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20"/>
            <p:cNvSpPr/>
            <p:nvPr/>
          </p:nvSpPr>
          <p:spPr>
            <a:xfrm>
              <a:off x="755430"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20"/>
            <p:cNvSpPr/>
            <p:nvPr/>
          </p:nvSpPr>
          <p:spPr>
            <a:xfrm>
              <a:off x="625998"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20"/>
            <p:cNvSpPr/>
            <p:nvPr/>
          </p:nvSpPr>
          <p:spPr>
            <a:xfrm>
              <a:off x="459598"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20"/>
            <p:cNvSpPr/>
            <p:nvPr/>
          </p:nvSpPr>
          <p:spPr>
            <a:xfrm>
              <a:off x="311697"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20"/>
            <p:cNvSpPr/>
            <p:nvPr/>
          </p:nvSpPr>
          <p:spPr>
            <a:xfrm>
              <a:off x="2400974"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20"/>
            <p:cNvSpPr/>
            <p:nvPr/>
          </p:nvSpPr>
          <p:spPr>
            <a:xfrm>
              <a:off x="225307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20"/>
            <p:cNvSpPr/>
            <p:nvPr/>
          </p:nvSpPr>
          <p:spPr>
            <a:xfrm>
              <a:off x="208667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20"/>
            <p:cNvSpPr/>
            <p:nvPr/>
          </p:nvSpPr>
          <p:spPr>
            <a:xfrm>
              <a:off x="1957242"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20"/>
            <p:cNvSpPr/>
            <p:nvPr/>
          </p:nvSpPr>
          <p:spPr>
            <a:xfrm>
              <a:off x="1790857" y="175648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20"/>
            <p:cNvSpPr/>
            <p:nvPr/>
          </p:nvSpPr>
          <p:spPr>
            <a:xfrm>
              <a:off x="1642910"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20"/>
            <p:cNvSpPr/>
            <p:nvPr/>
          </p:nvSpPr>
          <p:spPr>
            <a:xfrm>
              <a:off x="1513494"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20"/>
            <p:cNvSpPr/>
            <p:nvPr/>
          </p:nvSpPr>
          <p:spPr>
            <a:xfrm>
              <a:off x="134709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20"/>
            <p:cNvSpPr/>
            <p:nvPr/>
          </p:nvSpPr>
          <p:spPr>
            <a:xfrm>
              <a:off x="1199178"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20"/>
            <p:cNvSpPr/>
            <p:nvPr/>
          </p:nvSpPr>
          <p:spPr>
            <a:xfrm>
              <a:off x="1069761"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20"/>
            <p:cNvSpPr/>
            <p:nvPr/>
          </p:nvSpPr>
          <p:spPr>
            <a:xfrm>
              <a:off x="903361" y="175648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20"/>
            <p:cNvSpPr/>
            <p:nvPr/>
          </p:nvSpPr>
          <p:spPr>
            <a:xfrm>
              <a:off x="755430"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20"/>
            <p:cNvSpPr/>
            <p:nvPr/>
          </p:nvSpPr>
          <p:spPr>
            <a:xfrm>
              <a:off x="625998"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20"/>
            <p:cNvSpPr/>
            <p:nvPr/>
          </p:nvSpPr>
          <p:spPr>
            <a:xfrm>
              <a:off x="459598"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20"/>
            <p:cNvSpPr/>
            <p:nvPr/>
          </p:nvSpPr>
          <p:spPr>
            <a:xfrm>
              <a:off x="311697"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20"/>
            <p:cNvSpPr/>
            <p:nvPr/>
          </p:nvSpPr>
          <p:spPr>
            <a:xfrm>
              <a:off x="2400974"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20"/>
            <p:cNvSpPr/>
            <p:nvPr/>
          </p:nvSpPr>
          <p:spPr>
            <a:xfrm>
              <a:off x="225307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20"/>
            <p:cNvSpPr/>
            <p:nvPr/>
          </p:nvSpPr>
          <p:spPr>
            <a:xfrm>
              <a:off x="208667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20"/>
            <p:cNvSpPr/>
            <p:nvPr/>
          </p:nvSpPr>
          <p:spPr>
            <a:xfrm>
              <a:off x="1957242"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20"/>
            <p:cNvSpPr/>
            <p:nvPr/>
          </p:nvSpPr>
          <p:spPr>
            <a:xfrm>
              <a:off x="1790857" y="1627048"/>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20"/>
            <p:cNvSpPr/>
            <p:nvPr/>
          </p:nvSpPr>
          <p:spPr>
            <a:xfrm>
              <a:off x="1642910"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20"/>
            <p:cNvSpPr/>
            <p:nvPr/>
          </p:nvSpPr>
          <p:spPr>
            <a:xfrm>
              <a:off x="1513494"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20"/>
            <p:cNvSpPr/>
            <p:nvPr/>
          </p:nvSpPr>
          <p:spPr>
            <a:xfrm>
              <a:off x="134709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20"/>
            <p:cNvSpPr/>
            <p:nvPr/>
          </p:nvSpPr>
          <p:spPr>
            <a:xfrm>
              <a:off x="1199178"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20"/>
            <p:cNvSpPr/>
            <p:nvPr/>
          </p:nvSpPr>
          <p:spPr>
            <a:xfrm>
              <a:off x="1069761"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20"/>
            <p:cNvSpPr/>
            <p:nvPr/>
          </p:nvSpPr>
          <p:spPr>
            <a:xfrm>
              <a:off x="903361" y="1627048"/>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20"/>
            <p:cNvSpPr/>
            <p:nvPr/>
          </p:nvSpPr>
          <p:spPr>
            <a:xfrm>
              <a:off x="755430"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20"/>
            <p:cNvSpPr/>
            <p:nvPr/>
          </p:nvSpPr>
          <p:spPr>
            <a:xfrm>
              <a:off x="625998"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20"/>
            <p:cNvSpPr/>
            <p:nvPr/>
          </p:nvSpPr>
          <p:spPr>
            <a:xfrm>
              <a:off x="459598"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20"/>
            <p:cNvSpPr/>
            <p:nvPr/>
          </p:nvSpPr>
          <p:spPr>
            <a:xfrm>
              <a:off x="311697"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20"/>
            <p:cNvSpPr/>
            <p:nvPr/>
          </p:nvSpPr>
          <p:spPr>
            <a:xfrm>
              <a:off x="2400974"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20"/>
            <p:cNvSpPr/>
            <p:nvPr/>
          </p:nvSpPr>
          <p:spPr>
            <a:xfrm>
              <a:off x="225307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20"/>
            <p:cNvSpPr/>
            <p:nvPr/>
          </p:nvSpPr>
          <p:spPr>
            <a:xfrm>
              <a:off x="208667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20"/>
            <p:cNvSpPr/>
            <p:nvPr/>
          </p:nvSpPr>
          <p:spPr>
            <a:xfrm>
              <a:off x="1957242"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20"/>
            <p:cNvSpPr/>
            <p:nvPr/>
          </p:nvSpPr>
          <p:spPr>
            <a:xfrm>
              <a:off x="1790857" y="1460633"/>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20"/>
            <p:cNvSpPr/>
            <p:nvPr/>
          </p:nvSpPr>
          <p:spPr>
            <a:xfrm>
              <a:off x="1642910"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20"/>
            <p:cNvSpPr/>
            <p:nvPr/>
          </p:nvSpPr>
          <p:spPr>
            <a:xfrm>
              <a:off x="1513494"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20"/>
            <p:cNvSpPr/>
            <p:nvPr/>
          </p:nvSpPr>
          <p:spPr>
            <a:xfrm>
              <a:off x="134709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20"/>
            <p:cNvSpPr/>
            <p:nvPr/>
          </p:nvSpPr>
          <p:spPr>
            <a:xfrm>
              <a:off x="1199178"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20"/>
            <p:cNvSpPr/>
            <p:nvPr/>
          </p:nvSpPr>
          <p:spPr>
            <a:xfrm>
              <a:off x="1069761"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20"/>
            <p:cNvSpPr/>
            <p:nvPr/>
          </p:nvSpPr>
          <p:spPr>
            <a:xfrm>
              <a:off x="903361" y="1460633"/>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20"/>
            <p:cNvSpPr/>
            <p:nvPr/>
          </p:nvSpPr>
          <p:spPr>
            <a:xfrm>
              <a:off x="755430"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20"/>
            <p:cNvSpPr/>
            <p:nvPr/>
          </p:nvSpPr>
          <p:spPr>
            <a:xfrm>
              <a:off x="625998"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20"/>
            <p:cNvSpPr/>
            <p:nvPr/>
          </p:nvSpPr>
          <p:spPr>
            <a:xfrm>
              <a:off x="459598"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20"/>
            <p:cNvSpPr/>
            <p:nvPr/>
          </p:nvSpPr>
          <p:spPr>
            <a:xfrm>
              <a:off x="311697"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20"/>
            <p:cNvSpPr/>
            <p:nvPr/>
          </p:nvSpPr>
          <p:spPr>
            <a:xfrm>
              <a:off x="2400974"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20"/>
            <p:cNvSpPr/>
            <p:nvPr/>
          </p:nvSpPr>
          <p:spPr>
            <a:xfrm>
              <a:off x="225307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20"/>
            <p:cNvSpPr/>
            <p:nvPr/>
          </p:nvSpPr>
          <p:spPr>
            <a:xfrm>
              <a:off x="208667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20"/>
            <p:cNvSpPr/>
            <p:nvPr/>
          </p:nvSpPr>
          <p:spPr>
            <a:xfrm>
              <a:off x="1957242"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20"/>
            <p:cNvSpPr/>
            <p:nvPr/>
          </p:nvSpPr>
          <p:spPr>
            <a:xfrm>
              <a:off x="1790857" y="1331201"/>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20"/>
            <p:cNvSpPr/>
            <p:nvPr/>
          </p:nvSpPr>
          <p:spPr>
            <a:xfrm>
              <a:off x="1642910"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20"/>
            <p:cNvSpPr/>
            <p:nvPr/>
          </p:nvSpPr>
          <p:spPr>
            <a:xfrm>
              <a:off x="1513494"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20"/>
            <p:cNvSpPr/>
            <p:nvPr/>
          </p:nvSpPr>
          <p:spPr>
            <a:xfrm>
              <a:off x="134709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20"/>
            <p:cNvSpPr/>
            <p:nvPr/>
          </p:nvSpPr>
          <p:spPr>
            <a:xfrm>
              <a:off x="1199178"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20"/>
            <p:cNvSpPr/>
            <p:nvPr/>
          </p:nvSpPr>
          <p:spPr>
            <a:xfrm>
              <a:off x="1069761"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20"/>
            <p:cNvSpPr/>
            <p:nvPr/>
          </p:nvSpPr>
          <p:spPr>
            <a:xfrm>
              <a:off x="903361" y="1331201"/>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20"/>
            <p:cNvSpPr/>
            <p:nvPr/>
          </p:nvSpPr>
          <p:spPr>
            <a:xfrm>
              <a:off x="755430"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20"/>
            <p:cNvSpPr/>
            <p:nvPr/>
          </p:nvSpPr>
          <p:spPr>
            <a:xfrm>
              <a:off x="625998"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20"/>
            <p:cNvSpPr/>
            <p:nvPr/>
          </p:nvSpPr>
          <p:spPr>
            <a:xfrm>
              <a:off x="459598"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20"/>
            <p:cNvSpPr/>
            <p:nvPr/>
          </p:nvSpPr>
          <p:spPr>
            <a:xfrm>
              <a:off x="2400974"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20"/>
            <p:cNvSpPr/>
            <p:nvPr/>
          </p:nvSpPr>
          <p:spPr>
            <a:xfrm>
              <a:off x="2253074"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20"/>
            <p:cNvSpPr/>
            <p:nvPr/>
          </p:nvSpPr>
          <p:spPr>
            <a:xfrm>
              <a:off x="208667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20"/>
            <p:cNvSpPr/>
            <p:nvPr/>
          </p:nvSpPr>
          <p:spPr>
            <a:xfrm>
              <a:off x="1957242"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20"/>
            <p:cNvSpPr/>
            <p:nvPr/>
          </p:nvSpPr>
          <p:spPr>
            <a:xfrm>
              <a:off x="1790857" y="118328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20"/>
            <p:cNvSpPr/>
            <p:nvPr/>
          </p:nvSpPr>
          <p:spPr>
            <a:xfrm>
              <a:off x="1642910"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20"/>
            <p:cNvSpPr/>
            <p:nvPr/>
          </p:nvSpPr>
          <p:spPr>
            <a:xfrm>
              <a:off x="1513494"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20"/>
            <p:cNvSpPr/>
            <p:nvPr/>
          </p:nvSpPr>
          <p:spPr>
            <a:xfrm>
              <a:off x="134709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20"/>
            <p:cNvSpPr/>
            <p:nvPr/>
          </p:nvSpPr>
          <p:spPr>
            <a:xfrm>
              <a:off x="1199178"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20"/>
            <p:cNvSpPr/>
            <p:nvPr/>
          </p:nvSpPr>
          <p:spPr>
            <a:xfrm>
              <a:off x="1069761"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20"/>
            <p:cNvSpPr/>
            <p:nvPr/>
          </p:nvSpPr>
          <p:spPr>
            <a:xfrm>
              <a:off x="903361" y="118328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20"/>
            <p:cNvSpPr/>
            <p:nvPr/>
          </p:nvSpPr>
          <p:spPr>
            <a:xfrm>
              <a:off x="755430"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20"/>
            <p:cNvSpPr/>
            <p:nvPr/>
          </p:nvSpPr>
          <p:spPr>
            <a:xfrm>
              <a:off x="626013" y="1183285"/>
              <a:ext cx="129432" cy="147932"/>
            </a:xfrm>
            <a:custGeom>
              <a:rect b="b" l="l" r="r" t="t"/>
              <a:pathLst>
                <a:path extrusionOk="0" h="9524" w="8333">
                  <a:moveTo>
                    <a:pt x="1" y="1"/>
                  </a:moveTo>
                  <a:lnTo>
                    <a:pt x="1" y="9523"/>
                  </a:lnTo>
                  <a:lnTo>
                    <a:pt x="8332" y="9523"/>
                  </a:lnTo>
                  <a:lnTo>
                    <a:pt x="8332"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20"/>
            <p:cNvSpPr/>
            <p:nvPr/>
          </p:nvSpPr>
          <p:spPr>
            <a:xfrm>
              <a:off x="2400974"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20"/>
            <p:cNvSpPr/>
            <p:nvPr/>
          </p:nvSpPr>
          <p:spPr>
            <a:xfrm>
              <a:off x="2253074"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20"/>
            <p:cNvSpPr/>
            <p:nvPr/>
          </p:nvSpPr>
          <p:spPr>
            <a:xfrm>
              <a:off x="208667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20"/>
            <p:cNvSpPr/>
            <p:nvPr/>
          </p:nvSpPr>
          <p:spPr>
            <a:xfrm>
              <a:off x="1957242"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20"/>
            <p:cNvSpPr/>
            <p:nvPr/>
          </p:nvSpPr>
          <p:spPr>
            <a:xfrm>
              <a:off x="1790857" y="101690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20"/>
            <p:cNvSpPr/>
            <p:nvPr/>
          </p:nvSpPr>
          <p:spPr>
            <a:xfrm>
              <a:off x="1642910"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20"/>
            <p:cNvSpPr/>
            <p:nvPr/>
          </p:nvSpPr>
          <p:spPr>
            <a:xfrm>
              <a:off x="1513494"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20"/>
            <p:cNvSpPr/>
            <p:nvPr/>
          </p:nvSpPr>
          <p:spPr>
            <a:xfrm>
              <a:off x="134709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20"/>
            <p:cNvSpPr/>
            <p:nvPr/>
          </p:nvSpPr>
          <p:spPr>
            <a:xfrm>
              <a:off x="1199178"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20"/>
            <p:cNvSpPr/>
            <p:nvPr/>
          </p:nvSpPr>
          <p:spPr>
            <a:xfrm>
              <a:off x="1069761"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20"/>
            <p:cNvSpPr/>
            <p:nvPr/>
          </p:nvSpPr>
          <p:spPr>
            <a:xfrm>
              <a:off x="903361" y="101690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20"/>
            <p:cNvSpPr/>
            <p:nvPr/>
          </p:nvSpPr>
          <p:spPr>
            <a:xfrm>
              <a:off x="755430"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20"/>
            <p:cNvSpPr/>
            <p:nvPr/>
          </p:nvSpPr>
          <p:spPr>
            <a:xfrm>
              <a:off x="2400974"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20"/>
            <p:cNvSpPr/>
            <p:nvPr/>
          </p:nvSpPr>
          <p:spPr>
            <a:xfrm>
              <a:off x="2253074"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20"/>
            <p:cNvSpPr/>
            <p:nvPr/>
          </p:nvSpPr>
          <p:spPr>
            <a:xfrm>
              <a:off x="208667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20"/>
            <p:cNvSpPr/>
            <p:nvPr/>
          </p:nvSpPr>
          <p:spPr>
            <a:xfrm>
              <a:off x="1957242"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20"/>
            <p:cNvSpPr/>
            <p:nvPr/>
          </p:nvSpPr>
          <p:spPr>
            <a:xfrm>
              <a:off x="1790857" y="887468"/>
              <a:ext cx="166400" cy="129448"/>
            </a:xfrm>
            <a:custGeom>
              <a:rect b="b" l="l" r="r" t="t"/>
              <a:pathLst>
                <a:path extrusionOk="0" h="8334" w="10713">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20"/>
            <p:cNvSpPr/>
            <p:nvPr/>
          </p:nvSpPr>
          <p:spPr>
            <a:xfrm>
              <a:off x="1642910"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20"/>
            <p:cNvSpPr/>
            <p:nvPr/>
          </p:nvSpPr>
          <p:spPr>
            <a:xfrm>
              <a:off x="1513494"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20"/>
            <p:cNvSpPr/>
            <p:nvPr/>
          </p:nvSpPr>
          <p:spPr>
            <a:xfrm>
              <a:off x="134709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20"/>
            <p:cNvSpPr/>
            <p:nvPr/>
          </p:nvSpPr>
          <p:spPr>
            <a:xfrm>
              <a:off x="1199178"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20"/>
            <p:cNvSpPr/>
            <p:nvPr/>
          </p:nvSpPr>
          <p:spPr>
            <a:xfrm>
              <a:off x="1069761"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20"/>
            <p:cNvSpPr/>
            <p:nvPr/>
          </p:nvSpPr>
          <p:spPr>
            <a:xfrm>
              <a:off x="903361" y="887468"/>
              <a:ext cx="166415" cy="129448"/>
            </a:xfrm>
            <a:custGeom>
              <a:rect b="b" l="l" r="r" t="t"/>
              <a:pathLst>
                <a:path extrusionOk="0" h="8334" w="10714">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20"/>
            <p:cNvSpPr/>
            <p:nvPr/>
          </p:nvSpPr>
          <p:spPr>
            <a:xfrm>
              <a:off x="755430"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20"/>
            <p:cNvSpPr/>
            <p:nvPr/>
          </p:nvSpPr>
          <p:spPr>
            <a:xfrm>
              <a:off x="2400974"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20"/>
            <p:cNvSpPr/>
            <p:nvPr/>
          </p:nvSpPr>
          <p:spPr>
            <a:xfrm>
              <a:off x="2253074"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20"/>
            <p:cNvSpPr/>
            <p:nvPr/>
          </p:nvSpPr>
          <p:spPr>
            <a:xfrm>
              <a:off x="208667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20"/>
            <p:cNvSpPr/>
            <p:nvPr/>
          </p:nvSpPr>
          <p:spPr>
            <a:xfrm>
              <a:off x="1957242"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20"/>
            <p:cNvSpPr/>
            <p:nvPr/>
          </p:nvSpPr>
          <p:spPr>
            <a:xfrm>
              <a:off x="1790857" y="739552"/>
              <a:ext cx="166400" cy="147932"/>
            </a:xfrm>
            <a:custGeom>
              <a:rect b="b" l="l" r="r" t="t"/>
              <a:pathLst>
                <a:path extrusionOk="0" h="9524" w="10713">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20"/>
            <p:cNvSpPr/>
            <p:nvPr/>
          </p:nvSpPr>
          <p:spPr>
            <a:xfrm>
              <a:off x="1642910"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20"/>
            <p:cNvSpPr/>
            <p:nvPr/>
          </p:nvSpPr>
          <p:spPr>
            <a:xfrm>
              <a:off x="1513494"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20"/>
            <p:cNvSpPr/>
            <p:nvPr/>
          </p:nvSpPr>
          <p:spPr>
            <a:xfrm>
              <a:off x="134709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20"/>
            <p:cNvSpPr/>
            <p:nvPr/>
          </p:nvSpPr>
          <p:spPr>
            <a:xfrm>
              <a:off x="1199178"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20"/>
            <p:cNvSpPr/>
            <p:nvPr/>
          </p:nvSpPr>
          <p:spPr>
            <a:xfrm>
              <a:off x="1069761"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20"/>
            <p:cNvSpPr/>
            <p:nvPr/>
          </p:nvSpPr>
          <p:spPr>
            <a:xfrm>
              <a:off x="903361" y="739552"/>
              <a:ext cx="166415" cy="147932"/>
            </a:xfrm>
            <a:custGeom>
              <a:rect b="b" l="l" r="r" t="t"/>
              <a:pathLst>
                <a:path extrusionOk="0" h="9524" w="10714">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20"/>
            <p:cNvSpPr/>
            <p:nvPr/>
          </p:nvSpPr>
          <p:spPr>
            <a:xfrm>
              <a:off x="2400974"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20"/>
            <p:cNvSpPr/>
            <p:nvPr/>
          </p:nvSpPr>
          <p:spPr>
            <a:xfrm>
              <a:off x="2253074"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20"/>
            <p:cNvSpPr/>
            <p:nvPr/>
          </p:nvSpPr>
          <p:spPr>
            <a:xfrm>
              <a:off x="2086674" y="573137"/>
              <a:ext cx="166415" cy="166431"/>
            </a:xfrm>
            <a:custGeom>
              <a:rect b="b" l="l" r="r" t="t"/>
              <a:pathLst>
                <a:path extrusionOk="0" h="10715" w="10714">
                  <a:moveTo>
                    <a:pt x="1" y="1"/>
                  </a:moveTo>
                  <a:lnTo>
                    <a:pt x="1"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20"/>
            <p:cNvSpPr/>
            <p:nvPr/>
          </p:nvSpPr>
          <p:spPr>
            <a:xfrm>
              <a:off x="1957242"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20"/>
            <p:cNvSpPr/>
            <p:nvPr/>
          </p:nvSpPr>
          <p:spPr>
            <a:xfrm>
              <a:off x="1790857" y="573137"/>
              <a:ext cx="166400" cy="166431"/>
            </a:xfrm>
            <a:custGeom>
              <a:rect b="b" l="l" r="r" t="t"/>
              <a:pathLst>
                <a:path extrusionOk="0" h="10715" w="10713">
                  <a:moveTo>
                    <a:pt x="0" y="1"/>
                  </a:moveTo>
                  <a:lnTo>
                    <a:pt x="0"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20"/>
            <p:cNvSpPr/>
            <p:nvPr/>
          </p:nvSpPr>
          <p:spPr>
            <a:xfrm>
              <a:off x="1642910"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20"/>
            <p:cNvSpPr/>
            <p:nvPr/>
          </p:nvSpPr>
          <p:spPr>
            <a:xfrm>
              <a:off x="1513494" y="573137"/>
              <a:ext cx="129432" cy="166431"/>
            </a:xfrm>
            <a:custGeom>
              <a:rect b="b" l="l" r="r" t="t"/>
              <a:pathLst>
                <a:path extrusionOk="0" h="10715" w="8333">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20"/>
            <p:cNvSpPr/>
            <p:nvPr/>
          </p:nvSpPr>
          <p:spPr>
            <a:xfrm>
              <a:off x="2400974"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20"/>
            <p:cNvSpPr/>
            <p:nvPr/>
          </p:nvSpPr>
          <p:spPr>
            <a:xfrm>
              <a:off x="2253074"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20"/>
            <p:cNvSpPr/>
            <p:nvPr/>
          </p:nvSpPr>
          <p:spPr>
            <a:xfrm>
              <a:off x="2086674" y="443705"/>
              <a:ext cx="166415" cy="129448"/>
            </a:xfrm>
            <a:custGeom>
              <a:rect b="b" l="l" r="r" t="t"/>
              <a:pathLst>
                <a:path extrusionOk="0" h="8334" w="10714">
                  <a:moveTo>
                    <a:pt x="1" y="1"/>
                  </a:moveTo>
                  <a:lnTo>
                    <a:pt x="1"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20"/>
            <p:cNvSpPr/>
            <p:nvPr/>
          </p:nvSpPr>
          <p:spPr>
            <a:xfrm>
              <a:off x="1957242"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20"/>
            <p:cNvSpPr/>
            <p:nvPr/>
          </p:nvSpPr>
          <p:spPr>
            <a:xfrm>
              <a:off x="1790857" y="443705"/>
              <a:ext cx="166400" cy="129448"/>
            </a:xfrm>
            <a:custGeom>
              <a:rect b="b" l="l" r="r" t="t"/>
              <a:pathLst>
                <a:path extrusionOk="0" h="8334" w="10713">
                  <a:moveTo>
                    <a:pt x="0" y="1"/>
                  </a:moveTo>
                  <a:lnTo>
                    <a:pt x="0"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20"/>
            <p:cNvSpPr/>
            <p:nvPr/>
          </p:nvSpPr>
          <p:spPr>
            <a:xfrm>
              <a:off x="1642910"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20"/>
            <p:cNvSpPr/>
            <p:nvPr/>
          </p:nvSpPr>
          <p:spPr>
            <a:xfrm>
              <a:off x="1513494" y="443705"/>
              <a:ext cx="129432" cy="129448"/>
            </a:xfrm>
            <a:custGeom>
              <a:rect b="b" l="l" r="r" t="t"/>
              <a:pathLst>
                <a:path extrusionOk="0" h="8334" w="8333">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20"/>
            <p:cNvSpPr/>
            <p:nvPr/>
          </p:nvSpPr>
          <p:spPr>
            <a:xfrm>
              <a:off x="2400974"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20"/>
            <p:cNvSpPr/>
            <p:nvPr/>
          </p:nvSpPr>
          <p:spPr>
            <a:xfrm>
              <a:off x="2253074"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20"/>
            <p:cNvSpPr/>
            <p:nvPr/>
          </p:nvSpPr>
          <p:spPr>
            <a:xfrm>
              <a:off x="2086674" y="27732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20"/>
            <p:cNvSpPr/>
            <p:nvPr/>
          </p:nvSpPr>
          <p:spPr>
            <a:xfrm>
              <a:off x="1957242"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20"/>
            <p:cNvSpPr/>
            <p:nvPr/>
          </p:nvSpPr>
          <p:spPr>
            <a:xfrm>
              <a:off x="1790857" y="27732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20"/>
            <p:cNvSpPr/>
            <p:nvPr/>
          </p:nvSpPr>
          <p:spPr>
            <a:xfrm>
              <a:off x="1642910"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20"/>
            <p:cNvSpPr/>
            <p:nvPr/>
          </p:nvSpPr>
          <p:spPr>
            <a:xfrm>
              <a:off x="2400974"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20"/>
            <p:cNvSpPr/>
            <p:nvPr/>
          </p:nvSpPr>
          <p:spPr>
            <a:xfrm>
              <a:off x="2253074"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20"/>
            <p:cNvSpPr/>
            <p:nvPr/>
          </p:nvSpPr>
          <p:spPr>
            <a:xfrm>
              <a:off x="2086674" y="129404"/>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20"/>
            <p:cNvSpPr/>
            <p:nvPr/>
          </p:nvSpPr>
          <p:spPr>
            <a:xfrm>
              <a:off x="1957242"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20"/>
            <p:cNvSpPr/>
            <p:nvPr/>
          </p:nvSpPr>
          <p:spPr>
            <a:xfrm>
              <a:off x="1790857" y="129404"/>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20"/>
            <p:cNvSpPr/>
            <p:nvPr/>
          </p:nvSpPr>
          <p:spPr>
            <a:xfrm>
              <a:off x="2400974"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20"/>
            <p:cNvSpPr/>
            <p:nvPr/>
          </p:nvSpPr>
          <p:spPr>
            <a:xfrm>
              <a:off x="2253074" y="-12"/>
              <a:ext cx="147916" cy="129432"/>
            </a:xfrm>
            <a:custGeom>
              <a:rect b="b" l="l" r="r" t="t"/>
              <a:pathLst>
                <a:path extrusionOk="0" h="8333"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20"/>
            <p:cNvSpPr/>
            <p:nvPr/>
          </p:nvSpPr>
          <p:spPr>
            <a:xfrm>
              <a:off x="2086674" y="-12"/>
              <a:ext cx="166415" cy="129432"/>
            </a:xfrm>
            <a:custGeom>
              <a:rect b="b" l="l" r="r" t="t"/>
              <a:pathLst>
                <a:path extrusionOk="0" h="8333"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20"/>
            <p:cNvSpPr/>
            <p:nvPr/>
          </p:nvSpPr>
          <p:spPr>
            <a:xfrm>
              <a:off x="1957242"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20"/>
            <p:cNvSpPr/>
            <p:nvPr/>
          </p:nvSpPr>
          <p:spPr>
            <a:xfrm>
              <a:off x="2530406"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20"/>
            <p:cNvSpPr/>
            <p:nvPr/>
          </p:nvSpPr>
          <p:spPr>
            <a:xfrm>
              <a:off x="2678322"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20"/>
            <p:cNvSpPr/>
            <p:nvPr/>
          </p:nvSpPr>
          <p:spPr>
            <a:xfrm>
              <a:off x="2807755" y="2070781"/>
              <a:ext cx="166431" cy="147916"/>
            </a:xfrm>
            <a:custGeom>
              <a:rect b="b" l="l" r="r" t="t"/>
              <a:pathLst>
                <a:path extrusionOk="0" h="9523" w="10715">
                  <a:moveTo>
                    <a:pt x="0" y="0"/>
                  </a:moveTo>
                  <a:lnTo>
                    <a:pt x="0" y="9523"/>
                  </a:lnTo>
                  <a:lnTo>
                    <a:pt x="10714" y="952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20"/>
            <p:cNvSpPr/>
            <p:nvPr/>
          </p:nvSpPr>
          <p:spPr>
            <a:xfrm>
              <a:off x="2974170"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20"/>
            <p:cNvSpPr/>
            <p:nvPr/>
          </p:nvSpPr>
          <p:spPr>
            <a:xfrm>
              <a:off x="312208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20"/>
            <p:cNvSpPr/>
            <p:nvPr/>
          </p:nvSpPr>
          <p:spPr>
            <a:xfrm>
              <a:off x="326998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20"/>
            <p:cNvSpPr/>
            <p:nvPr/>
          </p:nvSpPr>
          <p:spPr>
            <a:xfrm>
              <a:off x="341790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20"/>
            <p:cNvSpPr/>
            <p:nvPr/>
          </p:nvSpPr>
          <p:spPr>
            <a:xfrm>
              <a:off x="3565818"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20"/>
            <p:cNvSpPr/>
            <p:nvPr/>
          </p:nvSpPr>
          <p:spPr>
            <a:xfrm>
              <a:off x="3713719" y="2070781"/>
              <a:ext cx="147963" cy="147916"/>
            </a:xfrm>
            <a:custGeom>
              <a:rect b="b" l="l" r="r" t="t"/>
              <a:pathLst>
                <a:path extrusionOk="0" h="9523" w="9526">
                  <a:moveTo>
                    <a:pt x="1" y="0"/>
                  </a:moveTo>
                  <a:lnTo>
                    <a:pt x="1" y="9523"/>
                  </a:lnTo>
                  <a:lnTo>
                    <a:pt x="9525" y="952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20"/>
            <p:cNvSpPr/>
            <p:nvPr/>
          </p:nvSpPr>
          <p:spPr>
            <a:xfrm>
              <a:off x="386166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20"/>
            <p:cNvSpPr/>
            <p:nvPr/>
          </p:nvSpPr>
          <p:spPr>
            <a:xfrm>
              <a:off x="400956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20"/>
            <p:cNvSpPr/>
            <p:nvPr/>
          </p:nvSpPr>
          <p:spPr>
            <a:xfrm>
              <a:off x="415748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20"/>
            <p:cNvSpPr/>
            <p:nvPr/>
          </p:nvSpPr>
          <p:spPr>
            <a:xfrm>
              <a:off x="4305398"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20"/>
            <p:cNvSpPr/>
            <p:nvPr/>
          </p:nvSpPr>
          <p:spPr>
            <a:xfrm>
              <a:off x="2530406"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20"/>
            <p:cNvSpPr/>
            <p:nvPr/>
          </p:nvSpPr>
          <p:spPr>
            <a:xfrm>
              <a:off x="2678322"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20"/>
            <p:cNvSpPr/>
            <p:nvPr/>
          </p:nvSpPr>
          <p:spPr>
            <a:xfrm>
              <a:off x="2807755" y="192286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20"/>
            <p:cNvSpPr/>
            <p:nvPr/>
          </p:nvSpPr>
          <p:spPr>
            <a:xfrm>
              <a:off x="2974170"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20"/>
            <p:cNvSpPr/>
            <p:nvPr/>
          </p:nvSpPr>
          <p:spPr>
            <a:xfrm>
              <a:off x="312208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20"/>
            <p:cNvSpPr/>
            <p:nvPr/>
          </p:nvSpPr>
          <p:spPr>
            <a:xfrm>
              <a:off x="326998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20"/>
            <p:cNvSpPr/>
            <p:nvPr/>
          </p:nvSpPr>
          <p:spPr>
            <a:xfrm>
              <a:off x="341790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20"/>
            <p:cNvSpPr/>
            <p:nvPr/>
          </p:nvSpPr>
          <p:spPr>
            <a:xfrm>
              <a:off x="3565818"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20"/>
            <p:cNvSpPr/>
            <p:nvPr/>
          </p:nvSpPr>
          <p:spPr>
            <a:xfrm>
              <a:off x="3713719" y="192286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20"/>
            <p:cNvSpPr/>
            <p:nvPr/>
          </p:nvSpPr>
          <p:spPr>
            <a:xfrm>
              <a:off x="386166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20"/>
            <p:cNvSpPr/>
            <p:nvPr/>
          </p:nvSpPr>
          <p:spPr>
            <a:xfrm>
              <a:off x="400956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20"/>
            <p:cNvSpPr/>
            <p:nvPr/>
          </p:nvSpPr>
          <p:spPr>
            <a:xfrm>
              <a:off x="415748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20"/>
            <p:cNvSpPr/>
            <p:nvPr/>
          </p:nvSpPr>
          <p:spPr>
            <a:xfrm>
              <a:off x="4305398"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20"/>
            <p:cNvSpPr/>
            <p:nvPr/>
          </p:nvSpPr>
          <p:spPr>
            <a:xfrm>
              <a:off x="445331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20"/>
            <p:cNvSpPr/>
            <p:nvPr/>
          </p:nvSpPr>
          <p:spPr>
            <a:xfrm>
              <a:off x="4601215"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20"/>
            <p:cNvSpPr/>
            <p:nvPr/>
          </p:nvSpPr>
          <p:spPr>
            <a:xfrm>
              <a:off x="2530406"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20"/>
            <p:cNvSpPr/>
            <p:nvPr/>
          </p:nvSpPr>
          <p:spPr>
            <a:xfrm>
              <a:off x="2678322"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20"/>
            <p:cNvSpPr/>
            <p:nvPr/>
          </p:nvSpPr>
          <p:spPr>
            <a:xfrm>
              <a:off x="2807755" y="175648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20"/>
            <p:cNvSpPr/>
            <p:nvPr/>
          </p:nvSpPr>
          <p:spPr>
            <a:xfrm>
              <a:off x="2974170"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20"/>
            <p:cNvSpPr/>
            <p:nvPr/>
          </p:nvSpPr>
          <p:spPr>
            <a:xfrm>
              <a:off x="312208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20"/>
            <p:cNvSpPr/>
            <p:nvPr/>
          </p:nvSpPr>
          <p:spPr>
            <a:xfrm>
              <a:off x="326998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20"/>
            <p:cNvSpPr/>
            <p:nvPr/>
          </p:nvSpPr>
          <p:spPr>
            <a:xfrm>
              <a:off x="341790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20"/>
            <p:cNvSpPr/>
            <p:nvPr/>
          </p:nvSpPr>
          <p:spPr>
            <a:xfrm>
              <a:off x="3565818"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20"/>
            <p:cNvSpPr/>
            <p:nvPr/>
          </p:nvSpPr>
          <p:spPr>
            <a:xfrm>
              <a:off x="3713719" y="175648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20"/>
            <p:cNvSpPr/>
            <p:nvPr/>
          </p:nvSpPr>
          <p:spPr>
            <a:xfrm>
              <a:off x="386166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20"/>
            <p:cNvSpPr/>
            <p:nvPr/>
          </p:nvSpPr>
          <p:spPr>
            <a:xfrm>
              <a:off x="400956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20"/>
            <p:cNvSpPr/>
            <p:nvPr/>
          </p:nvSpPr>
          <p:spPr>
            <a:xfrm>
              <a:off x="415748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20"/>
            <p:cNvSpPr/>
            <p:nvPr/>
          </p:nvSpPr>
          <p:spPr>
            <a:xfrm>
              <a:off x="4305398"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20"/>
            <p:cNvSpPr/>
            <p:nvPr/>
          </p:nvSpPr>
          <p:spPr>
            <a:xfrm>
              <a:off x="445331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20"/>
            <p:cNvSpPr/>
            <p:nvPr/>
          </p:nvSpPr>
          <p:spPr>
            <a:xfrm>
              <a:off x="4601215"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20"/>
            <p:cNvSpPr/>
            <p:nvPr/>
          </p:nvSpPr>
          <p:spPr>
            <a:xfrm>
              <a:off x="2530406"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20"/>
            <p:cNvSpPr/>
            <p:nvPr/>
          </p:nvSpPr>
          <p:spPr>
            <a:xfrm>
              <a:off x="2678322"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20"/>
            <p:cNvSpPr/>
            <p:nvPr/>
          </p:nvSpPr>
          <p:spPr>
            <a:xfrm>
              <a:off x="2807755" y="1627048"/>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20"/>
            <p:cNvSpPr/>
            <p:nvPr/>
          </p:nvSpPr>
          <p:spPr>
            <a:xfrm>
              <a:off x="2974170"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20"/>
            <p:cNvSpPr/>
            <p:nvPr/>
          </p:nvSpPr>
          <p:spPr>
            <a:xfrm>
              <a:off x="312208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20"/>
            <p:cNvSpPr/>
            <p:nvPr/>
          </p:nvSpPr>
          <p:spPr>
            <a:xfrm>
              <a:off x="326998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20"/>
            <p:cNvSpPr/>
            <p:nvPr/>
          </p:nvSpPr>
          <p:spPr>
            <a:xfrm>
              <a:off x="341790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20"/>
            <p:cNvSpPr/>
            <p:nvPr/>
          </p:nvSpPr>
          <p:spPr>
            <a:xfrm>
              <a:off x="3565818"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20"/>
            <p:cNvSpPr/>
            <p:nvPr/>
          </p:nvSpPr>
          <p:spPr>
            <a:xfrm>
              <a:off x="3713719" y="1627048"/>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20"/>
            <p:cNvSpPr/>
            <p:nvPr/>
          </p:nvSpPr>
          <p:spPr>
            <a:xfrm>
              <a:off x="386166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20"/>
            <p:cNvSpPr/>
            <p:nvPr/>
          </p:nvSpPr>
          <p:spPr>
            <a:xfrm>
              <a:off x="400956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20"/>
            <p:cNvSpPr/>
            <p:nvPr/>
          </p:nvSpPr>
          <p:spPr>
            <a:xfrm>
              <a:off x="415748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20"/>
            <p:cNvSpPr/>
            <p:nvPr/>
          </p:nvSpPr>
          <p:spPr>
            <a:xfrm>
              <a:off x="4305398"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20"/>
            <p:cNvSpPr/>
            <p:nvPr/>
          </p:nvSpPr>
          <p:spPr>
            <a:xfrm>
              <a:off x="445331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20"/>
            <p:cNvSpPr/>
            <p:nvPr/>
          </p:nvSpPr>
          <p:spPr>
            <a:xfrm>
              <a:off x="4601215"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20"/>
            <p:cNvSpPr/>
            <p:nvPr/>
          </p:nvSpPr>
          <p:spPr>
            <a:xfrm>
              <a:off x="2530406"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20"/>
            <p:cNvSpPr/>
            <p:nvPr/>
          </p:nvSpPr>
          <p:spPr>
            <a:xfrm>
              <a:off x="2678322"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20"/>
            <p:cNvSpPr/>
            <p:nvPr/>
          </p:nvSpPr>
          <p:spPr>
            <a:xfrm>
              <a:off x="2807755" y="1460633"/>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20"/>
            <p:cNvSpPr/>
            <p:nvPr/>
          </p:nvSpPr>
          <p:spPr>
            <a:xfrm>
              <a:off x="2974170"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20"/>
            <p:cNvSpPr/>
            <p:nvPr/>
          </p:nvSpPr>
          <p:spPr>
            <a:xfrm>
              <a:off x="312208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20"/>
            <p:cNvSpPr/>
            <p:nvPr/>
          </p:nvSpPr>
          <p:spPr>
            <a:xfrm>
              <a:off x="326998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20"/>
            <p:cNvSpPr/>
            <p:nvPr/>
          </p:nvSpPr>
          <p:spPr>
            <a:xfrm>
              <a:off x="341790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20"/>
            <p:cNvSpPr/>
            <p:nvPr/>
          </p:nvSpPr>
          <p:spPr>
            <a:xfrm>
              <a:off x="3565818"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20"/>
            <p:cNvSpPr/>
            <p:nvPr/>
          </p:nvSpPr>
          <p:spPr>
            <a:xfrm>
              <a:off x="3713719" y="1460633"/>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20"/>
            <p:cNvSpPr/>
            <p:nvPr/>
          </p:nvSpPr>
          <p:spPr>
            <a:xfrm>
              <a:off x="386166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20"/>
            <p:cNvSpPr/>
            <p:nvPr/>
          </p:nvSpPr>
          <p:spPr>
            <a:xfrm>
              <a:off x="400956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20"/>
            <p:cNvSpPr/>
            <p:nvPr/>
          </p:nvSpPr>
          <p:spPr>
            <a:xfrm>
              <a:off x="415748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20"/>
            <p:cNvSpPr/>
            <p:nvPr/>
          </p:nvSpPr>
          <p:spPr>
            <a:xfrm>
              <a:off x="4305398"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20"/>
            <p:cNvSpPr/>
            <p:nvPr/>
          </p:nvSpPr>
          <p:spPr>
            <a:xfrm>
              <a:off x="445331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20"/>
            <p:cNvSpPr/>
            <p:nvPr/>
          </p:nvSpPr>
          <p:spPr>
            <a:xfrm>
              <a:off x="4601215"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20"/>
            <p:cNvSpPr/>
            <p:nvPr/>
          </p:nvSpPr>
          <p:spPr>
            <a:xfrm>
              <a:off x="2530406"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20"/>
            <p:cNvSpPr/>
            <p:nvPr/>
          </p:nvSpPr>
          <p:spPr>
            <a:xfrm>
              <a:off x="2678322"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20"/>
            <p:cNvSpPr/>
            <p:nvPr/>
          </p:nvSpPr>
          <p:spPr>
            <a:xfrm>
              <a:off x="2807755" y="1331201"/>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20"/>
            <p:cNvSpPr/>
            <p:nvPr/>
          </p:nvSpPr>
          <p:spPr>
            <a:xfrm>
              <a:off x="2974170"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20"/>
            <p:cNvSpPr/>
            <p:nvPr/>
          </p:nvSpPr>
          <p:spPr>
            <a:xfrm>
              <a:off x="312208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20"/>
            <p:cNvSpPr/>
            <p:nvPr/>
          </p:nvSpPr>
          <p:spPr>
            <a:xfrm>
              <a:off x="326998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20"/>
            <p:cNvSpPr/>
            <p:nvPr/>
          </p:nvSpPr>
          <p:spPr>
            <a:xfrm>
              <a:off x="341790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20"/>
            <p:cNvSpPr/>
            <p:nvPr/>
          </p:nvSpPr>
          <p:spPr>
            <a:xfrm>
              <a:off x="3565818"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20"/>
            <p:cNvSpPr/>
            <p:nvPr/>
          </p:nvSpPr>
          <p:spPr>
            <a:xfrm>
              <a:off x="3713719" y="1331201"/>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20"/>
            <p:cNvSpPr/>
            <p:nvPr/>
          </p:nvSpPr>
          <p:spPr>
            <a:xfrm>
              <a:off x="386166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20"/>
            <p:cNvSpPr/>
            <p:nvPr/>
          </p:nvSpPr>
          <p:spPr>
            <a:xfrm>
              <a:off x="400956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20"/>
            <p:cNvSpPr/>
            <p:nvPr/>
          </p:nvSpPr>
          <p:spPr>
            <a:xfrm>
              <a:off x="415748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20"/>
            <p:cNvSpPr/>
            <p:nvPr/>
          </p:nvSpPr>
          <p:spPr>
            <a:xfrm>
              <a:off x="4305398"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20"/>
            <p:cNvSpPr/>
            <p:nvPr/>
          </p:nvSpPr>
          <p:spPr>
            <a:xfrm>
              <a:off x="445331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20"/>
            <p:cNvSpPr/>
            <p:nvPr/>
          </p:nvSpPr>
          <p:spPr>
            <a:xfrm>
              <a:off x="4601215"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20"/>
            <p:cNvSpPr/>
            <p:nvPr/>
          </p:nvSpPr>
          <p:spPr>
            <a:xfrm>
              <a:off x="2530406"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20"/>
            <p:cNvSpPr/>
            <p:nvPr/>
          </p:nvSpPr>
          <p:spPr>
            <a:xfrm>
              <a:off x="2678322" y="118328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20"/>
            <p:cNvSpPr/>
            <p:nvPr/>
          </p:nvSpPr>
          <p:spPr>
            <a:xfrm>
              <a:off x="2807755" y="118328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20"/>
            <p:cNvSpPr/>
            <p:nvPr/>
          </p:nvSpPr>
          <p:spPr>
            <a:xfrm>
              <a:off x="2974170"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20"/>
            <p:cNvSpPr/>
            <p:nvPr/>
          </p:nvSpPr>
          <p:spPr>
            <a:xfrm>
              <a:off x="312208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20"/>
            <p:cNvSpPr/>
            <p:nvPr/>
          </p:nvSpPr>
          <p:spPr>
            <a:xfrm>
              <a:off x="326998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20"/>
            <p:cNvSpPr/>
            <p:nvPr/>
          </p:nvSpPr>
          <p:spPr>
            <a:xfrm>
              <a:off x="341790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20"/>
            <p:cNvSpPr/>
            <p:nvPr/>
          </p:nvSpPr>
          <p:spPr>
            <a:xfrm>
              <a:off x="3565818"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20"/>
            <p:cNvSpPr/>
            <p:nvPr/>
          </p:nvSpPr>
          <p:spPr>
            <a:xfrm>
              <a:off x="3713719" y="118328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20"/>
            <p:cNvSpPr/>
            <p:nvPr/>
          </p:nvSpPr>
          <p:spPr>
            <a:xfrm>
              <a:off x="386166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20"/>
            <p:cNvSpPr/>
            <p:nvPr/>
          </p:nvSpPr>
          <p:spPr>
            <a:xfrm>
              <a:off x="400956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20"/>
            <p:cNvSpPr/>
            <p:nvPr/>
          </p:nvSpPr>
          <p:spPr>
            <a:xfrm>
              <a:off x="415748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20"/>
            <p:cNvSpPr/>
            <p:nvPr/>
          </p:nvSpPr>
          <p:spPr>
            <a:xfrm>
              <a:off x="4305398"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20"/>
            <p:cNvSpPr/>
            <p:nvPr/>
          </p:nvSpPr>
          <p:spPr>
            <a:xfrm>
              <a:off x="2530406"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20"/>
            <p:cNvSpPr/>
            <p:nvPr/>
          </p:nvSpPr>
          <p:spPr>
            <a:xfrm>
              <a:off x="2678322" y="101690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20"/>
            <p:cNvSpPr/>
            <p:nvPr/>
          </p:nvSpPr>
          <p:spPr>
            <a:xfrm>
              <a:off x="2807755" y="101690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20"/>
            <p:cNvSpPr/>
            <p:nvPr/>
          </p:nvSpPr>
          <p:spPr>
            <a:xfrm>
              <a:off x="2974170" y="101690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20"/>
            <p:cNvSpPr/>
            <p:nvPr/>
          </p:nvSpPr>
          <p:spPr>
            <a:xfrm>
              <a:off x="312208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20"/>
            <p:cNvSpPr/>
            <p:nvPr/>
          </p:nvSpPr>
          <p:spPr>
            <a:xfrm>
              <a:off x="326998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20"/>
            <p:cNvSpPr/>
            <p:nvPr/>
          </p:nvSpPr>
          <p:spPr>
            <a:xfrm>
              <a:off x="341790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20"/>
            <p:cNvSpPr/>
            <p:nvPr/>
          </p:nvSpPr>
          <p:spPr>
            <a:xfrm>
              <a:off x="3565818"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20"/>
            <p:cNvSpPr/>
            <p:nvPr/>
          </p:nvSpPr>
          <p:spPr>
            <a:xfrm>
              <a:off x="3713719" y="101690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20"/>
            <p:cNvSpPr/>
            <p:nvPr/>
          </p:nvSpPr>
          <p:spPr>
            <a:xfrm>
              <a:off x="386166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20"/>
            <p:cNvSpPr/>
            <p:nvPr/>
          </p:nvSpPr>
          <p:spPr>
            <a:xfrm>
              <a:off x="400956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20"/>
            <p:cNvSpPr/>
            <p:nvPr/>
          </p:nvSpPr>
          <p:spPr>
            <a:xfrm>
              <a:off x="415748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20"/>
            <p:cNvSpPr/>
            <p:nvPr/>
          </p:nvSpPr>
          <p:spPr>
            <a:xfrm>
              <a:off x="2530406"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20"/>
            <p:cNvSpPr/>
            <p:nvPr/>
          </p:nvSpPr>
          <p:spPr>
            <a:xfrm>
              <a:off x="2678322" y="887468"/>
              <a:ext cx="129448" cy="129448"/>
            </a:xfrm>
            <a:custGeom>
              <a:rect b="b" l="l" r="r" t="t"/>
              <a:pathLst>
                <a:path extrusionOk="0" h="8334" w="8334">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20"/>
            <p:cNvSpPr/>
            <p:nvPr/>
          </p:nvSpPr>
          <p:spPr>
            <a:xfrm>
              <a:off x="2807755" y="887468"/>
              <a:ext cx="166431" cy="129448"/>
            </a:xfrm>
            <a:custGeom>
              <a:rect b="b" l="l" r="r" t="t"/>
              <a:pathLst>
                <a:path extrusionOk="0" h="8334" w="10715">
                  <a:moveTo>
                    <a:pt x="0" y="1"/>
                  </a:moveTo>
                  <a:lnTo>
                    <a:pt x="0" y="8333"/>
                  </a:lnTo>
                  <a:lnTo>
                    <a:pt x="10714" y="833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20"/>
            <p:cNvSpPr/>
            <p:nvPr/>
          </p:nvSpPr>
          <p:spPr>
            <a:xfrm>
              <a:off x="2974170" y="887468"/>
              <a:ext cx="147932" cy="129448"/>
            </a:xfrm>
            <a:custGeom>
              <a:rect b="b" l="l" r="r" t="t"/>
              <a:pathLst>
                <a:path extrusionOk="0" h="8334" w="9524">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20"/>
            <p:cNvSpPr/>
            <p:nvPr/>
          </p:nvSpPr>
          <p:spPr>
            <a:xfrm>
              <a:off x="312208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20"/>
            <p:cNvSpPr/>
            <p:nvPr/>
          </p:nvSpPr>
          <p:spPr>
            <a:xfrm>
              <a:off x="326998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20"/>
            <p:cNvSpPr/>
            <p:nvPr/>
          </p:nvSpPr>
          <p:spPr>
            <a:xfrm>
              <a:off x="341790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20"/>
            <p:cNvSpPr/>
            <p:nvPr/>
          </p:nvSpPr>
          <p:spPr>
            <a:xfrm>
              <a:off x="3565818"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20"/>
            <p:cNvSpPr/>
            <p:nvPr/>
          </p:nvSpPr>
          <p:spPr>
            <a:xfrm>
              <a:off x="3713719" y="887468"/>
              <a:ext cx="147963" cy="129448"/>
            </a:xfrm>
            <a:custGeom>
              <a:rect b="b" l="l" r="r" t="t"/>
              <a:pathLst>
                <a:path extrusionOk="0" h="8334" w="9526">
                  <a:moveTo>
                    <a:pt x="1" y="1"/>
                  </a:moveTo>
                  <a:lnTo>
                    <a:pt x="1" y="8333"/>
                  </a:lnTo>
                  <a:lnTo>
                    <a:pt x="9525" y="833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20"/>
            <p:cNvSpPr/>
            <p:nvPr/>
          </p:nvSpPr>
          <p:spPr>
            <a:xfrm>
              <a:off x="386166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20"/>
            <p:cNvSpPr/>
            <p:nvPr/>
          </p:nvSpPr>
          <p:spPr>
            <a:xfrm>
              <a:off x="400956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20"/>
            <p:cNvSpPr/>
            <p:nvPr/>
          </p:nvSpPr>
          <p:spPr>
            <a:xfrm>
              <a:off x="415748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20"/>
            <p:cNvSpPr/>
            <p:nvPr/>
          </p:nvSpPr>
          <p:spPr>
            <a:xfrm>
              <a:off x="2530406"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20"/>
            <p:cNvSpPr/>
            <p:nvPr/>
          </p:nvSpPr>
          <p:spPr>
            <a:xfrm>
              <a:off x="2678322" y="739552"/>
              <a:ext cx="129448" cy="147932"/>
            </a:xfrm>
            <a:custGeom>
              <a:rect b="b" l="l" r="r" t="t"/>
              <a:pathLst>
                <a:path extrusionOk="0" h="9524" w="8334">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20"/>
            <p:cNvSpPr/>
            <p:nvPr/>
          </p:nvSpPr>
          <p:spPr>
            <a:xfrm>
              <a:off x="2807755" y="739552"/>
              <a:ext cx="166431" cy="147932"/>
            </a:xfrm>
            <a:custGeom>
              <a:rect b="b" l="l" r="r" t="t"/>
              <a:pathLst>
                <a:path extrusionOk="0" h="9524" w="10715">
                  <a:moveTo>
                    <a:pt x="0" y="1"/>
                  </a:moveTo>
                  <a:lnTo>
                    <a:pt x="0" y="9524"/>
                  </a:lnTo>
                  <a:lnTo>
                    <a:pt x="10714" y="952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20"/>
            <p:cNvSpPr/>
            <p:nvPr/>
          </p:nvSpPr>
          <p:spPr>
            <a:xfrm>
              <a:off x="2974170" y="739552"/>
              <a:ext cx="147932" cy="147932"/>
            </a:xfrm>
            <a:custGeom>
              <a:rect b="b" l="l" r="r" t="t"/>
              <a:pathLst>
                <a:path extrusionOk="0" h="9524" w="9524">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20"/>
            <p:cNvSpPr/>
            <p:nvPr/>
          </p:nvSpPr>
          <p:spPr>
            <a:xfrm>
              <a:off x="312208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20"/>
            <p:cNvSpPr/>
            <p:nvPr/>
          </p:nvSpPr>
          <p:spPr>
            <a:xfrm>
              <a:off x="326998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20"/>
            <p:cNvSpPr/>
            <p:nvPr/>
          </p:nvSpPr>
          <p:spPr>
            <a:xfrm>
              <a:off x="3417902"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20"/>
            <p:cNvSpPr/>
            <p:nvPr/>
          </p:nvSpPr>
          <p:spPr>
            <a:xfrm>
              <a:off x="3565818"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20"/>
            <p:cNvSpPr/>
            <p:nvPr/>
          </p:nvSpPr>
          <p:spPr>
            <a:xfrm>
              <a:off x="3713719" y="739552"/>
              <a:ext cx="147963" cy="147932"/>
            </a:xfrm>
            <a:custGeom>
              <a:rect b="b" l="l" r="r" t="t"/>
              <a:pathLst>
                <a:path extrusionOk="0" h="9524" w="9526">
                  <a:moveTo>
                    <a:pt x="1" y="1"/>
                  </a:moveTo>
                  <a:lnTo>
                    <a:pt x="1" y="9524"/>
                  </a:lnTo>
                  <a:lnTo>
                    <a:pt x="9525" y="9524"/>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20"/>
            <p:cNvSpPr/>
            <p:nvPr/>
          </p:nvSpPr>
          <p:spPr>
            <a:xfrm>
              <a:off x="386166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20"/>
            <p:cNvSpPr/>
            <p:nvPr/>
          </p:nvSpPr>
          <p:spPr>
            <a:xfrm>
              <a:off x="400956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20"/>
            <p:cNvSpPr/>
            <p:nvPr/>
          </p:nvSpPr>
          <p:spPr>
            <a:xfrm>
              <a:off x="2530406"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20"/>
            <p:cNvSpPr/>
            <p:nvPr/>
          </p:nvSpPr>
          <p:spPr>
            <a:xfrm>
              <a:off x="2678322" y="573137"/>
              <a:ext cx="129448" cy="166431"/>
            </a:xfrm>
            <a:custGeom>
              <a:rect b="b" l="l" r="r" t="t"/>
              <a:pathLst>
                <a:path extrusionOk="0" h="10715" w="8334">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20"/>
            <p:cNvSpPr/>
            <p:nvPr/>
          </p:nvSpPr>
          <p:spPr>
            <a:xfrm>
              <a:off x="2807755" y="573137"/>
              <a:ext cx="166431" cy="166431"/>
            </a:xfrm>
            <a:custGeom>
              <a:rect b="b" l="l" r="r" t="t"/>
              <a:pathLst>
                <a:path extrusionOk="0" h="10715" w="10715">
                  <a:moveTo>
                    <a:pt x="0" y="1"/>
                  </a:moveTo>
                  <a:lnTo>
                    <a:pt x="0" y="10715"/>
                  </a:lnTo>
                  <a:lnTo>
                    <a:pt x="10714" y="10715"/>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20"/>
            <p:cNvSpPr/>
            <p:nvPr/>
          </p:nvSpPr>
          <p:spPr>
            <a:xfrm>
              <a:off x="2974170" y="573137"/>
              <a:ext cx="147932" cy="166431"/>
            </a:xfrm>
            <a:custGeom>
              <a:rect b="b" l="l" r="r" t="t"/>
              <a:pathLst>
                <a:path extrusionOk="0" h="10715" w="9524">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20"/>
            <p:cNvSpPr/>
            <p:nvPr/>
          </p:nvSpPr>
          <p:spPr>
            <a:xfrm>
              <a:off x="3122086"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20"/>
            <p:cNvSpPr/>
            <p:nvPr/>
          </p:nvSpPr>
          <p:spPr>
            <a:xfrm>
              <a:off x="3269986"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20"/>
            <p:cNvSpPr/>
            <p:nvPr/>
          </p:nvSpPr>
          <p:spPr>
            <a:xfrm>
              <a:off x="3417902"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20"/>
            <p:cNvSpPr/>
            <p:nvPr/>
          </p:nvSpPr>
          <p:spPr>
            <a:xfrm>
              <a:off x="2530406"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20"/>
            <p:cNvSpPr/>
            <p:nvPr/>
          </p:nvSpPr>
          <p:spPr>
            <a:xfrm>
              <a:off x="2678322" y="443705"/>
              <a:ext cx="129448" cy="129448"/>
            </a:xfrm>
            <a:custGeom>
              <a:rect b="b" l="l" r="r" t="t"/>
              <a:pathLst>
                <a:path extrusionOk="0" h="8334" w="8334">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20"/>
            <p:cNvSpPr/>
            <p:nvPr/>
          </p:nvSpPr>
          <p:spPr>
            <a:xfrm>
              <a:off x="2807755" y="443705"/>
              <a:ext cx="166431" cy="129448"/>
            </a:xfrm>
            <a:custGeom>
              <a:rect b="b" l="l" r="r" t="t"/>
              <a:pathLst>
                <a:path extrusionOk="0" h="8334" w="10715">
                  <a:moveTo>
                    <a:pt x="0" y="1"/>
                  </a:moveTo>
                  <a:lnTo>
                    <a:pt x="0" y="8334"/>
                  </a:lnTo>
                  <a:lnTo>
                    <a:pt x="10714" y="833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20"/>
            <p:cNvSpPr/>
            <p:nvPr/>
          </p:nvSpPr>
          <p:spPr>
            <a:xfrm>
              <a:off x="2974170" y="443705"/>
              <a:ext cx="147932" cy="129448"/>
            </a:xfrm>
            <a:custGeom>
              <a:rect b="b" l="l" r="r" t="t"/>
              <a:pathLst>
                <a:path extrusionOk="0" h="8334" w="9524">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20"/>
            <p:cNvSpPr/>
            <p:nvPr/>
          </p:nvSpPr>
          <p:spPr>
            <a:xfrm>
              <a:off x="3122086"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20"/>
            <p:cNvSpPr/>
            <p:nvPr/>
          </p:nvSpPr>
          <p:spPr>
            <a:xfrm>
              <a:off x="3269986"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20"/>
            <p:cNvSpPr/>
            <p:nvPr/>
          </p:nvSpPr>
          <p:spPr>
            <a:xfrm>
              <a:off x="3417902"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20"/>
            <p:cNvSpPr/>
            <p:nvPr/>
          </p:nvSpPr>
          <p:spPr>
            <a:xfrm>
              <a:off x="2530406" y="27732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20"/>
            <p:cNvSpPr/>
            <p:nvPr/>
          </p:nvSpPr>
          <p:spPr>
            <a:xfrm>
              <a:off x="2678322" y="27732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20"/>
            <p:cNvSpPr/>
            <p:nvPr/>
          </p:nvSpPr>
          <p:spPr>
            <a:xfrm>
              <a:off x="2807755" y="27732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20"/>
            <p:cNvSpPr/>
            <p:nvPr/>
          </p:nvSpPr>
          <p:spPr>
            <a:xfrm>
              <a:off x="2974170" y="27732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20"/>
            <p:cNvSpPr/>
            <p:nvPr/>
          </p:nvSpPr>
          <p:spPr>
            <a:xfrm>
              <a:off x="3122086"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20"/>
            <p:cNvSpPr/>
            <p:nvPr/>
          </p:nvSpPr>
          <p:spPr>
            <a:xfrm>
              <a:off x="3269986"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20"/>
            <p:cNvSpPr/>
            <p:nvPr/>
          </p:nvSpPr>
          <p:spPr>
            <a:xfrm>
              <a:off x="2530406" y="129404"/>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20"/>
            <p:cNvSpPr/>
            <p:nvPr/>
          </p:nvSpPr>
          <p:spPr>
            <a:xfrm>
              <a:off x="2678322" y="129404"/>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20"/>
            <p:cNvSpPr/>
            <p:nvPr/>
          </p:nvSpPr>
          <p:spPr>
            <a:xfrm>
              <a:off x="2807755" y="129404"/>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20"/>
            <p:cNvSpPr/>
            <p:nvPr/>
          </p:nvSpPr>
          <p:spPr>
            <a:xfrm>
              <a:off x="2974170" y="129404"/>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20"/>
            <p:cNvSpPr/>
            <p:nvPr/>
          </p:nvSpPr>
          <p:spPr>
            <a:xfrm>
              <a:off x="3122086"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20"/>
            <p:cNvSpPr/>
            <p:nvPr/>
          </p:nvSpPr>
          <p:spPr>
            <a:xfrm>
              <a:off x="2530406" y="-12"/>
              <a:ext cx="147932" cy="129432"/>
            </a:xfrm>
            <a:custGeom>
              <a:rect b="b" l="l" r="r" t="t"/>
              <a:pathLst>
                <a:path extrusionOk="0" h="8333"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20"/>
            <p:cNvSpPr/>
            <p:nvPr/>
          </p:nvSpPr>
          <p:spPr>
            <a:xfrm>
              <a:off x="2678322" y="-12"/>
              <a:ext cx="129448" cy="129432"/>
            </a:xfrm>
            <a:custGeom>
              <a:rect b="b" l="l" r="r" t="t"/>
              <a:pathLst>
                <a:path extrusionOk="0" h="8333"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20"/>
            <p:cNvSpPr/>
            <p:nvPr/>
          </p:nvSpPr>
          <p:spPr>
            <a:xfrm>
              <a:off x="2807755" y="-12"/>
              <a:ext cx="166431" cy="129432"/>
            </a:xfrm>
            <a:custGeom>
              <a:rect b="b" l="l" r="r" t="t"/>
              <a:pathLst>
                <a:path extrusionOk="0" h="8333"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20"/>
            <p:cNvSpPr/>
            <p:nvPr/>
          </p:nvSpPr>
          <p:spPr>
            <a:xfrm>
              <a:off x="2974170" y="-12"/>
              <a:ext cx="147932" cy="129432"/>
            </a:xfrm>
            <a:custGeom>
              <a:rect b="b" l="l" r="r" t="t"/>
              <a:pathLst>
                <a:path extrusionOk="0" h="8333"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0" name="Google Shape;3350;p20"/>
          <p:cNvGrpSpPr/>
          <p:nvPr/>
        </p:nvGrpSpPr>
        <p:grpSpPr>
          <a:xfrm>
            <a:off x="-387375" y="2038775"/>
            <a:ext cx="9531425" cy="3274175"/>
            <a:chOff x="-387375" y="2038775"/>
            <a:chExt cx="9531425" cy="3274175"/>
          </a:xfrm>
        </p:grpSpPr>
        <p:grpSp>
          <p:nvGrpSpPr>
            <p:cNvPr id="3351" name="Google Shape;3351;p20"/>
            <p:cNvGrpSpPr/>
            <p:nvPr/>
          </p:nvGrpSpPr>
          <p:grpSpPr>
            <a:xfrm>
              <a:off x="7767451" y="3282676"/>
              <a:ext cx="831787" cy="721972"/>
              <a:chOff x="2788951" y="3310126"/>
              <a:chExt cx="831787" cy="721972"/>
            </a:xfrm>
          </p:grpSpPr>
          <p:sp>
            <p:nvSpPr>
              <p:cNvPr id="3352" name="Google Shape;3352;p20"/>
              <p:cNvSpPr/>
              <p:nvPr/>
            </p:nvSpPr>
            <p:spPr>
              <a:xfrm>
                <a:off x="3412729" y="3947714"/>
                <a:ext cx="110973" cy="84385"/>
              </a:xfrm>
              <a:custGeom>
                <a:rect b="b" l="l" r="r" t="t"/>
                <a:pathLst>
                  <a:path extrusionOk="0" h="2416" w="3177">
                    <a:moveTo>
                      <a:pt x="1" y="1"/>
                    </a:moveTo>
                    <a:lnTo>
                      <a:pt x="1" y="2415"/>
                    </a:lnTo>
                    <a:lnTo>
                      <a:pt x="3176" y="2415"/>
                    </a:lnTo>
                    <a:lnTo>
                      <a:pt x="3176" y="1"/>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20"/>
              <p:cNvSpPr/>
              <p:nvPr/>
            </p:nvSpPr>
            <p:spPr>
              <a:xfrm>
                <a:off x="3315694" y="3947714"/>
                <a:ext cx="97070" cy="84385"/>
              </a:xfrm>
              <a:custGeom>
                <a:rect b="b" l="l" r="r" t="t"/>
                <a:pathLst>
                  <a:path extrusionOk="0" h="2416" w="2779">
                    <a:moveTo>
                      <a:pt x="1" y="1"/>
                    </a:moveTo>
                    <a:lnTo>
                      <a:pt x="1" y="2415"/>
                    </a:lnTo>
                    <a:lnTo>
                      <a:pt x="2779" y="2415"/>
                    </a:lnTo>
                    <a:lnTo>
                      <a:pt x="2779" y="1"/>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20"/>
              <p:cNvSpPr/>
              <p:nvPr/>
            </p:nvSpPr>
            <p:spPr>
              <a:xfrm>
                <a:off x="3204826" y="3947714"/>
                <a:ext cx="110903" cy="84385"/>
              </a:xfrm>
              <a:custGeom>
                <a:rect b="b" l="l" r="r" t="t"/>
                <a:pathLst>
                  <a:path extrusionOk="0" h="2416" w="3175">
                    <a:moveTo>
                      <a:pt x="0" y="1"/>
                    </a:moveTo>
                    <a:lnTo>
                      <a:pt x="0" y="2415"/>
                    </a:lnTo>
                    <a:lnTo>
                      <a:pt x="3175" y="2415"/>
                    </a:lnTo>
                    <a:lnTo>
                      <a:pt x="3175" y="1"/>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20"/>
              <p:cNvSpPr/>
              <p:nvPr/>
            </p:nvSpPr>
            <p:spPr>
              <a:xfrm>
                <a:off x="3107791" y="3947714"/>
                <a:ext cx="97070" cy="84385"/>
              </a:xfrm>
              <a:custGeom>
                <a:rect b="b" l="l" r="r" t="t"/>
                <a:pathLst>
                  <a:path extrusionOk="0" h="2416" w="2779">
                    <a:moveTo>
                      <a:pt x="0" y="1"/>
                    </a:moveTo>
                    <a:lnTo>
                      <a:pt x="0" y="2415"/>
                    </a:lnTo>
                    <a:lnTo>
                      <a:pt x="2778" y="2415"/>
                    </a:lnTo>
                    <a:lnTo>
                      <a:pt x="2778" y="1"/>
                    </a:lnTo>
                    <a:close/>
                  </a:path>
                </a:pathLst>
              </a:cu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20"/>
              <p:cNvSpPr/>
              <p:nvPr/>
            </p:nvSpPr>
            <p:spPr>
              <a:xfrm>
                <a:off x="2996888" y="3947714"/>
                <a:ext cx="110938" cy="84385"/>
              </a:xfrm>
              <a:custGeom>
                <a:rect b="b" l="l" r="r" t="t"/>
                <a:pathLst>
                  <a:path extrusionOk="0" h="2416" w="3176">
                    <a:moveTo>
                      <a:pt x="1" y="1"/>
                    </a:moveTo>
                    <a:lnTo>
                      <a:pt x="1" y="2415"/>
                    </a:lnTo>
                    <a:lnTo>
                      <a:pt x="3175" y="2415"/>
                    </a:lnTo>
                    <a:lnTo>
                      <a:pt x="317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20"/>
              <p:cNvSpPr/>
              <p:nvPr/>
            </p:nvSpPr>
            <p:spPr>
              <a:xfrm>
                <a:off x="2899853" y="3947714"/>
                <a:ext cx="97070" cy="84385"/>
              </a:xfrm>
              <a:custGeom>
                <a:rect b="b" l="l" r="r" t="t"/>
                <a:pathLst>
                  <a:path extrusionOk="0" h="2416" w="2779">
                    <a:moveTo>
                      <a:pt x="1" y="1"/>
                    </a:moveTo>
                    <a:lnTo>
                      <a:pt x="1" y="2415"/>
                    </a:lnTo>
                    <a:lnTo>
                      <a:pt x="2779" y="2415"/>
                    </a:lnTo>
                    <a:lnTo>
                      <a:pt x="2779" y="1"/>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20"/>
              <p:cNvSpPr/>
              <p:nvPr/>
            </p:nvSpPr>
            <p:spPr>
              <a:xfrm>
                <a:off x="3412729" y="3836850"/>
                <a:ext cx="110973" cy="110895"/>
              </a:xfrm>
              <a:custGeom>
                <a:rect b="b" l="l" r="r" t="t"/>
                <a:pathLst>
                  <a:path extrusionOk="0" h="3175" w="3177">
                    <a:moveTo>
                      <a:pt x="1" y="0"/>
                    </a:moveTo>
                    <a:lnTo>
                      <a:pt x="1" y="3175"/>
                    </a:lnTo>
                    <a:lnTo>
                      <a:pt x="3176" y="3175"/>
                    </a:lnTo>
                    <a:lnTo>
                      <a:pt x="3176"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20"/>
              <p:cNvSpPr/>
              <p:nvPr/>
            </p:nvSpPr>
            <p:spPr>
              <a:xfrm>
                <a:off x="3315694" y="3836850"/>
                <a:ext cx="97070" cy="110895"/>
              </a:xfrm>
              <a:custGeom>
                <a:rect b="b" l="l" r="r" t="t"/>
                <a:pathLst>
                  <a:path extrusionOk="0" h="3175" w="2779">
                    <a:moveTo>
                      <a:pt x="1" y="0"/>
                    </a:moveTo>
                    <a:lnTo>
                      <a:pt x="1" y="3175"/>
                    </a:lnTo>
                    <a:lnTo>
                      <a:pt x="2779" y="3175"/>
                    </a:lnTo>
                    <a:lnTo>
                      <a:pt x="2779" y="0"/>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20"/>
              <p:cNvSpPr/>
              <p:nvPr/>
            </p:nvSpPr>
            <p:spPr>
              <a:xfrm>
                <a:off x="3204826" y="3836850"/>
                <a:ext cx="110903" cy="110895"/>
              </a:xfrm>
              <a:custGeom>
                <a:rect b="b" l="l" r="r" t="t"/>
                <a:pathLst>
                  <a:path extrusionOk="0" h="3175" w="3175">
                    <a:moveTo>
                      <a:pt x="0" y="0"/>
                    </a:moveTo>
                    <a:lnTo>
                      <a:pt x="0" y="3175"/>
                    </a:lnTo>
                    <a:lnTo>
                      <a:pt x="3175" y="3175"/>
                    </a:lnTo>
                    <a:lnTo>
                      <a:pt x="3175"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20"/>
              <p:cNvSpPr/>
              <p:nvPr/>
            </p:nvSpPr>
            <p:spPr>
              <a:xfrm>
                <a:off x="3107791" y="3836850"/>
                <a:ext cx="97070" cy="110895"/>
              </a:xfrm>
              <a:custGeom>
                <a:rect b="b" l="l" r="r" t="t"/>
                <a:pathLst>
                  <a:path extrusionOk="0" h="3175" w="2779">
                    <a:moveTo>
                      <a:pt x="0" y="0"/>
                    </a:moveTo>
                    <a:lnTo>
                      <a:pt x="0" y="3175"/>
                    </a:lnTo>
                    <a:lnTo>
                      <a:pt x="2778" y="3175"/>
                    </a:lnTo>
                    <a:lnTo>
                      <a:pt x="2778" y="0"/>
                    </a:lnTo>
                    <a:close/>
                  </a:path>
                </a:pathLst>
              </a:cu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20"/>
              <p:cNvSpPr/>
              <p:nvPr/>
            </p:nvSpPr>
            <p:spPr>
              <a:xfrm>
                <a:off x="2996888" y="3836850"/>
                <a:ext cx="110938" cy="110895"/>
              </a:xfrm>
              <a:custGeom>
                <a:rect b="b" l="l" r="r" t="t"/>
                <a:pathLst>
                  <a:path extrusionOk="0" h="3175" w="3176">
                    <a:moveTo>
                      <a:pt x="1" y="0"/>
                    </a:moveTo>
                    <a:lnTo>
                      <a:pt x="1" y="3175"/>
                    </a:lnTo>
                    <a:lnTo>
                      <a:pt x="3175" y="3175"/>
                    </a:lnTo>
                    <a:lnTo>
                      <a:pt x="317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20"/>
              <p:cNvSpPr/>
              <p:nvPr/>
            </p:nvSpPr>
            <p:spPr>
              <a:xfrm>
                <a:off x="2899853" y="3836850"/>
                <a:ext cx="97070" cy="110895"/>
              </a:xfrm>
              <a:custGeom>
                <a:rect b="b" l="l" r="r" t="t"/>
                <a:pathLst>
                  <a:path extrusionOk="0" h="3175" w="2779">
                    <a:moveTo>
                      <a:pt x="1" y="0"/>
                    </a:moveTo>
                    <a:lnTo>
                      <a:pt x="1" y="3175"/>
                    </a:lnTo>
                    <a:lnTo>
                      <a:pt x="2779" y="3175"/>
                    </a:lnTo>
                    <a:lnTo>
                      <a:pt x="2779"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20"/>
              <p:cNvSpPr/>
              <p:nvPr/>
            </p:nvSpPr>
            <p:spPr>
              <a:xfrm>
                <a:off x="3412729" y="3739819"/>
                <a:ext cx="110973" cy="97064"/>
              </a:xfrm>
              <a:custGeom>
                <a:rect b="b" l="l" r="r" t="t"/>
                <a:pathLst>
                  <a:path extrusionOk="0" h="2779" w="3177">
                    <a:moveTo>
                      <a:pt x="1" y="0"/>
                    </a:moveTo>
                    <a:lnTo>
                      <a:pt x="1" y="2778"/>
                    </a:lnTo>
                    <a:lnTo>
                      <a:pt x="3176" y="2778"/>
                    </a:lnTo>
                    <a:lnTo>
                      <a:pt x="3176"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20"/>
              <p:cNvSpPr/>
              <p:nvPr/>
            </p:nvSpPr>
            <p:spPr>
              <a:xfrm>
                <a:off x="3315694" y="3739819"/>
                <a:ext cx="97070" cy="97064"/>
              </a:xfrm>
              <a:custGeom>
                <a:rect b="b" l="l" r="r" t="t"/>
                <a:pathLst>
                  <a:path extrusionOk="0" h="2779" w="2779">
                    <a:moveTo>
                      <a:pt x="1" y="0"/>
                    </a:moveTo>
                    <a:lnTo>
                      <a:pt x="1" y="2778"/>
                    </a:lnTo>
                    <a:lnTo>
                      <a:pt x="2779" y="2778"/>
                    </a:lnTo>
                    <a:lnTo>
                      <a:pt x="2779" y="0"/>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20"/>
              <p:cNvSpPr/>
              <p:nvPr/>
            </p:nvSpPr>
            <p:spPr>
              <a:xfrm>
                <a:off x="3204826" y="3739819"/>
                <a:ext cx="110903" cy="97064"/>
              </a:xfrm>
              <a:custGeom>
                <a:rect b="b" l="l" r="r" t="t"/>
                <a:pathLst>
                  <a:path extrusionOk="0" h="2779" w="3175">
                    <a:moveTo>
                      <a:pt x="0" y="0"/>
                    </a:moveTo>
                    <a:lnTo>
                      <a:pt x="0" y="2778"/>
                    </a:lnTo>
                    <a:lnTo>
                      <a:pt x="3175" y="2778"/>
                    </a:lnTo>
                    <a:lnTo>
                      <a:pt x="3175" y="0"/>
                    </a:lnTo>
                    <a:close/>
                  </a:path>
                </a:pathLst>
              </a:cu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20"/>
              <p:cNvSpPr/>
              <p:nvPr/>
            </p:nvSpPr>
            <p:spPr>
              <a:xfrm>
                <a:off x="3107791" y="3739819"/>
                <a:ext cx="97070" cy="97064"/>
              </a:xfrm>
              <a:custGeom>
                <a:rect b="b" l="l" r="r" t="t"/>
                <a:pathLst>
                  <a:path extrusionOk="0" h="2779" w="2779">
                    <a:moveTo>
                      <a:pt x="0" y="0"/>
                    </a:moveTo>
                    <a:lnTo>
                      <a:pt x="0" y="2778"/>
                    </a:lnTo>
                    <a:lnTo>
                      <a:pt x="2778" y="2778"/>
                    </a:lnTo>
                    <a:lnTo>
                      <a:pt x="2778" y="0"/>
                    </a:lnTo>
                    <a:close/>
                  </a:path>
                </a:pathLst>
              </a:cu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20"/>
              <p:cNvSpPr/>
              <p:nvPr/>
            </p:nvSpPr>
            <p:spPr>
              <a:xfrm>
                <a:off x="2996888" y="3739819"/>
                <a:ext cx="110938" cy="97064"/>
              </a:xfrm>
              <a:custGeom>
                <a:rect b="b" l="l" r="r" t="t"/>
                <a:pathLst>
                  <a:path extrusionOk="0" h="2779" w="3176">
                    <a:moveTo>
                      <a:pt x="1" y="0"/>
                    </a:moveTo>
                    <a:lnTo>
                      <a:pt x="1" y="2778"/>
                    </a:lnTo>
                    <a:lnTo>
                      <a:pt x="3175" y="2778"/>
                    </a:lnTo>
                    <a:lnTo>
                      <a:pt x="317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20"/>
              <p:cNvSpPr/>
              <p:nvPr/>
            </p:nvSpPr>
            <p:spPr>
              <a:xfrm>
                <a:off x="2899853" y="3739819"/>
                <a:ext cx="97070" cy="97064"/>
              </a:xfrm>
              <a:custGeom>
                <a:rect b="b" l="l" r="r" t="t"/>
                <a:pathLst>
                  <a:path extrusionOk="0" h="2779" w="2779">
                    <a:moveTo>
                      <a:pt x="1" y="0"/>
                    </a:moveTo>
                    <a:lnTo>
                      <a:pt x="1" y="2778"/>
                    </a:lnTo>
                    <a:lnTo>
                      <a:pt x="2779" y="2778"/>
                    </a:lnTo>
                    <a:lnTo>
                      <a:pt x="2779"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20"/>
              <p:cNvSpPr/>
              <p:nvPr/>
            </p:nvSpPr>
            <p:spPr>
              <a:xfrm>
                <a:off x="3412729" y="3628885"/>
                <a:ext cx="110973" cy="110965"/>
              </a:xfrm>
              <a:custGeom>
                <a:rect b="b" l="l" r="r" t="t"/>
                <a:pathLst>
                  <a:path extrusionOk="0" h="3177" w="3177">
                    <a:moveTo>
                      <a:pt x="1" y="1"/>
                    </a:moveTo>
                    <a:lnTo>
                      <a:pt x="1" y="3176"/>
                    </a:lnTo>
                    <a:lnTo>
                      <a:pt x="3176" y="3176"/>
                    </a:lnTo>
                    <a:lnTo>
                      <a:pt x="3176" y="1"/>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20"/>
              <p:cNvSpPr/>
              <p:nvPr/>
            </p:nvSpPr>
            <p:spPr>
              <a:xfrm>
                <a:off x="3315694" y="3628885"/>
                <a:ext cx="97070" cy="110965"/>
              </a:xfrm>
              <a:custGeom>
                <a:rect b="b" l="l" r="r" t="t"/>
                <a:pathLst>
                  <a:path extrusionOk="0" h="3177" w="2779">
                    <a:moveTo>
                      <a:pt x="1" y="1"/>
                    </a:moveTo>
                    <a:lnTo>
                      <a:pt x="1" y="3176"/>
                    </a:lnTo>
                    <a:lnTo>
                      <a:pt x="2779" y="3176"/>
                    </a:lnTo>
                    <a:lnTo>
                      <a:pt x="2779" y="1"/>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20"/>
              <p:cNvSpPr/>
              <p:nvPr/>
            </p:nvSpPr>
            <p:spPr>
              <a:xfrm>
                <a:off x="3204826" y="3628885"/>
                <a:ext cx="110903" cy="110965"/>
              </a:xfrm>
              <a:custGeom>
                <a:rect b="b" l="l" r="r" t="t"/>
                <a:pathLst>
                  <a:path extrusionOk="0" h="3177" w="3175">
                    <a:moveTo>
                      <a:pt x="0" y="1"/>
                    </a:moveTo>
                    <a:lnTo>
                      <a:pt x="0" y="3176"/>
                    </a:lnTo>
                    <a:lnTo>
                      <a:pt x="3175" y="3176"/>
                    </a:lnTo>
                    <a:lnTo>
                      <a:pt x="3175" y="1"/>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20"/>
              <p:cNvSpPr/>
              <p:nvPr/>
            </p:nvSpPr>
            <p:spPr>
              <a:xfrm>
                <a:off x="3107791" y="3628885"/>
                <a:ext cx="97070" cy="110965"/>
              </a:xfrm>
              <a:custGeom>
                <a:rect b="b" l="l" r="r" t="t"/>
                <a:pathLst>
                  <a:path extrusionOk="0" h="3177" w="2779">
                    <a:moveTo>
                      <a:pt x="0" y="1"/>
                    </a:moveTo>
                    <a:lnTo>
                      <a:pt x="0" y="3176"/>
                    </a:lnTo>
                    <a:lnTo>
                      <a:pt x="2778" y="3176"/>
                    </a:lnTo>
                    <a:lnTo>
                      <a:pt x="2778" y="1"/>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20"/>
              <p:cNvSpPr/>
              <p:nvPr/>
            </p:nvSpPr>
            <p:spPr>
              <a:xfrm>
                <a:off x="2996888" y="3628885"/>
                <a:ext cx="110938" cy="110965"/>
              </a:xfrm>
              <a:custGeom>
                <a:rect b="b" l="l" r="r" t="t"/>
                <a:pathLst>
                  <a:path extrusionOk="0" h="3177" w="3176">
                    <a:moveTo>
                      <a:pt x="1" y="1"/>
                    </a:moveTo>
                    <a:lnTo>
                      <a:pt x="1" y="3176"/>
                    </a:lnTo>
                    <a:lnTo>
                      <a:pt x="3175" y="3176"/>
                    </a:lnTo>
                    <a:lnTo>
                      <a:pt x="3175" y="1"/>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20"/>
              <p:cNvSpPr/>
              <p:nvPr/>
            </p:nvSpPr>
            <p:spPr>
              <a:xfrm>
                <a:off x="2899853" y="3628885"/>
                <a:ext cx="97070" cy="110965"/>
              </a:xfrm>
              <a:custGeom>
                <a:rect b="b" l="l" r="r" t="t"/>
                <a:pathLst>
                  <a:path extrusionOk="0" h="3177" w="2779">
                    <a:moveTo>
                      <a:pt x="1" y="1"/>
                    </a:moveTo>
                    <a:lnTo>
                      <a:pt x="1" y="3176"/>
                    </a:lnTo>
                    <a:lnTo>
                      <a:pt x="2779" y="3176"/>
                    </a:lnTo>
                    <a:lnTo>
                      <a:pt x="2779" y="1"/>
                    </a:ln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20"/>
              <p:cNvSpPr/>
              <p:nvPr/>
            </p:nvSpPr>
            <p:spPr>
              <a:xfrm>
                <a:off x="3523667" y="3518022"/>
                <a:ext cx="97070" cy="110895"/>
              </a:xfrm>
              <a:custGeom>
                <a:rect b="b" l="l" r="r" t="t"/>
                <a:pathLst>
                  <a:path extrusionOk="0" h="3175" w="2779">
                    <a:moveTo>
                      <a:pt x="0" y="0"/>
                    </a:moveTo>
                    <a:lnTo>
                      <a:pt x="0" y="3175"/>
                    </a:lnTo>
                    <a:lnTo>
                      <a:pt x="2778" y="3175"/>
                    </a:lnTo>
                    <a:lnTo>
                      <a:pt x="277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20"/>
              <p:cNvSpPr/>
              <p:nvPr/>
            </p:nvSpPr>
            <p:spPr>
              <a:xfrm>
                <a:off x="3412729" y="3518022"/>
                <a:ext cx="110973" cy="110895"/>
              </a:xfrm>
              <a:custGeom>
                <a:rect b="b" l="l" r="r" t="t"/>
                <a:pathLst>
                  <a:path extrusionOk="0" h="3175" w="3177">
                    <a:moveTo>
                      <a:pt x="1" y="0"/>
                    </a:moveTo>
                    <a:lnTo>
                      <a:pt x="1" y="3175"/>
                    </a:lnTo>
                    <a:lnTo>
                      <a:pt x="3176" y="3175"/>
                    </a:lnTo>
                    <a:lnTo>
                      <a:pt x="3176" y="0"/>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20"/>
              <p:cNvSpPr/>
              <p:nvPr/>
            </p:nvSpPr>
            <p:spPr>
              <a:xfrm>
                <a:off x="3315694" y="3518022"/>
                <a:ext cx="97070" cy="110895"/>
              </a:xfrm>
              <a:custGeom>
                <a:rect b="b" l="l" r="r" t="t"/>
                <a:pathLst>
                  <a:path extrusionOk="0" h="3175" w="2779">
                    <a:moveTo>
                      <a:pt x="1" y="0"/>
                    </a:moveTo>
                    <a:lnTo>
                      <a:pt x="1" y="3175"/>
                    </a:lnTo>
                    <a:lnTo>
                      <a:pt x="2779" y="3175"/>
                    </a:lnTo>
                    <a:lnTo>
                      <a:pt x="2779" y="0"/>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20"/>
              <p:cNvSpPr/>
              <p:nvPr/>
            </p:nvSpPr>
            <p:spPr>
              <a:xfrm>
                <a:off x="3204826" y="3518022"/>
                <a:ext cx="110903" cy="110895"/>
              </a:xfrm>
              <a:custGeom>
                <a:rect b="b" l="l" r="r" t="t"/>
                <a:pathLst>
                  <a:path extrusionOk="0" h="3175" w="3175">
                    <a:moveTo>
                      <a:pt x="0" y="0"/>
                    </a:moveTo>
                    <a:lnTo>
                      <a:pt x="0" y="3175"/>
                    </a:lnTo>
                    <a:lnTo>
                      <a:pt x="3175" y="3175"/>
                    </a:lnTo>
                    <a:lnTo>
                      <a:pt x="3175" y="0"/>
                    </a:lnTo>
                    <a:close/>
                  </a:path>
                </a:pathLst>
              </a:custGeom>
              <a:solidFill>
                <a:srgbClr val="CCCCCC"/>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20"/>
              <p:cNvSpPr/>
              <p:nvPr/>
            </p:nvSpPr>
            <p:spPr>
              <a:xfrm>
                <a:off x="3107791" y="3518022"/>
                <a:ext cx="97070" cy="110895"/>
              </a:xfrm>
              <a:custGeom>
                <a:rect b="b" l="l" r="r" t="t"/>
                <a:pathLst>
                  <a:path extrusionOk="0" h="3175" w="2779">
                    <a:moveTo>
                      <a:pt x="0" y="0"/>
                    </a:moveTo>
                    <a:lnTo>
                      <a:pt x="0" y="3175"/>
                    </a:lnTo>
                    <a:lnTo>
                      <a:pt x="2778" y="3175"/>
                    </a:lnTo>
                    <a:lnTo>
                      <a:pt x="2778" y="0"/>
                    </a:lnTo>
                    <a:close/>
                  </a:path>
                </a:pathLst>
              </a:custGeom>
              <a:solidFill>
                <a:srgbClr val="CCCCCC"/>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20"/>
              <p:cNvSpPr/>
              <p:nvPr/>
            </p:nvSpPr>
            <p:spPr>
              <a:xfrm>
                <a:off x="2996888" y="3518022"/>
                <a:ext cx="110938" cy="110895"/>
              </a:xfrm>
              <a:custGeom>
                <a:rect b="b" l="l" r="r" t="t"/>
                <a:pathLst>
                  <a:path extrusionOk="0" h="3175" w="3176">
                    <a:moveTo>
                      <a:pt x="1" y="0"/>
                    </a:moveTo>
                    <a:lnTo>
                      <a:pt x="1" y="3175"/>
                    </a:lnTo>
                    <a:lnTo>
                      <a:pt x="3175" y="3175"/>
                    </a:lnTo>
                    <a:lnTo>
                      <a:pt x="3175" y="0"/>
                    </a:lnTo>
                    <a:close/>
                  </a:path>
                </a:pathLst>
              </a:cu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20"/>
              <p:cNvSpPr/>
              <p:nvPr/>
            </p:nvSpPr>
            <p:spPr>
              <a:xfrm>
                <a:off x="2899853" y="3518022"/>
                <a:ext cx="97070" cy="110895"/>
              </a:xfrm>
              <a:custGeom>
                <a:rect b="b" l="l" r="r" t="t"/>
                <a:pathLst>
                  <a:path extrusionOk="0" h="3175" w="2779">
                    <a:moveTo>
                      <a:pt x="1" y="0"/>
                    </a:moveTo>
                    <a:lnTo>
                      <a:pt x="1" y="3175"/>
                    </a:lnTo>
                    <a:lnTo>
                      <a:pt x="2779" y="3175"/>
                    </a:lnTo>
                    <a:lnTo>
                      <a:pt x="2779"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20"/>
              <p:cNvSpPr/>
              <p:nvPr/>
            </p:nvSpPr>
            <p:spPr>
              <a:xfrm>
                <a:off x="2788951" y="3518022"/>
                <a:ext cx="110938" cy="110895"/>
              </a:xfrm>
              <a:custGeom>
                <a:rect b="b" l="l" r="r" t="t"/>
                <a:pathLst>
                  <a:path extrusionOk="0" h="3175" w="3176">
                    <a:moveTo>
                      <a:pt x="0" y="0"/>
                    </a:moveTo>
                    <a:lnTo>
                      <a:pt x="0" y="3175"/>
                    </a:lnTo>
                    <a:lnTo>
                      <a:pt x="3176" y="3175"/>
                    </a:lnTo>
                    <a:lnTo>
                      <a:pt x="3176" y="0"/>
                    </a:ln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20"/>
              <p:cNvSpPr/>
              <p:nvPr/>
            </p:nvSpPr>
            <p:spPr>
              <a:xfrm>
                <a:off x="3523667" y="3420990"/>
                <a:ext cx="97070" cy="97064"/>
              </a:xfrm>
              <a:custGeom>
                <a:rect b="b" l="l" r="r" t="t"/>
                <a:pathLst>
                  <a:path extrusionOk="0" h="2779" w="2779">
                    <a:moveTo>
                      <a:pt x="0" y="0"/>
                    </a:moveTo>
                    <a:lnTo>
                      <a:pt x="0" y="2778"/>
                    </a:lnTo>
                    <a:lnTo>
                      <a:pt x="2778" y="2778"/>
                    </a:lnTo>
                    <a:lnTo>
                      <a:pt x="277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20"/>
              <p:cNvSpPr/>
              <p:nvPr/>
            </p:nvSpPr>
            <p:spPr>
              <a:xfrm>
                <a:off x="3412729" y="3420990"/>
                <a:ext cx="110973" cy="97064"/>
              </a:xfrm>
              <a:custGeom>
                <a:rect b="b" l="l" r="r" t="t"/>
                <a:pathLst>
                  <a:path extrusionOk="0" h="2779" w="3177">
                    <a:moveTo>
                      <a:pt x="1" y="0"/>
                    </a:moveTo>
                    <a:lnTo>
                      <a:pt x="1" y="2778"/>
                    </a:lnTo>
                    <a:lnTo>
                      <a:pt x="3176" y="2778"/>
                    </a:lnTo>
                    <a:lnTo>
                      <a:pt x="3176" y="0"/>
                    </a:lnTo>
                    <a:close/>
                  </a:path>
                </a:pathLst>
              </a:cu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20"/>
              <p:cNvSpPr/>
              <p:nvPr/>
            </p:nvSpPr>
            <p:spPr>
              <a:xfrm>
                <a:off x="3315694" y="3420990"/>
                <a:ext cx="97070" cy="97064"/>
              </a:xfrm>
              <a:custGeom>
                <a:rect b="b" l="l" r="r" t="t"/>
                <a:pathLst>
                  <a:path extrusionOk="0" h="2779" w="2779">
                    <a:moveTo>
                      <a:pt x="1" y="0"/>
                    </a:moveTo>
                    <a:lnTo>
                      <a:pt x="1" y="2778"/>
                    </a:lnTo>
                    <a:lnTo>
                      <a:pt x="2779" y="2778"/>
                    </a:lnTo>
                    <a:lnTo>
                      <a:pt x="2779" y="0"/>
                    </a:lnTo>
                    <a:close/>
                  </a:path>
                </a:pathLst>
              </a:custGeom>
              <a:solidFill>
                <a:srgbClr val="CCCCCC"/>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20"/>
              <p:cNvSpPr/>
              <p:nvPr/>
            </p:nvSpPr>
            <p:spPr>
              <a:xfrm>
                <a:off x="3204826" y="3420990"/>
                <a:ext cx="110903" cy="97064"/>
              </a:xfrm>
              <a:custGeom>
                <a:rect b="b" l="l" r="r" t="t"/>
                <a:pathLst>
                  <a:path extrusionOk="0" h="2779" w="3175">
                    <a:moveTo>
                      <a:pt x="0" y="0"/>
                    </a:moveTo>
                    <a:lnTo>
                      <a:pt x="0" y="2778"/>
                    </a:lnTo>
                    <a:lnTo>
                      <a:pt x="3175" y="2778"/>
                    </a:lnTo>
                    <a:lnTo>
                      <a:pt x="3175" y="0"/>
                    </a:lnTo>
                    <a:close/>
                  </a:path>
                </a:pathLst>
              </a:custGeom>
              <a:solidFill>
                <a:srgbClr val="CCCCCC"/>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20"/>
              <p:cNvSpPr/>
              <p:nvPr/>
            </p:nvSpPr>
            <p:spPr>
              <a:xfrm>
                <a:off x="3107791" y="3420990"/>
                <a:ext cx="97070" cy="97064"/>
              </a:xfrm>
              <a:custGeom>
                <a:rect b="b" l="l" r="r" t="t"/>
                <a:pathLst>
                  <a:path extrusionOk="0" h="2779" w="2779">
                    <a:moveTo>
                      <a:pt x="0" y="0"/>
                    </a:moveTo>
                    <a:lnTo>
                      <a:pt x="0" y="2778"/>
                    </a:lnTo>
                    <a:lnTo>
                      <a:pt x="2778" y="2778"/>
                    </a:lnTo>
                    <a:lnTo>
                      <a:pt x="2778" y="0"/>
                    </a:lnTo>
                    <a:close/>
                  </a:path>
                </a:pathLst>
              </a:custGeom>
              <a:solidFill>
                <a:srgbClr val="CCCCCC"/>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20"/>
              <p:cNvSpPr/>
              <p:nvPr/>
            </p:nvSpPr>
            <p:spPr>
              <a:xfrm>
                <a:off x="2996888" y="3420990"/>
                <a:ext cx="110938" cy="97064"/>
              </a:xfrm>
              <a:custGeom>
                <a:rect b="b" l="l" r="r" t="t"/>
                <a:pathLst>
                  <a:path extrusionOk="0" h="2779" w="3176">
                    <a:moveTo>
                      <a:pt x="1" y="0"/>
                    </a:moveTo>
                    <a:lnTo>
                      <a:pt x="1" y="2778"/>
                    </a:lnTo>
                    <a:lnTo>
                      <a:pt x="3175" y="2778"/>
                    </a:lnTo>
                    <a:lnTo>
                      <a:pt x="3175" y="0"/>
                    </a:lnTo>
                    <a:close/>
                  </a:path>
                </a:pathLst>
              </a:custGeom>
              <a:solidFill>
                <a:srgbClr val="D9D9D9"/>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20"/>
              <p:cNvSpPr/>
              <p:nvPr/>
            </p:nvSpPr>
            <p:spPr>
              <a:xfrm>
                <a:off x="2899853" y="3420990"/>
                <a:ext cx="97070" cy="97064"/>
              </a:xfrm>
              <a:custGeom>
                <a:rect b="b" l="l" r="r" t="t"/>
                <a:pathLst>
                  <a:path extrusionOk="0" h="2779" w="2779">
                    <a:moveTo>
                      <a:pt x="1" y="0"/>
                    </a:moveTo>
                    <a:lnTo>
                      <a:pt x="1" y="2778"/>
                    </a:lnTo>
                    <a:lnTo>
                      <a:pt x="2779" y="2778"/>
                    </a:lnTo>
                    <a:lnTo>
                      <a:pt x="2779"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20"/>
              <p:cNvSpPr/>
              <p:nvPr/>
            </p:nvSpPr>
            <p:spPr>
              <a:xfrm>
                <a:off x="2788951" y="3420990"/>
                <a:ext cx="110938" cy="97064"/>
              </a:xfrm>
              <a:custGeom>
                <a:rect b="b" l="l" r="r" t="t"/>
                <a:pathLst>
                  <a:path extrusionOk="0" h="2779" w="3176">
                    <a:moveTo>
                      <a:pt x="0" y="0"/>
                    </a:moveTo>
                    <a:lnTo>
                      <a:pt x="0" y="2778"/>
                    </a:lnTo>
                    <a:lnTo>
                      <a:pt x="3176" y="2778"/>
                    </a:lnTo>
                    <a:lnTo>
                      <a:pt x="3176" y="0"/>
                    </a:ln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20"/>
              <p:cNvSpPr/>
              <p:nvPr/>
            </p:nvSpPr>
            <p:spPr>
              <a:xfrm>
                <a:off x="3523667" y="3310126"/>
                <a:ext cx="97070" cy="110895"/>
              </a:xfrm>
              <a:custGeom>
                <a:rect b="b" l="l" r="r" t="t"/>
                <a:pathLst>
                  <a:path extrusionOk="0" h="3175" w="2779">
                    <a:moveTo>
                      <a:pt x="0" y="0"/>
                    </a:moveTo>
                    <a:lnTo>
                      <a:pt x="0" y="3174"/>
                    </a:lnTo>
                    <a:lnTo>
                      <a:pt x="2778" y="3174"/>
                    </a:lnTo>
                    <a:lnTo>
                      <a:pt x="2778"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20"/>
              <p:cNvSpPr/>
              <p:nvPr/>
            </p:nvSpPr>
            <p:spPr>
              <a:xfrm>
                <a:off x="3412729" y="3310126"/>
                <a:ext cx="110973" cy="110895"/>
              </a:xfrm>
              <a:custGeom>
                <a:rect b="b" l="l" r="r" t="t"/>
                <a:pathLst>
                  <a:path extrusionOk="0" h="3175" w="3177">
                    <a:moveTo>
                      <a:pt x="1" y="0"/>
                    </a:moveTo>
                    <a:lnTo>
                      <a:pt x="1" y="3174"/>
                    </a:lnTo>
                    <a:lnTo>
                      <a:pt x="3176" y="3174"/>
                    </a:lnTo>
                    <a:lnTo>
                      <a:pt x="3176"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20"/>
              <p:cNvSpPr/>
              <p:nvPr/>
            </p:nvSpPr>
            <p:spPr>
              <a:xfrm>
                <a:off x="3315694" y="3310126"/>
                <a:ext cx="97070" cy="110895"/>
              </a:xfrm>
              <a:custGeom>
                <a:rect b="b" l="l" r="r" t="t"/>
                <a:pathLst>
                  <a:path extrusionOk="0" h="3175" w="2779">
                    <a:moveTo>
                      <a:pt x="1" y="0"/>
                    </a:moveTo>
                    <a:lnTo>
                      <a:pt x="1" y="3174"/>
                    </a:lnTo>
                    <a:lnTo>
                      <a:pt x="2779" y="3174"/>
                    </a:lnTo>
                    <a:lnTo>
                      <a:pt x="2779"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20"/>
              <p:cNvSpPr/>
              <p:nvPr/>
            </p:nvSpPr>
            <p:spPr>
              <a:xfrm>
                <a:off x="3204826" y="3310126"/>
                <a:ext cx="110903" cy="110895"/>
              </a:xfrm>
              <a:custGeom>
                <a:rect b="b" l="l" r="r" t="t"/>
                <a:pathLst>
                  <a:path extrusionOk="0" h="3175" w="3175">
                    <a:moveTo>
                      <a:pt x="0" y="0"/>
                    </a:moveTo>
                    <a:lnTo>
                      <a:pt x="0" y="3174"/>
                    </a:lnTo>
                    <a:lnTo>
                      <a:pt x="3175" y="3174"/>
                    </a:lnTo>
                    <a:lnTo>
                      <a:pt x="3175"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20"/>
              <p:cNvSpPr/>
              <p:nvPr/>
            </p:nvSpPr>
            <p:spPr>
              <a:xfrm>
                <a:off x="3107791" y="3310126"/>
                <a:ext cx="97070" cy="110895"/>
              </a:xfrm>
              <a:custGeom>
                <a:rect b="b" l="l" r="r" t="t"/>
                <a:pathLst>
                  <a:path extrusionOk="0" h="3175" w="2779">
                    <a:moveTo>
                      <a:pt x="0" y="0"/>
                    </a:moveTo>
                    <a:lnTo>
                      <a:pt x="0" y="3174"/>
                    </a:lnTo>
                    <a:lnTo>
                      <a:pt x="2778" y="3174"/>
                    </a:lnTo>
                    <a:lnTo>
                      <a:pt x="2778"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20"/>
              <p:cNvSpPr/>
              <p:nvPr/>
            </p:nvSpPr>
            <p:spPr>
              <a:xfrm>
                <a:off x="2996888" y="3310126"/>
                <a:ext cx="110938" cy="110895"/>
              </a:xfrm>
              <a:custGeom>
                <a:rect b="b" l="l" r="r" t="t"/>
                <a:pathLst>
                  <a:path extrusionOk="0" h="3175" w="3176">
                    <a:moveTo>
                      <a:pt x="1" y="0"/>
                    </a:moveTo>
                    <a:lnTo>
                      <a:pt x="1" y="3174"/>
                    </a:lnTo>
                    <a:lnTo>
                      <a:pt x="3175" y="3174"/>
                    </a:lnTo>
                    <a:lnTo>
                      <a:pt x="3175"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8" name="Google Shape;3398;p20"/>
              <p:cNvSpPr/>
              <p:nvPr/>
            </p:nvSpPr>
            <p:spPr>
              <a:xfrm>
                <a:off x="2899853" y="3310126"/>
                <a:ext cx="97070" cy="110895"/>
              </a:xfrm>
              <a:custGeom>
                <a:rect b="b" l="l" r="r" t="t"/>
                <a:pathLst>
                  <a:path extrusionOk="0" h="3175" w="2779">
                    <a:moveTo>
                      <a:pt x="1" y="0"/>
                    </a:moveTo>
                    <a:lnTo>
                      <a:pt x="1" y="3174"/>
                    </a:lnTo>
                    <a:lnTo>
                      <a:pt x="2779" y="3174"/>
                    </a:lnTo>
                    <a:lnTo>
                      <a:pt x="2779" y="0"/>
                    </a:lnTo>
                    <a:close/>
                  </a:path>
                </a:pathLst>
              </a:cu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20"/>
              <p:cNvSpPr/>
              <p:nvPr/>
            </p:nvSpPr>
            <p:spPr>
              <a:xfrm>
                <a:off x="2788951" y="3310126"/>
                <a:ext cx="110938" cy="110895"/>
              </a:xfrm>
              <a:custGeom>
                <a:rect b="b" l="l" r="r" t="t"/>
                <a:pathLst>
                  <a:path extrusionOk="0" h="3175" w="3176">
                    <a:moveTo>
                      <a:pt x="0" y="0"/>
                    </a:moveTo>
                    <a:lnTo>
                      <a:pt x="0" y="3174"/>
                    </a:lnTo>
                    <a:lnTo>
                      <a:pt x="3176" y="3174"/>
                    </a:lnTo>
                    <a:lnTo>
                      <a:pt x="3176" y="0"/>
                    </a:lnTo>
                    <a:close/>
                  </a:path>
                </a:pathLst>
              </a:cu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0" name="Google Shape;3400;p20"/>
            <p:cNvGrpSpPr/>
            <p:nvPr/>
          </p:nvGrpSpPr>
          <p:grpSpPr>
            <a:xfrm>
              <a:off x="-387375" y="2038775"/>
              <a:ext cx="9531425" cy="3274175"/>
              <a:chOff x="-387375" y="2038775"/>
              <a:chExt cx="9531425" cy="3274175"/>
            </a:xfrm>
          </p:grpSpPr>
          <p:grpSp>
            <p:nvGrpSpPr>
              <p:cNvPr id="3401" name="Google Shape;3401;p20"/>
              <p:cNvGrpSpPr/>
              <p:nvPr/>
            </p:nvGrpSpPr>
            <p:grpSpPr>
              <a:xfrm>
                <a:off x="-98650" y="4010850"/>
                <a:ext cx="9242700" cy="1302100"/>
                <a:chOff x="-98650" y="4010850"/>
                <a:chExt cx="9242700" cy="1302100"/>
              </a:xfrm>
            </p:grpSpPr>
            <p:sp>
              <p:nvSpPr>
                <p:cNvPr id="3402" name="Google Shape;3402;p20"/>
                <p:cNvSpPr/>
                <p:nvPr/>
              </p:nvSpPr>
              <p:spPr>
                <a:xfrm>
                  <a:off x="-98650" y="4010850"/>
                  <a:ext cx="9242700" cy="5670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20"/>
                <p:cNvSpPr/>
                <p:nvPr/>
              </p:nvSpPr>
              <p:spPr>
                <a:xfrm>
                  <a:off x="-98650" y="4584050"/>
                  <a:ext cx="9242700" cy="155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20"/>
                <p:cNvSpPr/>
                <p:nvPr/>
              </p:nvSpPr>
              <p:spPr>
                <a:xfrm>
                  <a:off x="-98650" y="4745950"/>
                  <a:ext cx="9242700" cy="5670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5" name="Google Shape;3405;p20"/>
              <p:cNvGrpSpPr/>
              <p:nvPr/>
            </p:nvGrpSpPr>
            <p:grpSpPr>
              <a:xfrm>
                <a:off x="-387375" y="2038775"/>
                <a:ext cx="1722000" cy="578125"/>
                <a:chOff x="-387375" y="2038775"/>
                <a:chExt cx="1722000" cy="578125"/>
              </a:xfrm>
            </p:grpSpPr>
            <p:sp>
              <p:nvSpPr>
                <p:cNvPr id="3406" name="Google Shape;3406;p20"/>
                <p:cNvSpPr/>
                <p:nvPr/>
              </p:nvSpPr>
              <p:spPr>
                <a:xfrm>
                  <a:off x="-387375" y="2038775"/>
                  <a:ext cx="1722000" cy="2091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20"/>
                <p:cNvSpPr/>
                <p:nvPr/>
              </p:nvSpPr>
              <p:spPr>
                <a:xfrm>
                  <a:off x="-387375" y="2254000"/>
                  <a:ext cx="1722000" cy="92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20"/>
                <p:cNvSpPr/>
                <p:nvPr/>
              </p:nvSpPr>
              <p:spPr>
                <a:xfrm>
                  <a:off x="-387375" y="2352900"/>
                  <a:ext cx="1722000" cy="2640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TITLE_AND_BODY_1_1_2">
    <p:bg>
      <p:bgPr>
        <a:solidFill>
          <a:schemeClr val="accent6"/>
        </a:solidFill>
      </p:bgPr>
    </p:bg>
    <p:spTree>
      <p:nvGrpSpPr>
        <p:cNvPr id="3409" name="Shape 3409"/>
        <p:cNvGrpSpPr/>
        <p:nvPr/>
      </p:nvGrpSpPr>
      <p:grpSpPr>
        <a:xfrm>
          <a:off x="0" y="0"/>
          <a:ext cx="0" cy="0"/>
          <a:chOff x="0" y="0"/>
          <a:chExt cx="0" cy="0"/>
        </a:xfrm>
      </p:grpSpPr>
      <p:sp>
        <p:nvSpPr>
          <p:cNvPr id="3410" name="Google Shape;3410;p21"/>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11" name="Google Shape;3411;p21"/>
          <p:cNvSpPr txBox="1"/>
          <p:nvPr>
            <p:ph idx="2" type="title"/>
          </p:nvPr>
        </p:nvSpPr>
        <p:spPr>
          <a:xfrm>
            <a:off x="817550" y="1691025"/>
            <a:ext cx="23241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3412" name="Google Shape;3412;p21"/>
          <p:cNvSpPr txBox="1"/>
          <p:nvPr>
            <p:ph idx="1" type="subTitle"/>
          </p:nvPr>
        </p:nvSpPr>
        <p:spPr>
          <a:xfrm>
            <a:off x="817550" y="2074724"/>
            <a:ext cx="2324100" cy="87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3413" name="Google Shape;3413;p21"/>
          <p:cNvSpPr txBox="1"/>
          <p:nvPr>
            <p:ph idx="3" type="title"/>
          </p:nvPr>
        </p:nvSpPr>
        <p:spPr>
          <a:xfrm>
            <a:off x="3409950" y="1691025"/>
            <a:ext cx="23241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3414" name="Google Shape;3414;p21"/>
          <p:cNvSpPr txBox="1"/>
          <p:nvPr>
            <p:ph idx="4" type="subTitle"/>
          </p:nvPr>
        </p:nvSpPr>
        <p:spPr>
          <a:xfrm>
            <a:off x="3409950" y="2074724"/>
            <a:ext cx="2324100" cy="87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3415" name="Google Shape;3415;p21"/>
          <p:cNvSpPr txBox="1"/>
          <p:nvPr>
            <p:ph idx="5" type="title"/>
          </p:nvPr>
        </p:nvSpPr>
        <p:spPr>
          <a:xfrm>
            <a:off x="6002350" y="1691025"/>
            <a:ext cx="23241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3416" name="Google Shape;3416;p21"/>
          <p:cNvSpPr txBox="1"/>
          <p:nvPr>
            <p:ph idx="6" type="subTitle"/>
          </p:nvPr>
        </p:nvSpPr>
        <p:spPr>
          <a:xfrm>
            <a:off x="6002350" y="2074724"/>
            <a:ext cx="2324100" cy="87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3417" name="Google Shape;3417;p21"/>
          <p:cNvSpPr txBox="1"/>
          <p:nvPr>
            <p:ph idx="7" type="title"/>
          </p:nvPr>
        </p:nvSpPr>
        <p:spPr>
          <a:xfrm>
            <a:off x="817550" y="3370525"/>
            <a:ext cx="23241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3418" name="Google Shape;3418;p21"/>
          <p:cNvSpPr txBox="1"/>
          <p:nvPr>
            <p:ph idx="8" type="subTitle"/>
          </p:nvPr>
        </p:nvSpPr>
        <p:spPr>
          <a:xfrm>
            <a:off x="817550" y="3754224"/>
            <a:ext cx="2324100" cy="87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3419" name="Google Shape;3419;p21"/>
          <p:cNvSpPr txBox="1"/>
          <p:nvPr>
            <p:ph idx="9" type="title"/>
          </p:nvPr>
        </p:nvSpPr>
        <p:spPr>
          <a:xfrm>
            <a:off x="3409950" y="3370525"/>
            <a:ext cx="23241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3420" name="Google Shape;3420;p21"/>
          <p:cNvSpPr txBox="1"/>
          <p:nvPr>
            <p:ph idx="13" type="subTitle"/>
          </p:nvPr>
        </p:nvSpPr>
        <p:spPr>
          <a:xfrm>
            <a:off x="3409950" y="3754224"/>
            <a:ext cx="2324100" cy="87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
        <p:nvSpPr>
          <p:cNvPr id="3421" name="Google Shape;3421;p21"/>
          <p:cNvSpPr txBox="1"/>
          <p:nvPr>
            <p:ph idx="14" type="title"/>
          </p:nvPr>
        </p:nvSpPr>
        <p:spPr>
          <a:xfrm>
            <a:off x="6002350" y="3370525"/>
            <a:ext cx="2324100" cy="39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16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3422" name="Google Shape;3422;p21"/>
          <p:cNvSpPr txBox="1"/>
          <p:nvPr>
            <p:ph idx="15" type="subTitle"/>
          </p:nvPr>
        </p:nvSpPr>
        <p:spPr>
          <a:xfrm>
            <a:off x="6002350" y="3754224"/>
            <a:ext cx="2324100" cy="879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Clr>
                <a:schemeClr val="lt1"/>
              </a:buClr>
              <a:buSzPts val="2100"/>
              <a:buNone/>
              <a:defRPr sz="2100">
                <a:solidFill>
                  <a:schemeClr val="lt1"/>
                </a:solidFill>
              </a:defRPr>
            </a:lvl2pPr>
            <a:lvl3pPr lvl="2" rtl="0" algn="ctr">
              <a:lnSpc>
                <a:spcPct val="100000"/>
              </a:lnSpc>
              <a:spcBef>
                <a:spcPts val="0"/>
              </a:spcBef>
              <a:spcAft>
                <a:spcPts val="0"/>
              </a:spcAft>
              <a:buClr>
                <a:schemeClr val="lt1"/>
              </a:buClr>
              <a:buSzPts val="2100"/>
              <a:buNone/>
              <a:defRPr sz="2100">
                <a:solidFill>
                  <a:schemeClr val="lt1"/>
                </a:solidFill>
              </a:defRPr>
            </a:lvl3pPr>
            <a:lvl4pPr lvl="3" rtl="0" algn="ctr">
              <a:lnSpc>
                <a:spcPct val="100000"/>
              </a:lnSpc>
              <a:spcBef>
                <a:spcPts val="0"/>
              </a:spcBef>
              <a:spcAft>
                <a:spcPts val="0"/>
              </a:spcAft>
              <a:buClr>
                <a:schemeClr val="lt1"/>
              </a:buClr>
              <a:buSzPts val="2100"/>
              <a:buNone/>
              <a:defRPr sz="2100">
                <a:solidFill>
                  <a:schemeClr val="lt1"/>
                </a:solidFill>
              </a:defRPr>
            </a:lvl4pPr>
            <a:lvl5pPr lvl="4" rtl="0" algn="ctr">
              <a:lnSpc>
                <a:spcPct val="100000"/>
              </a:lnSpc>
              <a:spcBef>
                <a:spcPts val="0"/>
              </a:spcBef>
              <a:spcAft>
                <a:spcPts val="0"/>
              </a:spcAft>
              <a:buClr>
                <a:schemeClr val="lt1"/>
              </a:buClr>
              <a:buSzPts val="2100"/>
              <a:buNone/>
              <a:defRPr sz="2100">
                <a:solidFill>
                  <a:schemeClr val="lt1"/>
                </a:solidFill>
              </a:defRPr>
            </a:lvl5pPr>
            <a:lvl6pPr lvl="5" rtl="0" algn="ctr">
              <a:lnSpc>
                <a:spcPct val="100000"/>
              </a:lnSpc>
              <a:spcBef>
                <a:spcPts val="0"/>
              </a:spcBef>
              <a:spcAft>
                <a:spcPts val="0"/>
              </a:spcAft>
              <a:buClr>
                <a:schemeClr val="lt1"/>
              </a:buClr>
              <a:buSzPts val="2100"/>
              <a:buNone/>
              <a:defRPr sz="2100">
                <a:solidFill>
                  <a:schemeClr val="lt1"/>
                </a:solidFill>
              </a:defRPr>
            </a:lvl6pPr>
            <a:lvl7pPr lvl="6" rtl="0" algn="ctr">
              <a:lnSpc>
                <a:spcPct val="100000"/>
              </a:lnSpc>
              <a:spcBef>
                <a:spcPts val="0"/>
              </a:spcBef>
              <a:spcAft>
                <a:spcPts val="0"/>
              </a:spcAft>
              <a:buClr>
                <a:schemeClr val="lt1"/>
              </a:buClr>
              <a:buSzPts val="2100"/>
              <a:buNone/>
              <a:defRPr sz="2100">
                <a:solidFill>
                  <a:schemeClr val="lt1"/>
                </a:solidFill>
              </a:defRPr>
            </a:lvl7pPr>
            <a:lvl8pPr lvl="7" rtl="0" algn="ctr">
              <a:lnSpc>
                <a:spcPct val="100000"/>
              </a:lnSpc>
              <a:spcBef>
                <a:spcPts val="0"/>
              </a:spcBef>
              <a:spcAft>
                <a:spcPts val="0"/>
              </a:spcAft>
              <a:buClr>
                <a:schemeClr val="lt1"/>
              </a:buClr>
              <a:buSzPts val="2100"/>
              <a:buNone/>
              <a:defRPr sz="2100">
                <a:solidFill>
                  <a:schemeClr val="lt1"/>
                </a:solidFill>
              </a:defRPr>
            </a:lvl8pPr>
            <a:lvl9pPr lvl="8" rtl="0" algn="ctr">
              <a:lnSpc>
                <a:spcPct val="100000"/>
              </a:lnSpc>
              <a:spcBef>
                <a:spcPts val="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2">
    <p:bg>
      <p:bgPr>
        <a:solidFill>
          <a:schemeClr val="accent6"/>
        </a:solidFill>
      </p:bgPr>
    </p:bg>
    <p:spTree>
      <p:nvGrpSpPr>
        <p:cNvPr id="3423" name="Shape 3423"/>
        <p:cNvGrpSpPr/>
        <p:nvPr/>
      </p:nvGrpSpPr>
      <p:grpSpPr>
        <a:xfrm>
          <a:off x="0" y="0"/>
          <a:ext cx="0" cy="0"/>
          <a:chOff x="0" y="0"/>
          <a:chExt cx="0" cy="0"/>
        </a:xfrm>
      </p:grpSpPr>
      <p:sp>
        <p:nvSpPr>
          <p:cNvPr id="3424" name="Google Shape;3424;p22"/>
          <p:cNvSpPr txBox="1"/>
          <p:nvPr>
            <p:ph type="title"/>
          </p:nvPr>
        </p:nvSpPr>
        <p:spPr>
          <a:xfrm>
            <a:off x="1334700" y="1601125"/>
            <a:ext cx="6474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425" name="Google Shape;3425;p22"/>
          <p:cNvSpPr txBox="1"/>
          <p:nvPr>
            <p:ph hasCustomPrompt="1" idx="2" type="title"/>
          </p:nvPr>
        </p:nvSpPr>
        <p:spPr>
          <a:xfrm>
            <a:off x="311700" y="1106125"/>
            <a:ext cx="8520600" cy="711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
        <p:nvSpPr>
          <p:cNvPr id="3426" name="Google Shape;3426;p22"/>
          <p:cNvSpPr txBox="1"/>
          <p:nvPr>
            <p:ph idx="1" type="subTitle"/>
          </p:nvPr>
        </p:nvSpPr>
        <p:spPr>
          <a:xfrm>
            <a:off x="1753050" y="2370125"/>
            <a:ext cx="56379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800"/>
              <a:buNone/>
              <a:defRPr>
                <a:solidFill>
                  <a:schemeClr val="lt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grpSp>
        <p:nvGrpSpPr>
          <p:cNvPr id="3427" name="Google Shape;3427;p22"/>
          <p:cNvGrpSpPr/>
          <p:nvPr/>
        </p:nvGrpSpPr>
        <p:grpSpPr>
          <a:xfrm>
            <a:off x="8248063" y="1554103"/>
            <a:ext cx="1443946" cy="721968"/>
            <a:chOff x="311697" y="-12"/>
            <a:chExt cx="4437449" cy="2218709"/>
          </a:xfrm>
        </p:grpSpPr>
        <p:sp>
          <p:nvSpPr>
            <p:cNvPr id="3428" name="Google Shape;3428;p22"/>
            <p:cNvSpPr/>
            <p:nvPr/>
          </p:nvSpPr>
          <p:spPr>
            <a:xfrm>
              <a:off x="2400974"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9" name="Google Shape;3429;p22"/>
            <p:cNvSpPr/>
            <p:nvPr/>
          </p:nvSpPr>
          <p:spPr>
            <a:xfrm>
              <a:off x="2253074"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22"/>
            <p:cNvSpPr/>
            <p:nvPr/>
          </p:nvSpPr>
          <p:spPr>
            <a:xfrm>
              <a:off x="208667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22"/>
            <p:cNvSpPr/>
            <p:nvPr/>
          </p:nvSpPr>
          <p:spPr>
            <a:xfrm>
              <a:off x="1957242"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22"/>
            <p:cNvSpPr/>
            <p:nvPr/>
          </p:nvSpPr>
          <p:spPr>
            <a:xfrm>
              <a:off x="1790857" y="2070781"/>
              <a:ext cx="166400" cy="147916"/>
            </a:xfrm>
            <a:custGeom>
              <a:rect b="b" l="l" r="r" t="t"/>
              <a:pathLst>
                <a:path extrusionOk="0" h="9523" w="10713">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22"/>
            <p:cNvSpPr/>
            <p:nvPr/>
          </p:nvSpPr>
          <p:spPr>
            <a:xfrm>
              <a:off x="1642910"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22"/>
            <p:cNvSpPr/>
            <p:nvPr/>
          </p:nvSpPr>
          <p:spPr>
            <a:xfrm>
              <a:off x="1513494"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22"/>
            <p:cNvSpPr/>
            <p:nvPr/>
          </p:nvSpPr>
          <p:spPr>
            <a:xfrm>
              <a:off x="134709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22"/>
            <p:cNvSpPr/>
            <p:nvPr/>
          </p:nvSpPr>
          <p:spPr>
            <a:xfrm>
              <a:off x="1199178"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22"/>
            <p:cNvSpPr/>
            <p:nvPr/>
          </p:nvSpPr>
          <p:spPr>
            <a:xfrm>
              <a:off x="1069761"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22"/>
            <p:cNvSpPr/>
            <p:nvPr/>
          </p:nvSpPr>
          <p:spPr>
            <a:xfrm>
              <a:off x="903361" y="2070781"/>
              <a:ext cx="166415" cy="147916"/>
            </a:xfrm>
            <a:custGeom>
              <a:rect b="b" l="l" r="r" t="t"/>
              <a:pathLst>
                <a:path extrusionOk="0" h="9523" w="10714">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22"/>
            <p:cNvSpPr/>
            <p:nvPr/>
          </p:nvSpPr>
          <p:spPr>
            <a:xfrm>
              <a:off x="755430"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22"/>
            <p:cNvSpPr/>
            <p:nvPr/>
          </p:nvSpPr>
          <p:spPr>
            <a:xfrm>
              <a:off x="625998"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22"/>
            <p:cNvSpPr/>
            <p:nvPr/>
          </p:nvSpPr>
          <p:spPr>
            <a:xfrm>
              <a:off x="2400974"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22"/>
            <p:cNvSpPr/>
            <p:nvPr/>
          </p:nvSpPr>
          <p:spPr>
            <a:xfrm>
              <a:off x="225307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22"/>
            <p:cNvSpPr/>
            <p:nvPr/>
          </p:nvSpPr>
          <p:spPr>
            <a:xfrm>
              <a:off x="208667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22"/>
            <p:cNvSpPr/>
            <p:nvPr/>
          </p:nvSpPr>
          <p:spPr>
            <a:xfrm>
              <a:off x="1957242"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5" name="Google Shape;3445;p22"/>
            <p:cNvSpPr/>
            <p:nvPr/>
          </p:nvSpPr>
          <p:spPr>
            <a:xfrm>
              <a:off x="1790857" y="192286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22"/>
            <p:cNvSpPr/>
            <p:nvPr/>
          </p:nvSpPr>
          <p:spPr>
            <a:xfrm>
              <a:off x="1642910"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22"/>
            <p:cNvSpPr/>
            <p:nvPr/>
          </p:nvSpPr>
          <p:spPr>
            <a:xfrm>
              <a:off x="1513494"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22"/>
            <p:cNvSpPr/>
            <p:nvPr/>
          </p:nvSpPr>
          <p:spPr>
            <a:xfrm>
              <a:off x="134709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22"/>
            <p:cNvSpPr/>
            <p:nvPr/>
          </p:nvSpPr>
          <p:spPr>
            <a:xfrm>
              <a:off x="1199178"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22"/>
            <p:cNvSpPr/>
            <p:nvPr/>
          </p:nvSpPr>
          <p:spPr>
            <a:xfrm>
              <a:off x="1069761"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22"/>
            <p:cNvSpPr/>
            <p:nvPr/>
          </p:nvSpPr>
          <p:spPr>
            <a:xfrm>
              <a:off x="903361" y="192286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22"/>
            <p:cNvSpPr/>
            <p:nvPr/>
          </p:nvSpPr>
          <p:spPr>
            <a:xfrm>
              <a:off x="755430"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22"/>
            <p:cNvSpPr/>
            <p:nvPr/>
          </p:nvSpPr>
          <p:spPr>
            <a:xfrm>
              <a:off x="625998"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22"/>
            <p:cNvSpPr/>
            <p:nvPr/>
          </p:nvSpPr>
          <p:spPr>
            <a:xfrm>
              <a:off x="459598"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22"/>
            <p:cNvSpPr/>
            <p:nvPr/>
          </p:nvSpPr>
          <p:spPr>
            <a:xfrm>
              <a:off x="311697"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22"/>
            <p:cNvSpPr/>
            <p:nvPr/>
          </p:nvSpPr>
          <p:spPr>
            <a:xfrm>
              <a:off x="2400974"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22"/>
            <p:cNvSpPr/>
            <p:nvPr/>
          </p:nvSpPr>
          <p:spPr>
            <a:xfrm>
              <a:off x="225307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8" name="Google Shape;3458;p22"/>
            <p:cNvSpPr/>
            <p:nvPr/>
          </p:nvSpPr>
          <p:spPr>
            <a:xfrm>
              <a:off x="208667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9" name="Google Shape;3459;p22"/>
            <p:cNvSpPr/>
            <p:nvPr/>
          </p:nvSpPr>
          <p:spPr>
            <a:xfrm>
              <a:off x="1957242"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0" name="Google Shape;3460;p22"/>
            <p:cNvSpPr/>
            <p:nvPr/>
          </p:nvSpPr>
          <p:spPr>
            <a:xfrm>
              <a:off x="1790857" y="175648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22"/>
            <p:cNvSpPr/>
            <p:nvPr/>
          </p:nvSpPr>
          <p:spPr>
            <a:xfrm>
              <a:off x="1642910"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22"/>
            <p:cNvSpPr/>
            <p:nvPr/>
          </p:nvSpPr>
          <p:spPr>
            <a:xfrm>
              <a:off x="1513494"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22"/>
            <p:cNvSpPr/>
            <p:nvPr/>
          </p:nvSpPr>
          <p:spPr>
            <a:xfrm>
              <a:off x="134709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22"/>
            <p:cNvSpPr/>
            <p:nvPr/>
          </p:nvSpPr>
          <p:spPr>
            <a:xfrm>
              <a:off x="1199178"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22"/>
            <p:cNvSpPr/>
            <p:nvPr/>
          </p:nvSpPr>
          <p:spPr>
            <a:xfrm>
              <a:off x="1069761"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22"/>
            <p:cNvSpPr/>
            <p:nvPr/>
          </p:nvSpPr>
          <p:spPr>
            <a:xfrm>
              <a:off x="903361" y="175648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22"/>
            <p:cNvSpPr/>
            <p:nvPr/>
          </p:nvSpPr>
          <p:spPr>
            <a:xfrm>
              <a:off x="755430"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22"/>
            <p:cNvSpPr/>
            <p:nvPr/>
          </p:nvSpPr>
          <p:spPr>
            <a:xfrm>
              <a:off x="625998"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22"/>
            <p:cNvSpPr/>
            <p:nvPr/>
          </p:nvSpPr>
          <p:spPr>
            <a:xfrm>
              <a:off x="459598"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22"/>
            <p:cNvSpPr/>
            <p:nvPr/>
          </p:nvSpPr>
          <p:spPr>
            <a:xfrm>
              <a:off x="311697"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22"/>
            <p:cNvSpPr/>
            <p:nvPr/>
          </p:nvSpPr>
          <p:spPr>
            <a:xfrm>
              <a:off x="2400974"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22"/>
            <p:cNvSpPr/>
            <p:nvPr/>
          </p:nvSpPr>
          <p:spPr>
            <a:xfrm>
              <a:off x="225307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22"/>
            <p:cNvSpPr/>
            <p:nvPr/>
          </p:nvSpPr>
          <p:spPr>
            <a:xfrm>
              <a:off x="208667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22"/>
            <p:cNvSpPr/>
            <p:nvPr/>
          </p:nvSpPr>
          <p:spPr>
            <a:xfrm>
              <a:off x="1957242"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22"/>
            <p:cNvSpPr/>
            <p:nvPr/>
          </p:nvSpPr>
          <p:spPr>
            <a:xfrm>
              <a:off x="1790857" y="1627048"/>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22"/>
            <p:cNvSpPr/>
            <p:nvPr/>
          </p:nvSpPr>
          <p:spPr>
            <a:xfrm>
              <a:off x="1642910"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22"/>
            <p:cNvSpPr/>
            <p:nvPr/>
          </p:nvSpPr>
          <p:spPr>
            <a:xfrm>
              <a:off x="1513494"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22"/>
            <p:cNvSpPr/>
            <p:nvPr/>
          </p:nvSpPr>
          <p:spPr>
            <a:xfrm>
              <a:off x="134709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22"/>
            <p:cNvSpPr/>
            <p:nvPr/>
          </p:nvSpPr>
          <p:spPr>
            <a:xfrm>
              <a:off x="1199178"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22"/>
            <p:cNvSpPr/>
            <p:nvPr/>
          </p:nvSpPr>
          <p:spPr>
            <a:xfrm>
              <a:off x="1069761"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22"/>
            <p:cNvSpPr/>
            <p:nvPr/>
          </p:nvSpPr>
          <p:spPr>
            <a:xfrm>
              <a:off x="903361" y="1627048"/>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22"/>
            <p:cNvSpPr/>
            <p:nvPr/>
          </p:nvSpPr>
          <p:spPr>
            <a:xfrm>
              <a:off x="755430"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22"/>
            <p:cNvSpPr/>
            <p:nvPr/>
          </p:nvSpPr>
          <p:spPr>
            <a:xfrm>
              <a:off x="625998"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22"/>
            <p:cNvSpPr/>
            <p:nvPr/>
          </p:nvSpPr>
          <p:spPr>
            <a:xfrm>
              <a:off x="459598"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22"/>
            <p:cNvSpPr/>
            <p:nvPr/>
          </p:nvSpPr>
          <p:spPr>
            <a:xfrm>
              <a:off x="311697"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22"/>
            <p:cNvSpPr/>
            <p:nvPr/>
          </p:nvSpPr>
          <p:spPr>
            <a:xfrm>
              <a:off x="2400974"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22"/>
            <p:cNvSpPr/>
            <p:nvPr/>
          </p:nvSpPr>
          <p:spPr>
            <a:xfrm>
              <a:off x="225307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22"/>
            <p:cNvSpPr/>
            <p:nvPr/>
          </p:nvSpPr>
          <p:spPr>
            <a:xfrm>
              <a:off x="208667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22"/>
            <p:cNvSpPr/>
            <p:nvPr/>
          </p:nvSpPr>
          <p:spPr>
            <a:xfrm>
              <a:off x="1957242"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22"/>
            <p:cNvSpPr/>
            <p:nvPr/>
          </p:nvSpPr>
          <p:spPr>
            <a:xfrm>
              <a:off x="1790857" y="1460633"/>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22"/>
            <p:cNvSpPr/>
            <p:nvPr/>
          </p:nvSpPr>
          <p:spPr>
            <a:xfrm>
              <a:off x="1642910"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22"/>
            <p:cNvSpPr/>
            <p:nvPr/>
          </p:nvSpPr>
          <p:spPr>
            <a:xfrm>
              <a:off x="1513494"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22"/>
            <p:cNvSpPr/>
            <p:nvPr/>
          </p:nvSpPr>
          <p:spPr>
            <a:xfrm>
              <a:off x="134709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22"/>
            <p:cNvSpPr/>
            <p:nvPr/>
          </p:nvSpPr>
          <p:spPr>
            <a:xfrm>
              <a:off x="1199178"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22"/>
            <p:cNvSpPr/>
            <p:nvPr/>
          </p:nvSpPr>
          <p:spPr>
            <a:xfrm>
              <a:off x="1069761"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22"/>
            <p:cNvSpPr/>
            <p:nvPr/>
          </p:nvSpPr>
          <p:spPr>
            <a:xfrm>
              <a:off x="903361" y="1460633"/>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22"/>
            <p:cNvSpPr/>
            <p:nvPr/>
          </p:nvSpPr>
          <p:spPr>
            <a:xfrm>
              <a:off x="755430"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22"/>
            <p:cNvSpPr/>
            <p:nvPr/>
          </p:nvSpPr>
          <p:spPr>
            <a:xfrm>
              <a:off x="625998"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22"/>
            <p:cNvSpPr/>
            <p:nvPr/>
          </p:nvSpPr>
          <p:spPr>
            <a:xfrm>
              <a:off x="459598"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22"/>
            <p:cNvSpPr/>
            <p:nvPr/>
          </p:nvSpPr>
          <p:spPr>
            <a:xfrm>
              <a:off x="311697"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22"/>
            <p:cNvSpPr/>
            <p:nvPr/>
          </p:nvSpPr>
          <p:spPr>
            <a:xfrm>
              <a:off x="2400974"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22"/>
            <p:cNvSpPr/>
            <p:nvPr/>
          </p:nvSpPr>
          <p:spPr>
            <a:xfrm>
              <a:off x="225307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22"/>
            <p:cNvSpPr/>
            <p:nvPr/>
          </p:nvSpPr>
          <p:spPr>
            <a:xfrm>
              <a:off x="208667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22"/>
            <p:cNvSpPr/>
            <p:nvPr/>
          </p:nvSpPr>
          <p:spPr>
            <a:xfrm>
              <a:off x="1957242"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22"/>
            <p:cNvSpPr/>
            <p:nvPr/>
          </p:nvSpPr>
          <p:spPr>
            <a:xfrm>
              <a:off x="1790857" y="1331201"/>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22"/>
            <p:cNvSpPr/>
            <p:nvPr/>
          </p:nvSpPr>
          <p:spPr>
            <a:xfrm>
              <a:off x="1642910"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22"/>
            <p:cNvSpPr/>
            <p:nvPr/>
          </p:nvSpPr>
          <p:spPr>
            <a:xfrm>
              <a:off x="1513494"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22"/>
            <p:cNvSpPr/>
            <p:nvPr/>
          </p:nvSpPr>
          <p:spPr>
            <a:xfrm>
              <a:off x="134709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22"/>
            <p:cNvSpPr/>
            <p:nvPr/>
          </p:nvSpPr>
          <p:spPr>
            <a:xfrm>
              <a:off x="1199178"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22"/>
            <p:cNvSpPr/>
            <p:nvPr/>
          </p:nvSpPr>
          <p:spPr>
            <a:xfrm>
              <a:off x="1069761"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22"/>
            <p:cNvSpPr/>
            <p:nvPr/>
          </p:nvSpPr>
          <p:spPr>
            <a:xfrm>
              <a:off x="903361" y="1331201"/>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22"/>
            <p:cNvSpPr/>
            <p:nvPr/>
          </p:nvSpPr>
          <p:spPr>
            <a:xfrm>
              <a:off x="755430"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22"/>
            <p:cNvSpPr/>
            <p:nvPr/>
          </p:nvSpPr>
          <p:spPr>
            <a:xfrm>
              <a:off x="625998"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22"/>
            <p:cNvSpPr/>
            <p:nvPr/>
          </p:nvSpPr>
          <p:spPr>
            <a:xfrm>
              <a:off x="459598"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22"/>
            <p:cNvSpPr/>
            <p:nvPr/>
          </p:nvSpPr>
          <p:spPr>
            <a:xfrm>
              <a:off x="2400974"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22"/>
            <p:cNvSpPr/>
            <p:nvPr/>
          </p:nvSpPr>
          <p:spPr>
            <a:xfrm>
              <a:off x="2253074"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22"/>
            <p:cNvSpPr/>
            <p:nvPr/>
          </p:nvSpPr>
          <p:spPr>
            <a:xfrm>
              <a:off x="208667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22"/>
            <p:cNvSpPr/>
            <p:nvPr/>
          </p:nvSpPr>
          <p:spPr>
            <a:xfrm>
              <a:off x="1957242"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9" name="Google Shape;3519;p22"/>
            <p:cNvSpPr/>
            <p:nvPr/>
          </p:nvSpPr>
          <p:spPr>
            <a:xfrm>
              <a:off x="1790857" y="118328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22"/>
            <p:cNvSpPr/>
            <p:nvPr/>
          </p:nvSpPr>
          <p:spPr>
            <a:xfrm>
              <a:off x="1642910"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22"/>
            <p:cNvSpPr/>
            <p:nvPr/>
          </p:nvSpPr>
          <p:spPr>
            <a:xfrm>
              <a:off x="1513494"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22"/>
            <p:cNvSpPr/>
            <p:nvPr/>
          </p:nvSpPr>
          <p:spPr>
            <a:xfrm>
              <a:off x="134709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22"/>
            <p:cNvSpPr/>
            <p:nvPr/>
          </p:nvSpPr>
          <p:spPr>
            <a:xfrm>
              <a:off x="1199178"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22"/>
            <p:cNvSpPr/>
            <p:nvPr/>
          </p:nvSpPr>
          <p:spPr>
            <a:xfrm>
              <a:off x="1069761"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22"/>
            <p:cNvSpPr/>
            <p:nvPr/>
          </p:nvSpPr>
          <p:spPr>
            <a:xfrm>
              <a:off x="903361" y="118328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22"/>
            <p:cNvSpPr/>
            <p:nvPr/>
          </p:nvSpPr>
          <p:spPr>
            <a:xfrm>
              <a:off x="755430"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22"/>
            <p:cNvSpPr/>
            <p:nvPr/>
          </p:nvSpPr>
          <p:spPr>
            <a:xfrm>
              <a:off x="626013" y="1183285"/>
              <a:ext cx="129432" cy="147932"/>
            </a:xfrm>
            <a:custGeom>
              <a:rect b="b" l="l" r="r" t="t"/>
              <a:pathLst>
                <a:path extrusionOk="0" h="9524" w="8333">
                  <a:moveTo>
                    <a:pt x="1" y="1"/>
                  </a:moveTo>
                  <a:lnTo>
                    <a:pt x="1" y="9523"/>
                  </a:lnTo>
                  <a:lnTo>
                    <a:pt x="8332" y="9523"/>
                  </a:lnTo>
                  <a:lnTo>
                    <a:pt x="8332"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22"/>
            <p:cNvSpPr/>
            <p:nvPr/>
          </p:nvSpPr>
          <p:spPr>
            <a:xfrm>
              <a:off x="2400974"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22"/>
            <p:cNvSpPr/>
            <p:nvPr/>
          </p:nvSpPr>
          <p:spPr>
            <a:xfrm>
              <a:off x="2253074"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22"/>
            <p:cNvSpPr/>
            <p:nvPr/>
          </p:nvSpPr>
          <p:spPr>
            <a:xfrm>
              <a:off x="208667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22"/>
            <p:cNvSpPr/>
            <p:nvPr/>
          </p:nvSpPr>
          <p:spPr>
            <a:xfrm>
              <a:off x="1957242"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22"/>
            <p:cNvSpPr/>
            <p:nvPr/>
          </p:nvSpPr>
          <p:spPr>
            <a:xfrm>
              <a:off x="1790857" y="101690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22"/>
            <p:cNvSpPr/>
            <p:nvPr/>
          </p:nvSpPr>
          <p:spPr>
            <a:xfrm>
              <a:off x="1642910"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22"/>
            <p:cNvSpPr/>
            <p:nvPr/>
          </p:nvSpPr>
          <p:spPr>
            <a:xfrm>
              <a:off x="1513494"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22"/>
            <p:cNvSpPr/>
            <p:nvPr/>
          </p:nvSpPr>
          <p:spPr>
            <a:xfrm>
              <a:off x="134709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22"/>
            <p:cNvSpPr/>
            <p:nvPr/>
          </p:nvSpPr>
          <p:spPr>
            <a:xfrm>
              <a:off x="1199178"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22"/>
            <p:cNvSpPr/>
            <p:nvPr/>
          </p:nvSpPr>
          <p:spPr>
            <a:xfrm>
              <a:off x="1069761"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22"/>
            <p:cNvSpPr/>
            <p:nvPr/>
          </p:nvSpPr>
          <p:spPr>
            <a:xfrm>
              <a:off x="903361" y="101690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22"/>
            <p:cNvSpPr/>
            <p:nvPr/>
          </p:nvSpPr>
          <p:spPr>
            <a:xfrm>
              <a:off x="755430"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22"/>
            <p:cNvSpPr/>
            <p:nvPr/>
          </p:nvSpPr>
          <p:spPr>
            <a:xfrm>
              <a:off x="2400974"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22"/>
            <p:cNvSpPr/>
            <p:nvPr/>
          </p:nvSpPr>
          <p:spPr>
            <a:xfrm>
              <a:off x="2253074"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22"/>
            <p:cNvSpPr/>
            <p:nvPr/>
          </p:nvSpPr>
          <p:spPr>
            <a:xfrm>
              <a:off x="208667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22"/>
            <p:cNvSpPr/>
            <p:nvPr/>
          </p:nvSpPr>
          <p:spPr>
            <a:xfrm>
              <a:off x="1957242"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22"/>
            <p:cNvSpPr/>
            <p:nvPr/>
          </p:nvSpPr>
          <p:spPr>
            <a:xfrm>
              <a:off x="1790857" y="887468"/>
              <a:ext cx="166400" cy="129448"/>
            </a:xfrm>
            <a:custGeom>
              <a:rect b="b" l="l" r="r" t="t"/>
              <a:pathLst>
                <a:path extrusionOk="0" h="8334" w="10713">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22"/>
            <p:cNvSpPr/>
            <p:nvPr/>
          </p:nvSpPr>
          <p:spPr>
            <a:xfrm>
              <a:off x="1642910"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22"/>
            <p:cNvSpPr/>
            <p:nvPr/>
          </p:nvSpPr>
          <p:spPr>
            <a:xfrm>
              <a:off x="1513494"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22"/>
            <p:cNvSpPr/>
            <p:nvPr/>
          </p:nvSpPr>
          <p:spPr>
            <a:xfrm>
              <a:off x="134709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22"/>
            <p:cNvSpPr/>
            <p:nvPr/>
          </p:nvSpPr>
          <p:spPr>
            <a:xfrm>
              <a:off x="1199178"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22"/>
            <p:cNvSpPr/>
            <p:nvPr/>
          </p:nvSpPr>
          <p:spPr>
            <a:xfrm>
              <a:off x="1069761"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22"/>
            <p:cNvSpPr/>
            <p:nvPr/>
          </p:nvSpPr>
          <p:spPr>
            <a:xfrm>
              <a:off x="903361" y="887468"/>
              <a:ext cx="166415" cy="129448"/>
            </a:xfrm>
            <a:custGeom>
              <a:rect b="b" l="l" r="r" t="t"/>
              <a:pathLst>
                <a:path extrusionOk="0" h="8334" w="10714">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22"/>
            <p:cNvSpPr/>
            <p:nvPr/>
          </p:nvSpPr>
          <p:spPr>
            <a:xfrm>
              <a:off x="755430"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22"/>
            <p:cNvSpPr/>
            <p:nvPr/>
          </p:nvSpPr>
          <p:spPr>
            <a:xfrm>
              <a:off x="2400974"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22"/>
            <p:cNvSpPr/>
            <p:nvPr/>
          </p:nvSpPr>
          <p:spPr>
            <a:xfrm>
              <a:off x="2253074"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22"/>
            <p:cNvSpPr/>
            <p:nvPr/>
          </p:nvSpPr>
          <p:spPr>
            <a:xfrm>
              <a:off x="208667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22"/>
            <p:cNvSpPr/>
            <p:nvPr/>
          </p:nvSpPr>
          <p:spPr>
            <a:xfrm>
              <a:off x="1957242"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22"/>
            <p:cNvSpPr/>
            <p:nvPr/>
          </p:nvSpPr>
          <p:spPr>
            <a:xfrm>
              <a:off x="1790857" y="739552"/>
              <a:ext cx="166400" cy="147932"/>
            </a:xfrm>
            <a:custGeom>
              <a:rect b="b" l="l" r="r" t="t"/>
              <a:pathLst>
                <a:path extrusionOk="0" h="9524" w="10713">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22"/>
            <p:cNvSpPr/>
            <p:nvPr/>
          </p:nvSpPr>
          <p:spPr>
            <a:xfrm>
              <a:off x="1642910"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22"/>
            <p:cNvSpPr/>
            <p:nvPr/>
          </p:nvSpPr>
          <p:spPr>
            <a:xfrm>
              <a:off x="1513494"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22"/>
            <p:cNvSpPr/>
            <p:nvPr/>
          </p:nvSpPr>
          <p:spPr>
            <a:xfrm>
              <a:off x="134709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22"/>
            <p:cNvSpPr/>
            <p:nvPr/>
          </p:nvSpPr>
          <p:spPr>
            <a:xfrm>
              <a:off x="1199178"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22"/>
            <p:cNvSpPr/>
            <p:nvPr/>
          </p:nvSpPr>
          <p:spPr>
            <a:xfrm>
              <a:off x="1069761"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22"/>
            <p:cNvSpPr/>
            <p:nvPr/>
          </p:nvSpPr>
          <p:spPr>
            <a:xfrm>
              <a:off x="903361" y="739552"/>
              <a:ext cx="166415" cy="147932"/>
            </a:xfrm>
            <a:custGeom>
              <a:rect b="b" l="l" r="r" t="t"/>
              <a:pathLst>
                <a:path extrusionOk="0" h="9524" w="10714">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22"/>
            <p:cNvSpPr/>
            <p:nvPr/>
          </p:nvSpPr>
          <p:spPr>
            <a:xfrm>
              <a:off x="2400974"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22"/>
            <p:cNvSpPr/>
            <p:nvPr/>
          </p:nvSpPr>
          <p:spPr>
            <a:xfrm>
              <a:off x="2253074"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22"/>
            <p:cNvSpPr/>
            <p:nvPr/>
          </p:nvSpPr>
          <p:spPr>
            <a:xfrm>
              <a:off x="2086674" y="573137"/>
              <a:ext cx="166415" cy="166431"/>
            </a:xfrm>
            <a:custGeom>
              <a:rect b="b" l="l" r="r" t="t"/>
              <a:pathLst>
                <a:path extrusionOk="0" h="10715" w="10714">
                  <a:moveTo>
                    <a:pt x="1" y="1"/>
                  </a:moveTo>
                  <a:lnTo>
                    <a:pt x="1"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22"/>
            <p:cNvSpPr/>
            <p:nvPr/>
          </p:nvSpPr>
          <p:spPr>
            <a:xfrm>
              <a:off x="1957242"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22"/>
            <p:cNvSpPr/>
            <p:nvPr/>
          </p:nvSpPr>
          <p:spPr>
            <a:xfrm>
              <a:off x="1790857" y="573137"/>
              <a:ext cx="166400" cy="166431"/>
            </a:xfrm>
            <a:custGeom>
              <a:rect b="b" l="l" r="r" t="t"/>
              <a:pathLst>
                <a:path extrusionOk="0" h="10715" w="10713">
                  <a:moveTo>
                    <a:pt x="0" y="1"/>
                  </a:moveTo>
                  <a:lnTo>
                    <a:pt x="0"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22"/>
            <p:cNvSpPr/>
            <p:nvPr/>
          </p:nvSpPr>
          <p:spPr>
            <a:xfrm>
              <a:off x="1642910"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22"/>
            <p:cNvSpPr/>
            <p:nvPr/>
          </p:nvSpPr>
          <p:spPr>
            <a:xfrm>
              <a:off x="1513494" y="573137"/>
              <a:ext cx="129432" cy="166431"/>
            </a:xfrm>
            <a:custGeom>
              <a:rect b="b" l="l" r="r" t="t"/>
              <a:pathLst>
                <a:path extrusionOk="0" h="10715" w="8333">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22"/>
            <p:cNvSpPr/>
            <p:nvPr/>
          </p:nvSpPr>
          <p:spPr>
            <a:xfrm>
              <a:off x="2400974"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22"/>
            <p:cNvSpPr/>
            <p:nvPr/>
          </p:nvSpPr>
          <p:spPr>
            <a:xfrm>
              <a:off x="2253074"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22"/>
            <p:cNvSpPr/>
            <p:nvPr/>
          </p:nvSpPr>
          <p:spPr>
            <a:xfrm>
              <a:off x="2086674" y="443705"/>
              <a:ext cx="166415" cy="129448"/>
            </a:xfrm>
            <a:custGeom>
              <a:rect b="b" l="l" r="r" t="t"/>
              <a:pathLst>
                <a:path extrusionOk="0" h="8334" w="10714">
                  <a:moveTo>
                    <a:pt x="1" y="1"/>
                  </a:moveTo>
                  <a:lnTo>
                    <a:pt x="1"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22"/>
            <p:cNvSpPr/>
            <p:nvPr/>
          </p:nvSpPr>
          <p:spPr>
            <a:xfrm>
              <a:off x="1957242"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22"/>
            <p:cNvSpPr/>
            <p:nvPr/>
          </p:nvSpPr>
          <p:spPr>
            <a:xfrm>
              <a:off x="1790857" y="443705"/>
              <a:ext cx="166400" cy="129448"/>
            </a:xfrm>
            <a:custGeom>
              <a:rect b="b" l="l" r="r" t="t"/>
              <a:pathLst>
                <a:path extrusionOk="0" h="8334" w="10713">
                  <a:moveTo>
                    <a:pt x="0" y="1"/>
                  </a:moveTo>
                  <a:lnTo>
                    <a:pt x="0"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22"/>
            <p:cNvSpPr/>
            <p:nvPr/>
          </p:nvSpPr>
          <p:spPr>
            <a:xfrm>
              <a:off x="1642910"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22"/>
            <p:cNvSpPr/>
            <p:nvPr/>
          </p:nvSpPr>
          <p:spPr>
            <a:xfrm>
              <a:off x="1513494" y="443705"/>
              <a:ext cx="129432" cy="129448"/>
            </a:xfrm>
            <a:custGeom>
              <a:rect b="b" l="l" r="r" t="t"/>
              <a:pathLst>
                <a:path extrusionOk="0" h="8334" w="8333">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22"/>
            <p:cNvSpPr/>
            <p:nvPr/>
          </p:nvSpPr>
          <p:spPr>
            <a:xfrm>
              <a:off x="2400974"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22"/>
            <p:cNvSpPr/>
            <p:nvPr/>
          </p:nvSpPr>
          <p:spPr>
            <a:xfrm>
              <a:off x="2253074"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22"/>
            <p:cNvSpPr/>
            <p:nvPr/>
          </p:nvSpPr>
          <p:spPr>
            <a:xfrm>
              <a:off x="2086674" y="27732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22"/>
            <p:cNvSpPr/>
            <p:nvPr/>
          </p:nvSpPr>
          <p:spPr>
            <a:xfrm>
              <a:off x="1957242"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22"/>
            <p:cNvSpPr/>
            <p:nvPr/>
          </p:nvSpPr>
          <p:spPr>
            <a:xfrm>
              <a:off x="1790857" y="27732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22"/>
            <p:cNvSpPr/>
            <p:nvPr/>
          </p:nvSpPr>
          <p:spPr>
            <a:xfrm>
              <a:off x="1642910"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22"/>
            <p:cNvSpPr/>
            <p:nvPr/>
          </p:nvSpPr>
          <p:spPr>
            <a:xfrm>
              <a:off x="2400974"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22"/>
            <p:cNvSpPr/>
            <p:nvPr/>
          </p:nvSpPr>
          <p:spPr>
            <a:xfrm>
              <a:off x="2253074"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22"/>
            <p:cNvSpPr/>
            <p:nvPr/>
          </p:nvSpPr>
          <p:spPr>
            <a:xfrm>
              <a:off x="2086674" y="129404"/>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22"/>
            <p:cNvSpPr/>
            <p:nvPr/>
          </p:nvSpPr>
          <p:spPr>
            <a:xfrm>
              <a:off x="1957242"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22"/>
            <p:cNvSpPr/>
            <p:nvPr/>
          </p:nvSpPr>
          <p:spPr>
            <a:xfrm>
              <a:off x="1790857" y="129404"/>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22"/>
            <p:cNvSpPr/>
            <p:nvPr/>
          </p:nvSpPr>
          <p:spPr>
            <a:xfrm>
              <a:off x="2400974"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22"/>
            <p:cNvSpPr/>
            <p:nvPr/>
          </p:nvSpPr>
          <p:spPr>
            <a:xfrm>
              <a:off x="2253074" y="-12"/>
              <a:ext cx="147916" cy="129432"/>
            </a:xfrm>
            <a:custGeom>
              <a:rect b="b" l="l" r="r" t="t"/>
              <a:pathLst>
                <a:path extrusionOk="0" h="8333"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22"/>
            <p:cNvSpPr/>
            <p:nvPr/>
          </p:nvSpPr>
          <p:spPr>
            <a:xfrm>
              <a:off x="2086674" y="-12"/>
              <a:ext cx="166415" cy="129432"/>
            </a:xfrm>
            <a:custGeom>
              <a:rect b="b" l="l" r="r" t="t"/>
              <a:pathLst>
                <a:path extrusionOk="0" h="8333"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22"/>
            <p:cNvSpPr/>
            <p:nvPr/>
          </p:nvSpPr>
          <p:spPr>
            <a:xfrm>
              <a:off x="1957242"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22"/>
            <p:cNvSpPr/>
            <p:nvPr/>
          </p:nvSpPr>
          <p:spPr>
            <a:xfrm>
              <a:off x="2530406"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22"/>
            <p:cNvSpPr/>
            <p:nvPr/>
          </p:nvSpPr>
          <p:spPr>
            <a:xfrm>
              <a:off x="2678322"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22"/>
            <p:cNvSpPr/>
            <p:nvPr/>
          </p:nvSpPr>
          <p:spPr>
            <a:xfrm>
              <a:off x="2807755" y="2070781"/>
              <a:ext cx="166431" cy="147916"/>
            </a:xfrm>
            <a:custGeom>
              <a:rect b="b" l="l" r="r" t="t"/>
              <a:pathLst>
                <a:path extrusionOk="0" h="9523" w="10715">
                  <a:moveTo>
                    <a:pt x="0" y="0"/>
                  </a:moveTo>
                  <a:lnTo>
                    <a:pt x="0" y="9523"/>
                  </a:lnTo>
                  <a:lnTo>
                    <a:pt x="10714" y="952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22"/>
            <p:cNvSpPr/>
            <p:nvPr/>
          </p:nvSpPr>
          <p:spPr>
            <a:xfrm>
              <a:off x="2974170"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22"/>
            <p:cNvSpPr/>
            <p:nvPr/>
          </p:nvSpPr>
          <p:spPr>
            <a:xfrm>
              <a:off x="312208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22"/>
            <p:cNvSpPr/>
            <p:nvPr/>
          </p:nvSpPr>
          <p:spPr>
            <a:xfrm>
              <a:off x="326998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22"/>
            <p:cNvSpPr/>
            <p:nvPr/>
          </p:nvSpPr>
          <p:spPr>
            <a:xfrm>
              <a:off x="341790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22"/>
            <p:cNvSpPr/>
            <p:nvPr/>
          </p:nvSpPr>
          <p:spPr>
            <a:xfrm>
              <a:off x="3565818"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22"/>
            <p:cNvSpPr/>
            <p:nvPr/>
          </p:nvSpPr>
          <p:spPr>
            <a:xfrm>
              <a:off x="3713719" y="2070781"/>
              <a:ext cx="147963" cy="147916"/>
            </a:xfrm>
            <a:custGeom>
              <a:rect b="b" l="l" r="r" t="t"/>
              <a:pathLst>
                <a:path extrusionOk="0" h="9523" w="9526">
                  <a:moveTo>
                    <a:pt x="1" y="0"/>
                  </a:moveTo>
                  <a:lnTo>
                    <a:pt x="1" y="9523"/>
                  </a:lnTo>
                  <a:lnTo>
                    <a:pt x="9525" y="952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22"/>
            <p:cNvSpPr/>
            <p:nvPr/>
          </p:nvSpPr>
          <p:spPr>
            <a:xfrm>
              <a:off x="386166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22"/>
            <p:cNvSpPr/>
            <p:nvPr/>
          </p:nvSpPr>
          <p:spPr>
            <a:xfrm>
              <a:off x="400956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22"/>
            <p:cNvSpPr/>
            <p:nvPr/>
          </p:nvSpPr>
          <p:spPr>
            <a:xfrm>
              <a:off x="415748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22"/>
            <p:cNvSpPr/>
            <p:nvPr/>
          </p:nvSpPr>
          <p:spPr>
            <a:xfrm>
              <a:off x="4305398"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22"/>
            <p:cNvSpPr/>
            <p:nvPr/>
          </p:nvSpPr>
          <p:spPr>
            <a:xfrm>
              <a:off x="2530406"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22"/>
            <p:cNvSpPr/>
            <p:nvPr/>
          </p:nvSpPr>
          <p:spPr>
            <a:xfrm>
              <a:off x="2678322"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22"/>
            <p:cNvSpPr/>
            <p:nvPr/>
          </p:nvSpPr>
          <p:spPr>
            <a:xfrm>
              <a:off x="2807755" y="192286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22"/>
            <p:cNvSpPr/>
            <p:nvPr/>
          </p:nvSpPr>
          <p:spPr>
            <a:xfrm>
              <a:off x="2974170"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22"/>
            <p:cNvSpPr/>
            <p:nvPr/>
          </p:nvSpPr>
          <p:spPr>
            <a:xfrm>
              <a:off x="312208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22"/>
            <p:cNvSpPr/>
            <p:nvPr/>
          </p:nvSpPr>
          <p:spPr>
            <a:xfrm>
              <a:off x="326998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22"/>
            <p:cNvSpPr/>
            <p:nvPr/>
          </p:nvSpPr>
          <p:spPr>
            <a:xfrm>
              <a:off x="341790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22"/>
            <p:cNvSpPr/>
            <p:nvPr/>
          </p:nvSpPr>
          <p:spPr>
            <a:xfrm>
              <a:off x="3565818"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22"/>
            <p:cNvSpPr/>
            <p:nvPr/>
          </p:nvSpPr>
          <p:spPr>
            <a:xfrm>
              <a:off x="3713719" y="192286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22"/>
            <p:cNvSpPr/>
            <p:nvPr/>
          </p:nvSpPr>
          <p:spPr>
            <a:xfrm>
              <a:off x="386166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22"/>
            <p:cNvSpPr/>
            <p:nvPr/>
          </p:nvSpPr>
          <p:spPr>
            <a:xfrm>
              <a:off x="400956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22"/>
            <p:cNvSpPr/>
            <p:nvPr/>
          </p:nvSpPr>
          <p:spPr>
            <a:xfrm>
              <a:off x="415748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22"/>
            <p:cNvSpPr/>
            <p:nvPr/>
          </p:nvSpPr>
          <p:spPr>
            <a:xfrm>
              <a:off x="4305398"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22"/>
            <p:cNvSpPr/>
            <p:nvPr/>
          </p:nvSpPr>
          <p:spPr>
            <a:xfrm>
              <a:off x="445331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22"/>
            <p:cNvSpPr/>
            <p:nvPr/>
          </p:nvSpPr>
          <p:spPr>
            <a:xfrm>
              <a:off x="4601215"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22"/>
            <p:cNvSpPr/>
            <p:nvPr/>
          </p:nvSpPr>
          <p:spPr>
            <a:xfrm>
              <a:off x="2530406"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22"/>
            <p:cNvSpPr/>
            <p:nvPr/>
          </p:nvSpPr>
          <p:spPr>
            <a:xfrm>
              <a:off x="2678322"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22"/>
            <p:cNvSpPr/>
            <p:nvPr/>
          </p:nvSpPr>
          <p:spPr>
            <a:xfrm>
              <a:off x="2807755" y="175648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22"/>
            <p:cNvSpPr/>
            <p:nvPr/>
          </p:nvSpPr>
          <p:spPr>
            <a:xfrm>
              <a:off x="2974170"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22"/>
            <p:cNvSpPr/>
            <p:nvPr/>
          </p:nvSpPr>
          <p:spPr>
            <a:xfrm>
              <a:off x="312208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22"/>
            <p:cNvSpPr/>
            <p:nvPr/>
          </p:nvSpPr>
          <p:spPr>
            <a:xfrm>
              <a:off x="326998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22"/>
            <p:cNvSpPr/>
            <p:nvPr/>
          </p:nvSpPr>
          <p:spPr>
            <a:xfrm>
              <a:off x="341790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22"/>
            <p:cNvSpPr/>
            <p:nvPr/>
          </p:nvSpPr>
          <p:spPr>
            <a:xfrm>
              <a:off x="3565818"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22"/>
            <p:cNvSpPr/>
            <p:nvPr/>
          </p:nvSpPr>
          <p:spPr>
            <a:xfrm>
              <a:off x="3713719" y="175648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22"/>
            <p:cNvSpPr/>
            <p:nvPr/>
          </p:nvSpPr>
          <p:spPr>
            <a:xfrm>
              <a:off x="386166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22"/>
            <p:cNvSpPr/>
            <p:nvPr/>
          </p:nvSpPr>
          <p:spPr>
            <a:xfrm>
              <a:off x="400956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22"/>
            <p:cNvSpPr/>
            <p:nvPr/>
          </p:nvSpPr>
          <p:spPr>
            <a:xfrm>
              <a:off x="415748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22"/>
            <p:cNvSpPr/>
            <p:nvPr/>
          </p:nvSpPr>
          <p:spPr>
            <a:xfrm>
              <a:off x="4305398"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22"/>
            <p:cNvSpPr/>
            <p:nvPr/>
          </p:nvSpPr>
          <p:spPr>
            <a:xfrm>
              <a:off x="445331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22"/>
            <p:cNvSpPr/>
            <p:nvPr/>
          </p:nvSpPr>
          <p:spPr>
            <a:xfrm>
              <a:off x="4601215"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22"/>
            <p:cNvSpPr/>
            <p:nvPr/>
          </p:nvSpPr>
          <p:spPr>
            <a:xfrm>
              <a:off x="2530406"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22"/>
            <p:cNvSpPr/>
            <p:nvPr/>
          </p:nvSpPr>
          <p:spPr>
            <a:xfrm>
              <a:off x="2678322"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22"/>
            <p:cNvSpPr/>
            <p:nvPr/>
          </p:nvSpPr>
          <p:spPr>
            <a:xfrm>
              <a:off x="2807755" y="1627048"/>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22"/>
            <p:cNvSpPr/>
            <p:nvPr/>
          </p:nvSpPr>
          <p:spPr>
            <a:xfrm>
              <a:off x="2974170"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22"/>
            <p:cNvSpPr/>
            <p:nvPr/>
          </p:nvSpPr>
          <p:spPr>
            <a:xfrm>
              <a:off x="312208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22"/>
            <p:cNvSpPr/>
            <p:nvPr/>
          </p:nvSpPr>
          <p:spPr>
            <a:xfrm>
              <a:off x="326998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22"/>
            <p:cNvSpPr/>
            <p:nvPr/>
          </p:nvSpPr>
          <p:spPr>
            <a:xfrm>
              <a:off x="341790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22"/>
            <p:cNvSpPr/>
            <p:nvPr/>
          </p:nvSpPr>
          <p:spPr>
            <a:xfrm>
              <a:off x="3565818"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22"/>
            <p:cNvSpPr/>
            <p:nvPr/>
          </p:nvSpPr>
          <p:spPr>
            <a:xfrm>
              <a:off x="3713719" y="1627048"/>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22"/>
            <p:cNvSpPr/>
            <p:nvPr/>
          </p:nvSpPr>
          <p:spPr>
            <a:xfrm>
              <a:off x="386166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22"/>
            <p:cNvSpPr/>
            <p:nvPr/>
          </p:nvSpPr>
          <p:spPr>
            <a:xfrm>
              <a:off x="400956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22"/>
            <p:cNvSpPr/>
            <p:nvPr/>
          </p:nvSpPr>
          <p:spPr>
            <a:xfrm>
              <a:off x="415748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22"/>
            <p:cNvSpPr/>
            <p:nvPr/>
          </p:nvSpPr>
          <p:spPr>
            <a:xfrm>
              <a:off x="4305398"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22"/>
            <p:cNvSpPr/>
            <p:nvPr/>
          </p:nvSpPr>
          <p:spPr>
            <a:xfrm>
              <a:off x="445331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22"/>
            <p:cNvSpPr/>
            <p:nvPr/>
          </p:nvSpPr>
          <p:spPr>
            <a:xfrm>
              <a:off x="4601215"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22"/>
            <p:cNvSpPr/>
            <p:nvPr/>
          </p:nvSpPr>
          <p:spPr>
            <a:xfrm>
              <a:off x="2530406"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22"/>
            <p:cNvSpPr/>
            <p:nvPr/>
          </p:nvSpPr>
          <p:spPr>
            <a:xfrm>
              <a:off x="2678322"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22"/>
            <p:cNvSpPr/>
            <p:nvPr/>
          </p:nvSpPr>
          <p:spPr>
            <a:xfrm>
              <a:off x="2807755" y="1460633"/>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22"/>
            <p:cNvSpPr/>
            <p:nvPr/>
          </p:nvSpPr>
          <p:spPr>
            <a:xfrm>
              <a:off x="2974170"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22"/>
            <p:cNvSpPr/>
            <p:nvPr/>
          </p:nvSpPr>
          <p:spPr>
            <a:xfrm>
              <a:off x="312208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22"/>
            <p:cNvSpPr/>
            <p:nvPr/>
          </p:nvSpPr>
          <p:spPr>
            <a:xfrm>
              <a:off x="326998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22"/>
            <p:cNvSpPr/>
            <p:nvPr/>
          </p:nvSpPr>
          <p:spPr>
            <a:xfrm>
              <a:off x="341790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22"/>
            <p:cNvSpPr/>
            <p:nvPr/>
          </p:nvSpPr>
          <p:spPr>
            <a:xfrm>
              <a:off x="3565818"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22"/>
            <p:cNvSpPr/>
            <p:nvPr/>
          </p:nvSpPr>
          <p:spPr>
            <a:xfrm>
              <a:off x="3713719" y="1460633"/>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22"/>
            <p:cNvSpPr/>
            <p:nvPr/>
          </p:nvSpPr>
          <p:spPr>
            <a:xfrm>
              <a:off x="386166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22"/>
            <p:cNvSpPr/>
            <p:nvPr/>
          </p:nvSpPr>
          <p:spPr>
            <a:xfrm>
              <a:off x="400956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22"/>
            <p:cNvSpPr/>
            <p:nvPr/>
          </p:nvSpPr>
          <p:spPr>
            <a:xfrm>
              <a:off x="415748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22"/>
            <p:cNvSpPr/>
            <p:nvPr/>
          </p:nvSpPr>
          <p:spPr>
            <a:xfrm>
              <a:off x="4305398"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22"/>
            <p:cNvSpPr/>
            <p:nvPr/>
          </p:nvSpPr>
          <p:spPr>
            <a:xfrm>
              <a:off x="445331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22"/>
            <p:cNvSpPr/>
            <p:nvPr/>
          </p:nvSpPr>
          <p:spPr>
            <a:xfrm>
              <a:off x="4601215"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22"/>
            <p:cNvSpPr/>
            <p:nvPr/>
          </p:nvSpPr>
          <p:spPr>
            <a:xfrm>
              <a:off x="2530406"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22"/>
            <p:cNvSpPr/>
            <p:nvPr/>
          </p:nvSpPr>
          <p:spPr>
            <a:xfrm>
              <a:off x="2678322"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22"/>
            <p:cNvSpPr/>
            <p:nvPr/>
          </p:nvSpPr>
          <p:spPr>
            <a:xfrm>
              <a:off x="2807755" y="1331201"/>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22"/>
            <p:cNvSpPr/>
            <p:nvPr/>
          </p:nvSpPr>
          <p:spPr>
            <a:xfrm>
              <a:off x="2974170"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22"/>
            <p:cNvSpPr/>
            <p:nvPr/>
          </p:nvSpPr>
          <p:spPr>
            <a:xfrm>
              <a:off x="312208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22"/>
            <p:cNvSpPr/>
            <p:nvPr/>
          </p:nvSpPr>
          <p:spPr>
            <a:xfrm>
              <a:off x="326998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22"/>
            <p:cNvSpPr/>
            <p:nvPr/>
          </p:nvSpPr>
          <p:spPr>
            <a:xfrm>
              <a:off x="341790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22"/>
            <p:cNvSpPr/>
            <p:nvPr/>
          </p:nvSpPr>
          <p:spPr>
            <a:xfrm>
              <a:off x="3565818"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22"/>
            <p:cNvSpPr/>
            <p:nvPr/>
          </p:nvSpPr>
          <p:spPr>
            <a:xfrm>
              <a:off x="3713719" y="1331201"/>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22"/>
            <p:cNvSpPr/>
            <p:nvPr/>
          </p:nvSpPr>
          <p:spPr>
            <a:xfrm>
              <a:off x="386166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22"/>
            <p:cNvSpPr/>
            <p:nvPr/>
          </p:nvSpPr>
          <p:spPr>
            <a:xfrm>
              <a:off x="400956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22"/>
            <p:cNvSpPr/>
            <p:nvPr/>
          </p:nvSpPr>
          <p:spPr>
            <a:xfrm>
              <a:off x="415748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22"/>
            <p:cNvSpPr/>
            <p:nvPr/>
          </p:nvSpPr>
          <p:spPr>
            <a:xfrm>
              <a:off x="4305398"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22"/>
            <p:cNvSpPr/>
            <p:nvPr/>
          </p:nvSpPr>
          <p:spPr>
            <a:xfrm>
              <a:off x="445331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22"/>
            <p:cNvSpPr/>
            <p:nvPr/>
          </p:nvSpPr>
          <p:spPr>
            <a:xfrm>
              <a:off x="4601215"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22"/>
            <p:cNvSpPr/>
            <p:nvPr/>
          </p:nvSpPr>
          <p:spPr>
            <a:xfrm>
              <a:off x="2530406"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22"/>
            <p:cNvSpPr/>
            <p:nvPr/>
          </p:nvSpPr>
          <p:spPr>
            <a:xfrm>
              <a:off x="2678322" y="118328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22"/>
            <p:cNvSpPr/>
            <p:nvPr/>
          </p:nvSpPr>
          <p:spPr>
            <a:xfrm>
              <a:off x="2807755" y="118328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22"/>
            <p:cNvSpPr/>
            <p:nvPr/>
          </p:nvSpPr>
          <p:spPr>
            <a:xfrm>
              <a:off x="2974170"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22"/>
            <p:cNvSpPr/>
            <p:nvPr/>
          </p:nvSpPr>
          <p:spPr>
            <a:xfrm>
              <a:off x="312208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22"/>
            <p:cNvSpPr/>
            <p:nvPr/>
          </p:nvSpPr>
          <p:spPr>
            <a:xfrm>
              <a:off x="326998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22"/>
            <p:cNvSpPr/>
            <p:nvPr/>
          </p:nvSpPr>
          <p:spPr>
            <a:xfrm>
              <a:off x="341790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22"/>
            <p:cNvSpPr/>
            <p:nvPr/>
          </p:nvSpPr>
          <p:spPr>
            <a:xfrm>
              <a:off x="3565818"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8" name="Google Shape;3688;p22"/>
            <p:cNvSpPr/>
            <p:nvPr/>
          </p:nvSpPr>
          <p:spPr>
            <a:xfrm>
              <a:off x="3713719" y="118328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22"/>
            <p:cNvSpPr/>
            <p:nvPr/>
          </p:nvSpPr>
          <p:spPr>
            <a:xfrm>
              <a:off x="386166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22"/>
            <p:cNvSpPr/>
            <p:nvPr/>
          </p:nvSpPr>
          <p:spPr>
            <a:xfrm>
              <a:off x="400956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22"/>
            <p:cNvSpPr/>
            <p:nvPr/>
          </p:nvSpPr>
          <p:spPr>
            <a:xfrm>
              <a:off x="415748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22"/>
            <p:cNvSpPr/>
            <p:nvPr/>
          </p:nvSpPr>
          <p:spPr>
            <a:xfrm>
              <a:off x="4305398"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22"/>
            <p:cNvSpPr/>
            <p:nvPr/>
          </p:nvSpPr>
          <p:spPr>
            <a:xfrm>
              <a:off x="2530406"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22"/>
            <p:cNvSpPr/>
            <p:nvPr/>
          </p:nvSpPr>
          <p:spPr>
            <a:xfrm>
              <a:off x="2678322" y="101690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22"/>
            <p:cNvSpPr/>
            <p:nvPr/>
          </p:nvSpPr>
          <p:spPr>
            <a:xfrm>
              <a:off x="2807755" y="101690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22"/>
            <p:cNvSpPr/>
            <p:nvPr/>
          </p:nvSpPr>
          <p:spPr>
            <a:xfrm>
              <a:off x="2974170" y="101690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22"/>
            <p:cNvSpPr/>
            <p:nvPr/>
          </p:nvSpPr>
          <p:spPr>
            <a:xfrm>
              <a:off x="312208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22"/>
            <p:cNvSpPr/>
            <p:nvPr/>
          </p:nvSpPr>
          <p:spPr>
            <a:xfrm>
              <a:off x="326998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22"/>
            <p:cNvSpPr/>
            <p:nvPr/>
          </p:nvSpPr>
          <p:spPr>
            <a:xfrm>
              <a:off x="341790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22"/>
            <p:cNvSpPr/>
            <p:nvPr/>
          </p:nvSpPr>
          <p:spPr>
            <a:xfrm>
              <a:off x="3565818"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1" name="Google Shape;3701;p22"/>
            <p:cNvSpPr/>
            <p:nvPr/>
          </p:nvSpPr>
          <p:spPr>
            <a:xfrm>
              <a:off x="3713719" y="101690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22"/>
            <p:cNvSpPr/>
            <p:nvPr/>
          </p:nvSpPr>
          <p:spPr>
            <a:xfrm>
              <a:off x="386166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22"/>
            <p:cNvSpPr/>
            <p:nvPr/>
          </p:nvSpPr>
          <p:spPr>
            <a:xfrm>
              <a:off x="400956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22"/>
            <p:cNvSpPr/>
            <p:nvPr/>
          </p:nvSpPr>
          <p:spPr>
            <a:xfrm>
              <a:off x="415748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22"/>
            <p:cNvSpPr/>
            <p:nvPr/>
          </p:nvSpPr>
          <p:spPr>
            <a:xfrm>
              <a:off x="2530406"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22"/>
            <p:cNvSpPr/>
            <p:nvPr/>
          </p:nvSpPr>
          <p:spPr>
            <a:xfrm>
              <a:off x="2678322" y="887468"/>
              <a:ext cx="129448" cy="129448"/>
            </a:xfrm>
            <a:custGeom>
              <a:rect b="b" l="l" r="r" t="t"/>
              <a:pathLst>
                <a:path extrusionOk="0" h="8334" w="8334">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22"/>
            <p:cNvSpPr/>
            <p:nvPr/>
          </p:nvSpPr>
          <p:spPr>
            <a:xfrm>
              <a:off x="2807755" y="887468"/>
              <a:ext cx="166431" cy="129448"/>
            </a:xfrm>
            <a:custGeom>
              <a:rect b="b" l="l" r="r" t="t"/>
              <a:pathLst>
                <a:path extrusionOk="0" h="8334" w="10715">
                  <a:moveTo>
                    <a:pt x="0" y="1"/>
                  </a:moveTo>
                  <a:lnTo>
                    <a:pt x="0" y="8333"/>
                  </a:lnTo>
                  <a:lnTo>
                    <a:pt x="10714" y="833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22"/>
            <p:cNvSpPr/>
            <p:nvPr/>
          </p:nvSpPr>
          <p:spPr>
            <a:xfrm>
              <a:off x="2974170" y="887468"/>
              <a:ext cx="147932" cy="129448"/>
            </a:xfrm>
            <a:custGeom>
              <a:rect b="b" l="l" r="r" t="t"/>
              <a:pathLst>
                <a:path extrusionOk="0" h="8334" w="9524">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22"/>
            <p:cNvSpPr/>
            <p:nvPr/>
          </p:nvSpPr>
          <p:spPr>
            <a:xfrm>
              <a:off x="312208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0" name="Google Shape;3710;p22"/>
            <p:cNvSpPr/>
            <p:nvPr/>
          </p:nvSpPr>
          <p:spPr>
            <a:xfrm>
              <a:off x="326998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22"/>
            <p:cNvSpPr/>
            <p:nvPr/>
          </p:nvSpPr>
          <p:spPr>
            <a:xfrm>
              <a:off x="341790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22"/>
            <p:cNvSpPr/>
            <p:nvPr/>
          </p:nvSpPr>
          <p:spPr>
            <a:xfrm>
              <a:off x="3565818"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22"/>
            <p:cNvSpPr/>
            <p:nvPr/>
          </p:nvSpPr>
          <p:spPr>
            <a:xfrm>
              <a:off x="3713719" y="887468"/>
              <a:ext cx="147963" cy="129448"/>
            </a:xfrm>
            <a:custGeom>
              <a:rect b="b" l="l" r="r" t="t"/>
              <a:pathLst>
                <a:path extrusionOk="0" h="8334" w="9526">
                  <a:moveTo>
                    <a:pt x="1" y="1"/>
                  </a:moveTo>
                  <a:lnTo>
                    <a:pt x="1" y="8333"/>
                  </a:lnTo>
                  <a:lnTo>
                    <a:pt x="9525" y="833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4" name="Google Shape;3714;p22"/>
            <p:cNvSpPr/>
            <p:nvPr/>
          </p:nvSpPr>
          <p:spPr>
            <a:xfrm>
              <a:off x="386166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22"/>
            <p:cNvSpPr/>
            <p:nvPr/>
          </p:nvSpPr>
          <p:spPr>
            <a:xfrm>
              <a:off x="400956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22"/>
            <p:cNvSpPr/>
            <p:nvPr/>
          </p:nvSpPr>
          <p:spPr>
            <a:xfrm>
              <a:off x="415748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22"/>
            <p:cNvSpPr/>
            <p:nvPr/>
          </p:nvSpPr>
          <p:spPr>
            <a:xfrm>
              <a:off x="2530406"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22"/>
            <p:cNvSpPr/>
            <p:nvPr/>
          </p:nvSpPr>
          <p:spPr>
            <a:xfrm>
              <a:off x="2678322" y="739552"/>
              <a:ext cx="129448" cy="147932"/>
            </a:xfrm>
            <a:custGeom>
              <a:rect b="b" l="l" r="r" t="t"/>
              <a:pathLst>
                <a:path extrusionOk="0" h="9524" w="8334">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22"/>
            <p:cNvSpPr/>
            <p:nvPr/>
          </p:nvSpPr>
          <p:spPr>
            <a:xfrm>
              <a:off x="2807755" y="739552"/>
              <a:ext cx="166431" cy="147932"/>
            </a:xfrm>
            <a:custGeom>
              <a:rect b="b" l="l" r="r" t="t"/>
              <a:pathLst>
                <a:path extrusionOk="0" h="9524" w="10715">
                  <a:moveTo>
                    <a:pt x="0" y="1"/>
                  </a:moveTo>
                  <a:lnTo>
                    <a:pt x="0" y="9524"/>
                  </a:lnTo>
                  <a:lnTo>
                    <a:pt x="10714" y="952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22"/>
            <p:cNvSpPr/>
            <p:nvPr/>
          </p:nvSpPr>
          <p:spPr>
            <a:xfrm>
              <a:off x="2974170" y="739552"/>
              <a:ext cx="147932" cy="147932"/>
            </a:xfrm>
            <a:custGeom>
              <a:rect b="b" l="l" r="r" t="t"/>
              <a:pathLst>
                <a:path extrusionOk="0" h="9524" w="9524">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22"/>
            <p:cNvSpPr/>
            <p:nvPr/>
          </p:nvSpPr>
          <p:spPr>
            <a:xfrm>
              <a:off x="312208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22"/>
            <p:cNvSpPr/>
            <p:nvPr/>
          </p:nvSpPr>
          <p:spPr>
            <a:xfrm>
              <a:off x="326998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22"/>
            <p:cNvSpPr/>
            <p:nvPr/>
          </p:nvSpPr>
          <p:spPr>
            <a:xfrm>
              <a:off x="3417902"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22"/>
            <p:cNvSpPr/>
            <p:nvPr/>
          </p:nvSpPr>
          <p:spPr>
            <a:xfrm>
              <a:off x="3565818"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22"/>
            <p:cNvSpPr/>
            <p:nvPr/>
          </p:nvSpPr>
          <p:spPr>
            <a:xfrm>
              <a:off x="3713719" y="739552"/>
              <a:ext cx="147963" cy="147932"/>
            </a:xfrm>
            <a:custGeom>
              <a:rect b="b" l="l" r="r" t="t"/>
              <a:pathLst>
                <a:path extrusionOk="0" h="9524" w="9526">
                  <a:moveTo>
                    <a:pt x="1" y="1"/>
                  </a:moveTo>
                  <a:lnTo>
                    <a:pt x="1" y="9524"/>
                  </a:lnTo>
                  <a:lnTo>
                    <a:pt x="9525" y="9524"/>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22"/>
            <p:cNvSpPr/>
            <p:nvPr/>
          </p:nvSpPr>
          <p:spPr>
            <a:xfrm>
              <a:off x="386166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22"/>
            <p:cNvSpPr/>
            <p:nvPr/>
          </p:nvSpPr>
          <p:spPr>
            <a:xfrm>
              <a:off x="400956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22"/>
            <p:cNvSpPr/>
            <p:nvPr/>
          </p:nvSpPr>
          <p:spPr>
            <a:xfrm>
              <a:off x="2530406"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22"/>
            <p:cNvSpPr/>
            <p:nvPr/>
          </p:nvSpPr>
          <p:spPr>
            <a:xfrm>
              <a:off x="2678322" y="573137"/>
              <a:ext cx="129448" cy="166431"/>
            </a:xfrm>
            <a:custGeom>
              <a:rect b="b" l="l" r="r" t="t"/>
              <a:pathLst>
                <a:path extrusionOk="0" h="10715" w="8334">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22"/>
            <p:cNvSpPr/>
            <p:nvPr/>
          </p:nvSpPr>
          <p:spPr>
            <a:xfrm>
              <a:off x="2807755" y="573137"/>
              <a:ext cx="166431" cy="166431"/>
            </a:xfrm>
            <a:custGeom>
              <a:rect b="b" l="l" r="r" t="t"/>
              <a:pathLst>
                <a:path extrusionOk="0" h="10715" w="10715">
                  <a:moveTo>
                    <a:pt x="0" y="1"/>
                  </a:moveTo>
                  <a:lnTo>
                    <a:pt x="0" y="10715"/>
                  </a:lnTo>
                  <a:lnTo>
                    <a:pt x="10714" y="10715"/>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22"/>
            <p:cNvSpPr/>
            <p:nvPr/>
          </p:nvSpPr>
          <p:spPr>
            <a:xfrm>
              <a:off x="2974170" y="573137"/>
              <a:ext cx="147932" cy="166431"/>
            </a:xfrm>
            <a:custGeom>
              <a:rect b="b" l="l" r="r" t="t"/>
              <a:pathLst>
                <a:path extrusionOk="0" h="10715" w="9524">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22"/>
            <p:cNvSpPr/>
            <p:nvPr/>
          </p:nvSpPr>
          <p:spPr>
            <a:xfrm>
              <a:off x="3122086"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22"/>
            <p:cNvSpPr/>
            <p:nvPr/>
          </p:nvSpPr>
          <p:spPr>
            <a:xfrm>
              <a:off x="3269986"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22"/>
            <p:cNvSpPr/>
            <p:nvPr/>
          </p:nvSpPr>
          <p:spPr>
            <a:xfrm>
              <a:off x="3417902"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22"/>
            <p:cNvSpPr/>
            <p:nvPr/>
          </p:nvSpPr>
          <p:spPr>
            <a:xfrm>
              <a:off x="2530406"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22"/>
            <p:cNvSpPr/>
            <p:nvPr/>
          </p:nvSpPr>
          <p:spPr>
            <a:xfrm>
              <a:off x="2678322" y="443705"/>
              <a:ext cx="129448" cy="129448"/>
            </a:xfrm>
            <a:custGeom>
              <a:rect b="b" l="l" r="r" t="t"/>
              <a:pathLst>
                <a:path extrusionOk="0" h="8334" w="8334">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22"/>
            <p:cNvSpPr/>
            <p:nvPr/>
          </p:nvSpPr>
          <p:spPr>
            <a:xfrm>
              <a:off x="2807755" y="443705"/>
              <a:ext cx="166431" cy="129448"/>
            </a:xfrm>
            <a:custGeom>
              <a:rect b="b" l="l" r="r" t="t"/>
              <a:pathLst>
                <a:path extrusionOk="0" h="8334" w="10715">
                  <a:moveTo>
                    <a:pt x="0" y="1"/>
                  </a:moveTo>
                  <a:lnTo>
                    <a:pt x="0" y="8334"/>
                  </a:lnTo>
                  <a:lnTo>
                    <a:pt x="10714" y="833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22"/>
            <p:cNvSpPr/>
            <p:nvPr/>
          </p:nvSpPr>
          <p:spPr>
            <a:xfrm>
              <a:off x="2974170" y="443705"/>
              <a:ext cx="147932" cy="129448"/>
            </a:xfrm>
            <a:custGeom>
              <a:rect b="b" l="l" r="r" t="t"/>
              <a:pathLst>
                <a:path extrusionOk="0" h="8334" w="9524">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22"/>
            <p:cNvSpPr/>
            <p:nvPr/>
          </p:nvSpPr>
          <p:spPr>
            <a:xfrm>
              <a:off x="3122086"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22"/>
            <p:cNvSpPr/>
            <p:nvPr/>
          </p:nvSpPr>
          <p:spPr>
            <a:xfrm>
              <a:off x="3269986"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22"/>
            <p:cNvSpPr/>
            <p:nvPr/>
          </p:nvSpPr>
          <p:spPr>
            <a:xfrm>
              <a:off x="3417902"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22"/>
            <p:cNvSpPr/>
            <p:nvPr/>
          </p:nvSpPr>
          <p:spPr>
            <a:xfrm>
              <a:off x="2530406" y="27732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22"/>
            <p:cNvSpPr/>
            <p:nvPr/>
          </p:nvSpPr>
          <p:spPr>
            <a:xfrm>
              <a:off x="2678322" y="27732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22"/>
            <p:cNvSpPr/>
            <p:nvPr/>
          </p:nvSpPr>
          <p:spPr>
            <a:xfrm>
              <a:off x="2807755" y="27732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22"/>
            <p:cNvSpPr/>
            <p:nvPr/>
          </p:nvSpPr>
          <p:spPr>
            <a:xfrm>
              <a:off x="2974170" y="27732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22"/>
            <p:cNvSpPr/>
            <p:nvPr/>
          </p:nvSpPr>
          <p:spPr>
            <a:xfrm>
              <a:off x="3122086"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22"/>
            <p:cNvSpPr/>
            <p:nvPr/>
          </p:nvSpPr>
          <p:spPr>
            <a:xfrm>
              <a:off x="3269986"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22"/>
            <p:cNvSpPr/>
            <p:nvPr/>
          </p:nvSpPr>
          <p:spPr>
            <a:xfrm>
              <a:off x="2530406" y="129404"/>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22"/>
            <p:cNvSpPr/>
            <p:nvPr/>
          </p:nvSpPr>
          <p:spPr>
            <a:xfrm>
              <a:off x="2678322" y="129404"/>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22"/>
            <p:cNvSpPr/>
            <p:nvPr/>
          </p:nvSpPr>
          <p:spPr>
            <a:xfrm>
              <a:off x="2807755" y="129404"/>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22"/>
            <p:cNvSpPr/>
            <p:nvPr/>
          </p:nvSpPr>
          <p:spPr>
            <a:xfrm>
              <a:off x="2974170" y="129404"/>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22"/>
            <p:cNvSpPr/>
            <p:nvPr/>
          </p:nvSpPr>
          <p:spPr>
            <a:xfrm>
              <a:off x="3122086"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22"/>
            <p:cNvSpPr/>
            <p:nvPr/>
          </p:nvSpPr>
          <p:spPr>
            <a:xfrm>
              <a:off x="2530406" y="-12"/>
              <a:ext cx="147932" cy="129432"/>
            </a:xfrm>
            <a:custGeom>
              <a:rect b="b" l="l" r="r" t="t"/>
              <a:pathLst>
                <a:path extrusionOk="0" h="8333"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22"/>
            <p:cNvSpPr/>
            <p:nvPr/>
          </p:nvSpPr>
          <p:spPr>
            <a:xfrm>
              <a:off x="2678322" y="-12"/>
              <a:ext cx="129448" cy="129432"/>
            </a:xfrm>
            <a:custGeom>
              <a:rect b="b" l="l" r="r" t="t"/>
              <a:pathLst>
                <a:path extrusionOk="0" h="8333"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22"/>
            <p:cNvSpPr/>
            <p:nvPr/>
          </p:nvSpPr>
          <p:spPr>
            <a:xfrm>
              <a:off x="2807755" y="-12"/>
              <a:ext cx="166431" cy="129432"/>
            </a:xfrm>
            <a:custGeom>
              <a:rect b="b" l="l" r="r" t="t"/>
              <a:pathLst>
                <a:path extrusionOk="0" h="8333"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22"/>
            <p:cNvSpPr/>
            <p:nvPr/>
          </p:nvSpPr>
          <p:spPr>
            <a:xfrm>
              <a:off x="2974170" y="-12"/>
              <a:ext cx="147932" cy="129432"/>
            </a:xfrm>
            <a:custGeom>
              <a:rect b="b" l="l" r="r" t="t"/>
              <a:pathLst>
                <a:path extrusionOk="0" h="8333"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7" name="Google Shape;3757;p22"/>
          <p:cNvGrpSpPr/>
          <p:nvPr/>
        </p:nvGrpSpPr>
        <p:grpSpPr>
          <a:xfrm>
            <a:off x="-475087" y="219803"/>
            <a:ext cx="1443946" cy="721968"/>
            <a:chOff x="311697" y="-12"/>
            <a:chExt cx="4437449" cy="2218709"/>
          </a:xfrm>
        </p:grpSpPr>
        <p:sp>
          <p:nvSpPr>
            <p:cNvPr id="3758" name="Google Shape;3758;p22"/>
            <p:cNvSpPr/>
            <p:nvPr/>
          </p:nvSpPr>
          <p:spPr>
            <a:xfrm>
              <a:off x="2400974"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22"/>
            <p:cNvSpPr/>
            <p:nvPr/>
          </p:nvSpPr>
          <p:spPr>
            <a:xfrm>
              <a:off x="2253074"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22"/>
            <p:cNvSpPr/>
            <p:nvPr/>
          </p:nvSpPr>
          <p:spPr>
            <a:xfrm>
              <a:off x="208667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22"/>
            <p:cNvSpPr/>
            <p:nvPr/>
          </p:nvSpPr>
          <p:spPr>
            <a:xfrm>
              <a:off x="1957242"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22"/>
            <p:cNvSpPr/>
            <p:nvPr/>
          </p:nvSpPr>
          <p:spPr>
            <a:xfrm>
              <a:off x="1790857" y="2070781"/>
              <a:ext cx="166400" cy="147916"/>
            </a:xfrm>
            <a:custGeom>
              <a:rect b="b" l="l" r="r" t="t"/>
              <a:pathLst>
                <a:path extrusionOk="0" h="9523" w="10713">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3" name="Google Shape;3763;p22"/>
            <p:cNvSpPr/>
            <p:nvPr/>
          </p:nvSpPr>
          <p:spPr>
            <a:xfrm>
              <a:off x="1642910"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22"/>
            <p:cNvSpPr/>
            <p:nvPr/>
          </p:nvSpPr>
          <p:spPr>
            <a:xfrm>
              <a:off x="1513494"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22"/>
            <p:cNvSpPr/>
            <p:nvPr/>
          </p:nvSpPr>
          <p:spPr>
            <a:xfrm>
              <a:off x="134709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22"/>
            <p:cNvSpPr/>
            <p:nvPr/>
          </p:nvSpPr>
          <p:spPr>
            <a:xfrm>
              <a:off x="1199178"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22"/>
            <p:cNvSpPr/>
            <p:nvPr/>
          </p:nvSpPr>
          <p:spPr>
            <a:xfrm>
              <a:off x="1069761"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22"/>
            <p:cNvSpPr/>
            <p:nvPr/>
          </p:nvSpPr>
          <p:spPr>
            <a:xfrm>
              <a:off x="903361" y="2070781"/>
              <a:ext cx="166415" cy="147916"/>
            </a:xfrm>
            <a:custGeom>
              <a:rect b="b" l="l" r="r" t="t"/>
              <a:pathLst>
                <a:path extrusionOk="0" h="9523" w="10714">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22"/>
            <p:cNvSpPr/>
            <p:nvPr/>
          </p:nvSpPr>
          <p:spPr>
            <a:xfrm>
              <a:off x="755430"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22"/>
            <p:cNvSpPr/>
            <p:nvPr/>
          </p:nvSpPr>
          <p:spPr>
            <a:xfrm>
              <a:off x="625998"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22"/>
            <p:cNvSpPr/>
            <p:nvPr/>
          </p:nvSpPr>
          <p:spPr>
            <a:xfrm>
              <a:off x="2400974"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22"/>
            <p:cNvSpPr/>
            <p:nvPr/>
          </p:nvSpPr>
          <p:spPr>
            <a:xfrm>
              <a:off x="225307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22"/>
            <p:cNvSpPr/>
            <p:nvPr/>
          </p:nvSpPr>
          <p:spPr>
            <a:xfrm>
              <a:off x="208667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22"/>
            <p:cNvSpPr/>
            <p:nvPr/>
          </p:nvSpPr>
          <p:spPr>
            <a:xfrm>
              <a:off x="1957242" y="192286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22"/>
            <p:cNvSpPr/>
            <p:nvPr/>
          </p:nvSpPr>
          <p:spPr>
            <a:xfrm>
              <a:off x="1790857" y="192286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22"/>
            <p:cNvSpPr/>
            <p:nvPr/>
          </p:nvSpPr>
          <p:spPr>
            <a:xfrm>
              <a:off x="1642910"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22"/>
            <p:cNvSpPr/>
            <p:nvPr/>
          </p:nvSpPr>
          <p:spPr>
            <a:xfrm>
              <a:off x="1513494"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22"/>
            <p:cNvSpPr/>
            <p:nvPr/>
          </p:nvSpPr>
          <p:spPr>
            <a:xfrm>
              <a:off x="1347094"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22"/>
            <p:cNvSpPr/>
            <p:nvPr/>
          </p:nvSpPr>
          <p:spPr>
            <a:xfrm>
              <a:off x="1199178"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22"/>
            <p:cNvSpPr/>
            <p:nvPr/>
          </p:nvSpPr>
          <p:spPr>
            <a:xfrm>
              <a:off x="1069761" y="192286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22"/>
            <p:cNvSpPr/>
            <p:nvPr/>
          </p:nvSpPr>
          <p:spPr>
            <a:xfrm>
              <a:off x="903361" y="192286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22"/>
            <p:cNvSpPr/>
            <p:nvPr/>
          </p:nvSpPr>
          <p:spPr>
            <a:xfrm>
              <a:off x="755430"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22"/>
            <p:cNvSpPr/>
            <p:nvPr/>
          </p:nvSpPr>
          <p:spPr>
            <a:xfrm>
              <a:off x="625998"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22"/>
            <p:cNvSpPr/>
            <p:nvPr/>
          </p:nvSpPr>
          <p:spPr>
            <a:xfrm>
              <a:off x="459598" y="192286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22"/>
            <p:cNvSpPr/>
            <p:nvPr/>
          </p:nvSpPr>
          <p:spPr>
            <a:xfrm>
              <a:off x="311697"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22"/>
            <p:cNvSpPr/>
            <p:nvPr/>
          </p:nvSpPr>
          <p:spPr>
            <a:xfrm>
              <a:off x="2400974"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22"/>
            <p:cNvSpPr/>
            <p:nvPr/>
          </p:nvSpPr>
          <p:spPr>
            <a:xfrm>
              <a:off x="225307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22"/>
            <p:cNvSpPr/>
            <p:nvPr/>
          </p:nvSpPr>
          <p:spPr>
            <a:xfrm>
              <a:off x="208667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22"/>
            <p:cNvSpPr/>
            <p:nvPr/>
          </p:nvSpPr>
          <p:spPr>
            <a:xfrm>
              <a:off x="1957242" y="175648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22"/>
            <p:cNvSpPr/>
            <p:nvPr/>
          </p:nvSpPr>
          <p:spPr>
            <a:xfrm>
              <a:off x="1790857" y="175648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22"/>
            <p:cNvSpPr/>
            <p:nvPr/>
          </p:nvSpPr>
          <p:spPr>
            <a:xfrm>
              <a:off x="1642910"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22"/>
            <p:cNvSpPr/>
            <p:nvPr/>
          </p:nvSpPr>
          <p:spPr>
            <a:xfrm>
              <a:off x="1513494"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22"/>
            <p:cNvSpPr/>
            <p:nvPr/>
          </p:nvSpPr>
          <p:spPr>
            <a:xfrm>
              <a:off x="1347094"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22"/>
            <p:cNvSpPr/>
            <p:nvPr/>
          </p:nvSpPr>
          <p:spPr>
            <a:xfrm>
              <a:off x="1199178"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22"/>
            <p:cNvSpPr/>
            <p:nvPr/>
          </p:nvSpPr>
          <p:spPr>
            <a:xfrm>
              <a:off x="1069761" y="175648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22"/>
            <p:cNvSpPr/>
            <p:nvPr/>
          </p:nvSpPr>
          <p:spPr>
            <a:xfrm>
              <a:off x="903361" y="175648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22"/>
            <p:cNvSpPr/>
            <p:nvPr/>
          </p:nvSpPr>
          <p:spPr>
            <a:xfrm>
              <a:off x="755430"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22"/>
            <p:cNvSpPr/>
            <p:nvPr/>
          </p:nvSpPr>
          <p:spPr>
            <a:xfrm>
              <a:off x="625998"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22"/>
            <p:cNvSpPr/>
            <p:nvPr/>
          </p:nvSpPr>
          <p:spPr>
            <a:xfrm>
              <a:off x="459598" y="175648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22"/>
            <p:cNvSpPr/>
            <p:nvPr/>
          </p:nvSpPr>
          <p:spPr>
            <a:xfrm>
              <a:off x="311697"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22"/>
            <p:cNvSpPr/>
            <p:nvPr/>
          </p:nvSpPr>
          <p:spPr>
            <a:xfrm>
              <a:off x="2400974"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22"/>
            <p:cNvSpPr/>
            <p:nvPr/>
          </p:nvSpPr>
          <p:spPr>
            <a:xfrm>
              <a:off x="225307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22"/>
            <p:cNvSpPr/>
            <p:nvPr/>
          </p:nvSpPr>
          <p:spPr>
            <a:xfrm>
              <a:off x="208667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22"/>
            <p:cNvSpPr/>
            <p:nvPr/>
          </p:nvSpPr>
          <p:spPr>
            <a:xfrm>
              <a:off x="1957242" y="1627048"/>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22"/>
            <p:cNvSpPr/>
            <p:nvPr/>
          </p:nvSpPr>
          <p:spPr>
            <a:xfrm>
              <a:off x="1790857" y="1627048"/>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22"/>
            <p:cNvSpPr/>
            <p:nvPr/>
          </p:nvSpPr>
          <p:spPr>
            <a:xfrm>
              <a:off x="1642910"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22"/>
            <p:cNvSpPr/>
            <p:nvPr/>
          </p:nvSpPr>
          <p:spPr>
            <a:xfrm>
              <a:off x="1513494"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22"/>
            <p:cNvSpPr/>
            <p:nvPr/>
          </p:nvSpPr>
          <p:spPr>
            <a:xfrm>
              <a:off x="1347094"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22"/>
            <p:cNvSpPr/>
            <p:nvPr/>
          </p:nvSpPr>
          <p:spPr>
            <a:xfrm>
              <a:off x="1199178"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22"/>
            <p:cNvSpPr/>
            <p:nvPr/>
          </p:nvSpPr>
          <p:spPr>
            <a:xfrm>
              <a:off x="1069761" y="1627048"/>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22"/>
            <p:cNvSpPr/>
            <p:nvPr/>
          </p:nvSpPr>
          <p:spPr>
            <a:xfrm>
              <a:off x="903361" y="1627048"/>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22"/>
            <p:cNvSpPr/>
            <p:nvPr/>
          </p:nvSpPr>
          <p:spPr>
            <a:xfrm>
              <a:off x="755430"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22"/>
            <p:cNvSpPr/>
            <p:nvPr/>
          </p:nvSpPr>
          <p:spPr>
            <a:xfrm>
              <a:off x="625998"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22"/>
            <p:cNvSpPr/>
            <p:nvPr/>
          </p:nvSpPr>
          <p:spPr>
            <a:xfrm>
              <a:off x="459598" y="1627048"/>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22"/>
            <p:cNvSpPr/>
            <p:nvPr/>
          </p:nvSpPr>
          <p:spPr>
            <a:xfrm>
              <a:off x="311697"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22"/>
            <p:cNvSpPr/>
            <p:nvPr/>
          </p:nvSpPr>
          <p:spPr>
            <a:xfrm>
              <a:off x="2400974"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22"/>
            <p:cNvSpPr/>
            <p:nvPr/>
          </p:nvSpPr>
          <p:spPr>
            <a:xfrm>
              <a:off x="225307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22"/>
            <p:cNvSpPr/>
            <p:nvPr/>
          </p:nvSpPr>
          <p:spPr>
            <a:xfrm>
              <a:off x="208667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22"/>
            <p:cNvSpPr/>
            <p:nvPr/>
          </p:nvSpPr>
          <p:spPr>
            <a:xfrm>
              <a:off x="1957242" y="1460633"/>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22"/>
            <p:cNvSpPr/>
            <p:nvPr/>
          </p:nvSpPr>
          <p:spPr>
            <a:xfrm>
              <a:off x="1790857" y="1460633"/>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22"/>
            <p:cNvSpPr/>
            <p:nvPr/>
          </p:nvSpPr>
          <p:spPr>
            <a:xfrm>
              <a:off x="1642910"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22"/>
            <p:cNvSpPr/>
            <p:nvPr/>
          </p:nvSpPr>
          <p:spPr>
            <a:xfrm>
              <a:off x="1513494"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22"/>
            <p:cNvSpPr/>
            <p:nvPr/>
          </p:nvSpPr>
          <p:spPr>
            <a:xfrm>
              <a:off x="1347094"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22"/>
            <p:cNvSpPr/>
            <p:nvPr/>
          </p:nvSpPr>
          <p:spPr>
            <a:xfrm>
              <a:off x="1199178"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22"/>
            <p:cNvSpPr/>
            <p:nvPr/>
          </p:nvSpPr>
          <p:spPr>
            <a:xfrm>
              <a:off x="1069761" y="1460633"/>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22"/>
            <p:cNvSpPr/>
            <p:nvPr/>
          </p:nvSpPr>
          <p:spPr>
            <a:xfrm>
              <a:off x="903361" y="1460633"/>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22"/>
            <p:cNvSpPr/>
            <p:nvPr/>
          </p:nvSpPr>
          <p:spPr>
            <a:xfrm>
              <a:off x="755430"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22"/>
            <p:cNvSpPr/>
            <p:nvPr/>
          </p:nvSpPr>
          <p:spPr>
            <a:xfrm>
              <a:off x="625998"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22"/>
            <p:cNvSpPr/>
            <p:nvPr/>
          </p:nvSpPr>
          <p:spPr>
            <a:xfrm>
              <a:off x="459598" y="1460633"/>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22"/>
            <p:cNvSpPr/>
            <p:nvPr/>
          </p:nvSpPr>
          <p:spPr>
            <a:xfrm>
              <a:off x="311697"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1" name="Google Shape;3831;p22"/>
            <p:cNvSpPr/>
            <p:nvPr/>
          </p:nvSpPr>
          <p:spPr>
            <a:xfrm>
              <a:off x="2400974"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22"/>
            <p:cNvSpPr/>
            <p:nvPr/>
          </p:nvSpPr>
          <p:spPr>
            <a:xfrm>
              <a:off x="225307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22"/>
            <p:cNvSpPr/>
            <p:nvPr/>
          </p:nvSpPr>
          <p:spPr>
            <a:xfrm>
              <a:off x="208667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22"/>
            <p:cNvSpPr/>
            <p:nvPr/>
          </p:nvSpPr>
          <p:spPr>
            <a:xfrm>
              <a:off x="1957242" y="1331201"/>
              <a:ext cx="129448" cy="129448"/>
            </a:xfrm>
            <a:custGeom>
              <a:rect b="b" l="l" r="r" t="t"/>
              <a:pathLst>
                <a:path extrusionOk="0" h="8334"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22"/>
            <p:cNvSpPr/>
            <p:nvPr/>
          </p:nvSpPr>
          <p:spPr>
            <a:xfrm>
              <a:off x="1790857" y="1331201"/>
              <a:ext cx="166400" cy="129448"/>
            </a:xfrm>
            <a:custGeom>
              <a:rect b="b" l="l" r="r" t="t"/>
              <a:pathLst>
                <a:path extrusionOk="0" h="8334" w="10713">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22"/>
            <p:cNvSpPr/>
            <p:nvPr/>
          </p:nvSpPr>
          <p:spPr>
            <a:xfrm>
              <a:off x="1642910"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22"/>
            <p:cNvSpPr/>
            <p:nvPr/>
          </p:nvSpPr>
          <p:spPr>
            <a:xfrm>
              <a:off x="1513494"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22"/>
            <p:cNvSpPr/>
            <p:nvPr/>
          </p:nvSpPr>
          <p:spPr>
            <a:xfrm>
              <a:off x="1347094"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22"/>
            <p:cNvSpPr/>
            <p:nvPr/>
          </p:nvSpPr>
          <p:spPr>
            <a:xfrm>
              <a:off x="1199178"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22"/>
            <p:cNvSpPr/>
            <p:nvPr/>
          </p:nvSpPr>
          <p:spPr>
            <a:xfrm>
              <a:off x="1069761" y="1331201"/>
              <a:ext cx="129432" cy="129448"/>
            </a:xfrm>
            <a:custGeom>
              <a:rect b="b" l="l" r="r" t="t"/>
              <a:pathLst>
                <a:path extrusionOk="0" h="8334" w="8333">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22"/>
            <p:cNvSpPr/>
            <p:nvPr/>
          </p:nvSpPr>
          <p:spPr>
            <a:xfrm>
              <a:off x="903361" y="1331201"/>
              <a:ext cx="166415" cy="129448"/>
            </a:xfrm>
            <a:custGeom>
              <a:rect b="b" l="l" r="r" t="t"/>
              <a:pathLst>
                <a:path extrusionOk="0" h="8334" w="10714">
                  <a:moveTo>
                    <a:pt x="0" y="0"/>
                  </a:moveTo>
                  <a:lnTo>
                    <a:pt x="0"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22"/>
            <p:cNvSpPr/>
            <p:nvPr/>
          </p:nvSpPr>
          <p:spPr>
            <a:xfrm>
              <a:off x="755430"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22"/>
            <p:cNvSpPr/>
            <p:nvPr/>
          </p:nvSpPr>
          <p:spPr>
            <a:xfrm>
              <a:off x="625998"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22"/>
            <p:cNvSpPr/>
            <p:nvPr/>
          </p:nvSpPr>
          <p:spPr>
            <a:xfrm>
              <a:off x="459598" y="1331201"/>
              <a:ext cx="166415" cy="129448"/>
            </a:xfrm>
            <a:custGeom>
              <a:rect b="b" l="l" r="r" t="t"/>
              <a:pathLst>
                <a:path extrusionOk="0" h="8334"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22"/>
            <p:cNvSpPr/>
            <p:nvPr/>
          </p:nvSpPr>
          <p:spPr>
            <a:xfrm>
              <a:off x="2400974"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22"/>
            <p:cNvSpPr/>
            <p:nvPr/>
          </p:nvSpPr>
          <p:spPr>
            <a:xfrm>
              <a:off x="2253074"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22"/>
            <p:cNvSpPr/>
            <p:nvPr/>
          </p:nvSpPr>
          <p:spPr>
            <a:xfrm>
              <a:off x="208667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22"/>
            <p:cNvSpPr/>
            <p:nvPr/>
          </p:nvSpPr>
          <p:spPr>
            <a:xfrm>
              <a:off x="1957242" y="1183285"/>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22"/>
            <p:cNvSpPr/>
            <p:nvPr/>
          </p:nvSpPr>
          <p:spPr>
            <a:xfrm>
              <a:off x="1790857" y="1183285"/>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22"/>
            <p:cNvSpPr/>
            <p:nvPr/>
          </p:nvSpPr>
          <p:spPr>
            <a:xfrm>
              <a:off x="1642910"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22"/>
            <p:cNvSpPr/>
            <p:nvPr/>
          </p:nvSpPr>
          <p:spPr>
            <a:xfrm>
              <a:off x="1513494"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22"/>
            <p:cNvSpPr/>
            <p:nvPr/>
          </p:nvSpPr>
          <p:spPr>
            <a:xfrm>
              <a:off x="1347094" y="1183285"/>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22"/>
            <p:cNvSpPr/>
            <p:nvPr/>
          </p:nvSpPr>
          <p:spPr>
            <a:xfrm>
              <a:off x="1199178"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22"/>
            <p:cNvSpPr/>
            <p:nvPr/>
          </p:nvSpPr>
          <p:spPr>
            <a:xfrm>
              <a:off x="1069761" y="1183285"/>
              <a:ext cx="129432" cy="147932"/>
            </a:xfrm>
            <a:custGeom>
              <a:rect b="b" l="l" r="r" t="t"/>
              <a:pathLst>
                <a:path extrusionOk="0" h="9524" w="8333">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22"/>
            <p:cNvSpPr/>
            <p:nvPr/>
          </p:nvSpPr>
          <p:spPr>
            <a:xfrm>
              <a:off x="903361" y="1183285"/>
              <a:ext cx="166415" cy="147932"/>
            </a:xfrm>
            <a:custGeom>
              <a:rect b="b" l="l" r="r" t="t"/>
              <a:pathLst>
                <a:path extrusionOk="0" h="9524" w="10714">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22"/>
            <p:cNvSpPr/>
            <p:nvPr/>
          </p:nvSpPr>
          <p:spPr>
            <a:xfrm>
              <a:off x="755430"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7" name="Google Shape;3857;p22"/>
            <p:cNvSpPr/>
            <p:nvPr/>
          </p:nvSpPr>
          <p:spPr>
            <a:xfrm>
              <a:off x="626013" y="1183285"/>
              <a:ext cx="129432" cy="147932"/>
            </a:xfrm>
            <a:custGeom>
              <a:rect b="b" l="l" r="r" t="t"/>
              <a:pathLst>
                <a:path extrusionOk="0" h="9524" w="8333">
                  <a:moveTo>
                    <a:pt x="1" y="1"/>
                  </a:moveTo>
                  <a:lnTo>
                    <a:pt x="1" y="9523"/>
                  </a:lnTo>
                  <a:lnTo>
                    <a:pt x="8332" y="9523"/>
                  </a:lnTo>
                  <a:lnTo>
                    <a:pt x="8332"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22"/>
            <p:cNvSpPr/>
            <p:nvPr/>
          </p:nvSpPr>
          <p:spPr>
            <a:xfrm>
              <a:off x="2400974"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22"/>
            <p:cNvSpPr/>
            <p:nvPr/>
          </p:nvSpPr>
          <p:spPr>
            <a:xfrm>
              <a:off x="2253074"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22"/>
            <p:cNvSpPr/>
            <p:nvPr/>
          </p:nvSpPr>
          <p:spPr>
            <a:xfrm>
              <a:off x="208667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22"/>
            <p:cNvSpPr/>
            <p:nvPr/>
          </p:nvSpPr>
          <p:spPr>
            <a:xfrm>
              <a:off x="1957242" y="101690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22"/>
            <p:cNvSpPr/>
            <p:nvPr/>
          </p:nvSpPr>
          <p:spPr>
            <a:xfrm>
              <a:off x="1790857" y="101690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22"/>
            <p:cNvSpPr/>
            <p:nvPr/>
          </p:nvSpPr>
          <p:spPr>
            <a:xfrm>
              <a:off x="1642910"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22"/>
            <p:cNvSpPr/>
            <p:nvPr/>
          </p:nvSpPr>
          <p:spPr>
            <a:xfrm>
              <a:off x="1513494"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22"/>
            <p:cNvSpPr/>
            <p:nvPr/>
          </p:nvSpPr>
          <p:spPr>
            <a:xfrm>
              <a:off x="1347094" y="101690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22"/>
            <p:cNvSpPr/>
            <p:nvPr/>
          </p:nvSpPr>
          <p:spPr>
            <a:xfrm>
              <a:off x="1199178"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22"/>
            <p:cNvSpPr/>
            <p:nvPr/>
          </p:nvSpPr>
          <p:spPr>
            <a:xfrm>
              <a:off x="1069761" y="1016900"/>
              <a:ext cx="129432" cy="166400"/>
            </a:xfrm>
            <a:custGeom>
              <a:rect b="b" l="l" r="r" t="t"/>
              <a:pathLst>
                <a:path extrusionOk="0" h="10713" w="8333">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22"/>
            <p:cNvSpPr/>
            <p:nvPr/>
          </p:nvSpPr>
          <p:spPr>
            <a:xfrm>
              <a:off x="903361" y="1016900"/>
              <a:ext cx="166415" cy="166400"/>
            </a:xfrm>
            <a:custGeom>
              <a:rect b="b" l="l" r="r" t="t"/>
              <a:pathLst>
                <a:path extrusionOk="0" h="10713" w="10714">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22"/>
            <p:cNvSpPr/>
            <p:nvPr/>
          </p:nvSpPr>
          <p:spPr>
            <a:xfrm>
              <a:off x="755430"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22"/>
            <p:cNvSpPr/>
            <p:nvPr/>
          </p:nvSpPr>
          <p:spPr>
            <a:xfrm>
              <a:off x="2400974"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22"/>
            <p:cNvSpPr/>
            <p:nvPr/>
          </p:nvSpPr>
          <p:spPr>
            <a:xfrm>
              <a:off x="2253074"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22"/>
            <p:cNvSpPr/>
            <p:nvPr/>
          </p:nvSpPr>
          <p:spPr>
            <a:xfrm>
              <a:off x="208667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22"/>
            <p:cNvSpPr/>
            <p:nvPr/>
          </p:nvSpPr>
          <p:spPr>
            <a:xfrm>
              <a:off x="1957242" y="887468"/>
              <a:ext cx="129448" cy="129448"/>
            </a:xfrm>
            <a:custGeom>
              <a:rect b="b" l="l" r="r" t="t"/>
              <a:pathLst>
                <a:path extrusionOk="0" h="8334" w="8334">
                  <a:moveTo>
                    <a:pt x="1" y="1"/>
                  </a:moveTo>
                  <a:lnTo>
                    <a:pt x="1" y="8333"/>
                  </a:lnTo>
                  <a:lnTo>
                    <a:pt x="8334" y="833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22"/>
            <p:cNvSpPr/>
            <p:nvPr/>
          </p:nvSpPr>
          <p:spPr>
            <a:xfrm>
              <a:off x="1790857" y="887468"/>
              <a:ext cx="166400" cy="129448"/>
            </a:xfrm>
            <a:custGeom>
              <a:rect b="b" l="l" r="r" t="t"/>
              <a:pathLst>
                <a:path extrusionOk="0" h="8334" w="10713">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22"/>
            <p:cNvSpPr/>
            <p:nvPr/>
          </p:nvSpPr>
          <p:spPr>
            <a:xfrm>
              <a:off x="1642910"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22"/>
            <p:cNvSpPr/>
            <p:nvPr/>
          </p:nvSpPr>
          <p:spPr>
            <a:xfrm>
              <a:off x="1513494"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22"/>
            <p:cNvSpPr/>
            <p:nvPr/>
          </p:nvSpPr>
          <p:spPr>
            <a:xfrm>
              <a:off x="1347094" y="887468"/>
              <a:ext cx="166415" cy="129448"/>
            </a:xfrm>
            <a:custGeom>
              <a:rect b="b" l="l" r="r" t="t"/>
              <a:pathLst>
                <a:path extrusionOk="0" h="8334" w="10714">
                  <a:moveTo>
                    <a:pt x="1" y="1"/>
                  </a:moveTo>
                  <a:lnTo>
                    <a:pt x="1"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22"/>
            <p:cNvSpPr/>
            <p:nvPr/>
          </p:nvSpPr>
          <p:spPr>
            <a:xfrm>
              <a:off x="1199178"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22"/>
            <p:cNvSpPr/>
            <p:nvPr/>
          </p:nvSpPr>
          <p:spPr>
            <a:xfrm>
              <a:off x="1069761" y="887468"/>
              <a:ext cx="129432" cy="129448"/>
            </a:xfrm>
            <a:custGeom>
              <a:rect b="b" l="l" r="r" t="t"/>
              <a:pathLst>
                <a:path extrusionOk="0" h="8334" w="8333">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22"/>
            <p:cNvSpPr/>
            <p:nvPr/>
          </p:nvSpPr>
          <p:spPr>
            <a:xfrm>
              <a:off x="903361" y="887468"/>
              <a:ext cx="166415" cy="129448"/>
            </a:xfrm>
            <a:custGeom>
              <a:rect b="b" l="l" r="r" t="t"/>
              <a:pathLst>
                <a:path extrusionOk="0" h="8334" w="10714">
                  <a:moveTo>
                    <a:pt x="0" y="1"/>
                  </a:moveTo>
                  <a:lnTo>
                    <a:pt x="0" y="8333"/>
                  </a:lnTo>
                  <a:lnTo>
                    <a:pt x="10713" y="833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22"/>
            <p:cNvSpPr/>
            <p:nvPr/>
          </p:nvSpPr>
          <p:spPr>
            <a:xfrm>
              <a:off x="755430"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22"/>
            <p:cNvSpPr/>
            <p:nvPr/>
          </p:nvSpPr>
          <p:spPr>
            <a:xfrm>
              <a:off x="2400974"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22"/>
            <p:cNvSpPr/>
            <p:nvPr/>
          </p:nvSpPr>
          <p:spPr>
            <a:xfrm>
              <a:off x="2253074"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22"/>
            <p:cNvSpPr/>
            <p:nvPr/>
          </p:nvSpPr>
          <p:spPr>
            <a:xfrm>
              <a:off x="208667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22"/>
            <p:cNvSpPr/>
            <p:nvPr/>
          </p:nvSpPr>
          <p:spPr>
            <a:xfrm>
              <a:off x="1957242" y="739552"/>
              <a:ext cx="129448" cy="147932"/>
            </a:xfrm>
            <a:custGeom>
              <a:rect b="b" l="l" r="r" t="t"/>
              <a:pathLst>
                <a:path extrusionOk="0" h="9524" w="8334">
                  <a:moveTo>
                    <a:pt x="1" y="1"/>
                  </a:moveTo>
                  <a:lnTo>
                    <a:pt x="1" y="9524"/>
                  </a:lnTo>
                  <a:lnTo>
                    <a:pt x="8334" y="952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22"/>
            <p:cNvSpPr/>
            <p:nvPr/>
          </p:nvSpPr>
          <p:spPr>
            <a:xfrm>
              <a:off x="1790857" y="739552"/>
              <a:ext cx="166400" cy="147932"/>
            </a:xfrm>
            <a:custGeom>
              <a:rect b="b" l="l" r="r" t="t"/>
              <a:pathLst>
                <a:path extrusionOk="0" h="9524" w="10713">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22"/>
            <p:cNvSpPr/>
            <p:nvPr/>
          </p:nvSpPr>
          <p:spPr>
            <a:xfrm>
              <a:off x="1642910"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22"/>
            <p:cNvSpPr/>
            <p:nvPr/>
          </p:nvSpPr>
          <p:spPr>
            <a:xfrm>
              <a:off x="1513494"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22"/>
            <p:cNvSpPr/>
            <p:nvPr/>
          </p:nvSpPr>
          <p:spPr>
            <a:xfrm>
              <a:off x="1347094" y="739552"/>
              <a:ext cx="166415" cy="147932"/>
            </a:xfrm>
            <a:custGeom>
              <a:rect b="b" l="l" r="r" t="t"/>
              <a:pathLst>
                <a:path extrusionOk="0" h="9524" w="10714">
                  <a:moveTo>
                    <a:pt x="1" y="1"/>
                  </a:moveTo>
                  <a:lnTo>
                    <a:pt x="1"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22"/>
            <p:cNvSpPr/>
            <p:nvPr/>
          </p:nvSpPr>
          <p:spPr>
            <a:xfrm>
              <a:off x="1199178"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22"/>
            <p:cNvSpPr/>
            <p:nvPr/>
          </p:nvSpPr>
          <p:spPr>
            <a:xfrm>
              <a:off x="1069761" y="739552"/>
              <a:ext cx="129432" cy="147932"/>
            </a:xfrm>
            <a:custGeom>
              <a:rect b="b" l="l" r="r" t="t"/>
              <a:pathLst>
                <a:path extrusionOk="0" h="9524" w="8333">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22"/>
            <p:cNvSpPr/>
            <p:nvPr/>
          </p:nvSpPr>
          <p:spPr>
            <a:xfrm>
              <a:off x="903361" y="739552"/>
              <a:ext cx="166415" cy="147932"/>
            </a:xfrm>
            <a:custGeom>
              <a:rect b="b" l="l" r="r" t="t"/>
              <a:pathLst>
                <a:path extrusionOk="0" h="9524" w="10714">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22"/>
            <p:cNvSpPr/>
            <p:nvPr/>
          </p:nvSpPr>
          <p:spPr>
            <a:xfrm>
              <a:off x="2400974"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22"/>
            <p:cNvSpPr/>
            <p:nvPr/>
          </p:nvSpPr>
          <p:spPr>
            <a:xfrm>
              <a:off x="2253074"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22"/>
            <p:cNvSpPr/>
            <p:nvPr/>
          </p:nvSpPr>
          <p:spPr>
            <a:xfrm>
              <a:off x="2086674" y="573137"/>
              <a:ext cx="166415" cy="166431"/>
            </a:xfrm>
            <a:custGeom>
              <a:rect b="b" l="l" r="r" t="t"/>
              <a:pathLst>
                <a:path extrusionOk="0" h="10715" w="10714">
                  <a:moveTo>
                    <a:pt x="1" y="1"/>
                  </a:moveTo>
                  <a:lnTo>
                    <a:pt x="1"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22"/>
            <p:cNvSpPr/>
            <p:nvPr/>
          </p:nvSpPr>
          <p:spPr>
            <a:xfrm>
              <a:off x="1957242" y="573137"/>
              <a:ext cx="129448" cy="166431"/>
            </a:xfrm>
            <a:custGeom>
              <a:rect b="b" l="l" r="r" t="t"/>
              <a:pathLst>
                <a:path extrusionOk="0" h="10715" w="8334">
                  <a:moveTo>
                    <a:pt x="1" y="1"/>
                  </a:moveTo>
                  <a:lnTo>
                    <a:pt x="1" y="10715"/>
                  </a:lnTo>
                  <a:lnTo>
                    <a:pt x="8334" y="10715"/>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22"/>
            <p:cNvSpPr/>
            <p:nvPr/>
          </p:nvSpPr>
          <p:spPr>
            <a:xfrm>
              <a:off x="1790857" y="573137"/>
              <a:ext cx="166400" cy="166431"/>
            </a:xfrm>
            <a:custGeom>
              <a:rect b="b" l="l" r="r" t="t"/>
              <a:pathLst>
                <a:path extrusionOk="0" h="10715" w="10713">
                  <a:moveTo>
                    <a:pt x="0" y="1"/>
                  </a:moveTo>
                  <a:lnTo>
                    <a:pt x="0" y="10715"/>
                  </a:lnTo>
                  <a:lnTo>
                    <a:pt x="10713" y="10715"/>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22"/>
            <p:cNvSpPr/>
            <p:nvPr/>
          </p:nvSpPr>
          <p:spPr>
            <a:xfrm>
              <a:off x="1642910"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22"/>
            <p:cNvSpPr/>
            <p:nvPr/>
          </p:nvSpPr>
          <p:spPr>
            <a:xfrm>
              <a:off x="1513494" y="573137"/>
              <a:ext cx="129432" cy="166431"/>
            </a:xfrm>
            <a:custGeom>
              <a:rect b="b" l="l" r="r" t="t"/>
              <a:pathLst>
                <a:path extrusionOk="0" h="10715" w="8333">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22"/>
            <p:cNvSpPr/>
            <p:nvPr/>
          </p:nvSpPr>
          <p:spPr>
            <a:xfrm>
              <a:off x="2400974"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22"/>
            <p:cNvSpPr/>
            <p:nvPr/>
          </p:nvSpPr>
          <p:spPr>
            <a:xfrm>
              <a:off x="2253074"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22"/>
            <p:cNvSpPr/>
            <p:nvPr/>
          </p:nvSpPr>
          <p:spPr>
            <a:xfrm>
              <a:off x="2086674" y="443705"/>
              <a:ext cx="166415" cy="129448"/>
            </a:xfrm>
            <a:custGeom>
              <a:rect b="b" l="l" r="r" t="t"/>
              <a:pathLst>
                <a:path extrusionOk="0" h="8334" w="10714">
                  <a:moveTo>
                    <a:pt x="1" y="1"/>
                  </a:moveTo>
                  <a:lnTo>
                    <a:pt x="1"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22"/>
            <p:cNvSpPr/>
            <p:nvPr/>
          </p:nvSpPr>
          <p:spPr>
            <a:xfrm>
              <a:off x="1957242" y="443705"/>
              <a:ext cx="129448" cy="129448"/>
            </a:xfrm>
            <a:custGeom>
              <a:rect b="b" l="l" r="r" t="t"/>
              <a:pathLst>
                <a:path extrusionOk="0" h="8334" w="8334">
                  <a:moveTo>
                    <a:pt x="1" y="1"/>
                  </a:moveTo>
                  <a:lnTo>
                    <a:pt x="1" y="8334"/>
                  </a:lnTo>
                  <a:lnTo>
                    <a:pt x="8334" y="8334"/>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22"/>
            <p:cNvSpPr/>
            <p:nvPr/>
          </p:nvSpPr>
          <p:spPr>
            <a:xfrm>
              <a:off x="1790857" y="443705"/>
              <a:ext cx="166400" cy="129448"/>
            </a:xfrm>
            <a:custGeom>
              <a:rect b="b" l="l" r="r" t="t"/>
              <a:pathLst>
                <a:path extrusionOk="0" h="8334" w="10713">
                  <a:moveTo>
                    <a:pt x="0" y="1"/>
                  </a:moveTo>
                  <a:lnTo>
                    <a:pt x="0" y="8334"/>
                  </a:lnTo>
                  <a:lnTo>
                    <a:pt x="10713" y="833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22"/>
            <p:cNvSpPr/>
            <p:nvPr/>
          </p:nvSpPr>
          <p:spPr>
            <a:xfrm>
              <a:off x="1642910"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22"/>
            <p:cNvSpPr/>
            <p:nvPr/>
          </p:nvSpPr>
          <p:spPr>
            <a:xfrm>
              <a:off x="1513494" y="443705"/>
              <a:ext cx="129432" cy="129448"/>
            </a:xfrm>
            <a:custGeom>
              <a:rect b="b" l="l" r="r" t="t"/>
              <a:pathLst>
                <a:path extrusionOk="0" h="8334" w="8333">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22"/>
            <p:cNvSpPr/>
            <p:nvPr/>
          </p:nvSpPr>
          <p:spPr>
            <a:xfrm>
              <a:off x="2400974"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22"/>
            <p:cNvSpPr/>
            <p:nvPr/>
          </p:nvSpPr>
          <p:spPr>
            <a:xfrm>
              <a:off x="2253074"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22"/>
            <p:cNvSpPr/>
            <p:nvPr/>
          </p:nvSpPr>
          <p:spPr>
            <a:xfrm>
              <a:off x="2086674" y="277320"/>
              <a:ext cx="166415" cy="166400"/>
            </a:xfrm>
            <a:custGeom>
              <a:rect b="b" l="l" r="r" t="t"/>
              <a:pathLst>
                <a:path extrusionOk="0" h="10713" w="10714">
                  <a:moveTo>
                    <a:pt x="1" y="0"/>
                  </a:moveTo>
                  <a:lnTo>
                    <a:pt x="1"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22"/>
            <p:cNvSpPr/>
            <p:nvPr/>
          </p:nvSpPr>
          <p:spPr>
            <a:xfrm>
              <a:off x="1957242" y="277320"/>
              <a:ext cx="129448" cy="166400"/>
            </a:xfrm>
            <a:custGeom>
              <a:rect b="b" l="l" r="r" t="t"/>
              <a:pathLst>
                <a:path extrusionOk="0" h="10713" w="8334">
                  <a:moveTo>
                    <a:pt x="1" y="0"/>
                  </a:moveTo>
                  <a:lnTo>
                    <a:pt x="1" y="10713"/>
                  </a:lnTo>
                  <a:lnTo>
                    <a:pt x="8334" y="1071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1" name="Google Shape;3911;p22"/>
            <p:cNvSpPr/>
            <p:nvPr/>
          </p:nvSpPr>
          <p:spPr>
            <a:xfrm>
              <a:off x="1790857" y="277320"/>
              <a:ext cx="166400" cy="166400"/>
            </a:xfrm>
            <a:custGeom>
              <a:rect b="b" l="l" r="r" t="t"/>
              <a:pathLst>
                <a:path extrusionOk="0" h="10713" w="10713">
                  <a:moveTo>
                    <a:pt x="0" y="0"/>
                  </a:moveTo>
                  <a:lnTo>
                    <a:pt x="0" y="10713"/>
                  </a:lnTo>
                  <a:lnTo>
                    <a:pt x="10713" y="1071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22"/>
            <p:cNvSpPr/>
            <p:nvPr/>
          </p:nvSpPr>
          <p:spPr>
            <a:xfrm>
              <a:off x="1642910"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22"/>
            <p:cNvSpPr/>
            <p:nvPr/>
          </p:nvSpPr>
          <p:spPr>
            <a:xfrm>
              <a:off x="2400974"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22"/>
            <p:cNvSpPr/>
            <p:nvPr/>
          </p:nvSpPr>
          <p:spPr>
            <a:xfrm>
              <a:off x="2253074"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22"/>
            <p:cNvSpPr/>
            <p:nvPr/>
          </p:nvSpPr>
          <p:spPr>
            <a:xfrm>
              <a:off x="2086674" y="129404"/>
              <a:ext cx="166415" cy="147932"/>
            </a:xfrm>
            <a:custGeom>
              <a:rect b="b" l="l" r="r" t="t"/>
              <a:pathLst>
                <a:path extrusionOk="0" h="9524" w="10714">
                  <a:moveTo>
                    <a:pt x="1" y="1"/>
                  </a:moveTo>
                  <a:lnTo>
                    <a:pt x="1"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6" name="Google Shape;3916;p22"/>
            <p:cNvSpPr/>
            <p:nvPr/>
          </p:nvSpPr>
          <p:spPr>
            <a:xfrm>
              <a:off x="1957242" y="129404"/>
              <a:ext cx="129448" cy="147932"/>
            </a:xfrm>
            <a:custGeom>
              <a:rect b="b" l="l" r="r" t="t"/>
              <a:pathLst>
                <a:path extrusionOk="0" h="9524" w="8334">
                  <a:moveTo>
                    <a:pt x="1" y="1"/>
                  </a:moveTo>
                  <a:lnTo>
                    <a:pt x="1" y="9523"/>
                  </a:lnTo>
                  <a:lnTo>
                    <a:pt x="8334" y="9523"/>
                  </a:lnTo>
                  <a:lnTo>
                    <a:pt x="833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22"/>
            <p:cNvSpPr/>
            <p:nvPr/>
          </p:nvSpPr>
          <p:spPr>
            <a:xfrm>
              <a:off x="1790857" y="129404"/>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22"/>
            <p:cNvSpPr/>
            <p:nvPr/>
          </p:nvSpPr>
          <p:spPr>
            <a:xfrm>
              <a:off x="2400974"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22"/>
            <p:cNvSpPr/>
            <p:nvPr/>
          </p:nvSpPr>
          <p:spPr>
            <a:xfrm>
              <a:off x="2253074" y="-12"/>
              <a:ext cx="147916" cy="129432"/>
            </a:xfrm>
            <a:custGeom>
              <a:rect b="b" l="l" r="r" t="t"/>
              <a:pathLst>
                <a:path extrusionOk="0" h="8333"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0" name="Google Shape;3920;p22"/>
            <p:cNvSpPr/>
            <p:nvPr/>
          </p:nvSpPr>
          <p:spPr>
            <a:xfrm>
              <a:off x="2086674" y="-12"/>
              <a:ext cx="166415" cy="129432"/>
            </a:xfrm>
            <a:custGeom>
              <a:rect b="b" l="l" r="r" t="t"/>
              <a:pathLst>
                <a:path extrusionOk="0" h="8333" w="10714">
                  <a:moveTo>
                    <a:pt x="1" y="0"/>
                  </a:moveTo>
                  <a:lnTo>
                    <a:pt x="1" y="8333"/>
                  </a:lnTo>
                  <a:lnTo>
                    <a:pt x="10713" y="833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1" name="Google Shape;3921;p22"/>
            <p:cNvSpPr/>
            <p:nvPr/>
          </p:nvSpPr>
          <p:spPr>
            <a:xfrm>
              <a:off x="1957242"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22"/>
            <p:cNvSpPr/>
            <p:nvPr/>
          </p:nvSpPr>
          <p:spPr>
            <a:xfrm>
              <a:off x="2530406"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22"/>
            <p:cNvSpPr/>
            <p:nvPr/>
          </p:nvSpPr>
          <p:spPr>
            <a:xfrm>
              <a:off x="2678322"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22"/>
            <p:cNvSpPr/>
            <p:nvPr/>
          </p:nvSpPr>
          <p:spPr>
            <a:xfrm>
              <a:off x="2807755" y="2070781"/>
              <a:ext cx="166431" cy="147916"/>
            </a:xfrm>
            <a:custGeom>
              <a:rect b="b" l="l" r="r" t="t"/>
              <a:pathLst>
                <a:path extrusionOk="0" h="9523" w="10715">
                  <a:moveTo>
                    <a:pt x="0" y="0"/>
                  </a:moveTo>
                  <a:lnTo>
                    <a:pt x="0" y="9523"/>
                  </a:lnTo>
                  <a:lnTo>
                    <a:pt x="10714" y="952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22"/>
            <p:cNvSpPr/>
            <p:nvPr/>
          </p:nvSpPr>
          <p:spPr>
            <a:xfrm>
              <a:off x="2974170"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22"/>
            <p:cNvSpPr/>
            <p:nvPr/>
          </p:nvSpPr>
          <p:spPr>
            <a:xfrm>
              <a:off x="312208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22"/>
            <p:cNvSpPr/>
            <p:nvPr/>
          </p:nvSpPr>
          <p:spPr>
            <a:xfrm>
              <a:off x="326998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22"/>
            <p:cNvSpPr/>
            <p:nvPr/>
          </p:nvSpPr>
          <p:spPr>
            <a:xfrm>
              <a:off x="341790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22"/>
            <p:cNvSpPr/>
            <p:nvPr/>
          </p:nvSpPr>
          <p:spPr>
            <a:xfrm>
              <a:off x="3565818"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22"/>
            <p:cNvSpPr/>
            <p:nvPr/>
          </p:nvSpPr>
          <p:spPr>
            <a:xfrm>
              <a:off x="3713719" y="2070781"/>
              <a:ext cx="147963" cy="147916"/>
            </a:xfrm>
            <a:custGeom>
              <a:rect b="b" l="l" r="r" t="t"/>
              <a:pathLst>
                <a:path extrusionOk="0" h="9523" w="9526">
                  <a:moveTo>
                    <a:pt x="1" y="0"/>
                  </a:moveTo>
                  <a:lnTo>
                    <a:pt x="1" y="9523"/>
                  </a:lnTo>
                  <a:lnTo>
                    <a:pt x="9525" y="952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22"/>
            <p:cNvSpPr/>
            <p:nvPr/>
          </p:nvSpPr>
          <p:spPr>
            <a:xfrm>
              <a:off x="386166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22"/>
            <p:cNvSpPr/>
            <p:nvPr/>
          </p:nvSpPr>
          <p:spPr>
            <a:xfrm>
              <a:off x="400956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22"/>
            <p:cNvSpPr/>
            <p:nvPr/>
          </p:nvSpPr>
          <p:spPr>
            <a:xfrm>
              <a:off x="415748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22"/>
            <p:cNvSpPr/>
            <p:nvPr/>
          </p:nvSpPr>
          <p:spPr>
            <a:xfrm>
              <a:off x="4305398"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22"/>
            <p:cNvSpPr/>
            <p:nvPr/>
          </p:nvSpPr>
          <p:spPr>
            <a:xfrm>
              <a:off x="2530406"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22"/>
            <p:cNvSpPr/>
            <p:nvPr/>
          </p:nvSpPr>
          <p:spPr>
            <a:xfrm>
              <a:off x="2678322" y="192286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22"/>
            <p:cNvSpPr/>
            <p:nvPr/>
          </p:nvSpPr>
          <p:spPr>
            <a:xfrm>
              <a:off x="2807755" y="192286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22"/>
            <p:cNvSpPr/>
            <p:nvPr/>
          </p:nvSpPr>
          <p:spPr>
            <a:xfrm>
              <a:off x="2974170"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22"/>
            <p:cNvSpPr/>
            <p:nvPr/>
          </p:nvSpPr>
          <p:spPr>
            <a:xfrm>
              <a:off x="312208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22"/>
            <p:cNvSpPr/>
            <p:nvPr/>
          </p:nvSpPr>
          <p:spPr>
            <a:xfrm>
              <a:off x="326998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22"/>
            <p:cNvSpPr/>
            <p:nvPr/>
          </p:nvSpPr>
          <p:spPr>
            <a:xfrm>
              <a:off x="341790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22"/>
            <p:cNvSpPr/>
            <p:nvPr/>
          </p:nvSpPr>
          <p:spPr>
            <a:xfrm>
              <a:off x="3565818"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3" name="Google Shape;3943;p22"/>
            <p:cNvSpPr/>
            <p:nvPr/>
          </p:nvSpPr>
          <p:spPr>
            <a:xfrm>
              <a:off x="3713719" y="192286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22"/>
            <p:cNvSpPr/>
            <p:nvPr/>
          </p:nvSpPr>
          <p:spPr>
            <a:xfrm>
              <a:off x="3861666"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22"/>
            <p:cNvSpPr/>
            <p:nvPr/>
          </p:nvSpPr>
          <p:spPr>
            <a:xfrm>
              <a:off x="4009566" y="192286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22"/>
            <p:cNvSpPr/>
            <p:nvPr/>
          </p:nvSpPr>
          <p:spPr>
            <a:xfrm>
              <a:off x="4157482"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22"/>
            <p:cNvSpPr/>
            <p:nvPr/>
          </p:nvSpPr>
          <p:spPr>
            <a:xfrm>
              <a:off x="4305398" y="192286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22"/>
            <p:cNvSpPr/>
            <p:nvPr/>
          </p:nvSpPr>
          <p:spPr>
            <a:xfrm>
              <a:off x="4453314"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22"/>
            <p:cNvSpPr/>
            <p:nvPr/>
          </p:nvSpPr>
          <p:spPr>
            <a:xfrm>
              <a:off x="4601215"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22"/>
            <p:cNvSpPr/>
            <p:nvPr/>
          </p:nvSpPr>
          <p:spPr>
            <a:xfrm>
              <a:off x="2530406"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22"/>
            <p:cNvSpPr/>
            <p:nvPr/>
          </p:nvSpPr>
          <p:spPr>
            <a:xfrm>
              <a:off x="2678322" y="175648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22"/>
            <p:cNvSpPr/>
            <p:nvPr/>
          </p:nvSpPr>
          <p:spPr>
            <a:xfrm>
              <a:off x="2807755" y="175648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22"/>
            <p:cNvSpPr/>
            <p:nvPr/>
          </p:nvSpPr>
          <p:spPr>
            <a:xfrm>
              <a:off x="2974170"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22"/>
            <p:cNvSpPr/>
            <p:nvPr/>
          </p:nvSpPr>
          <p:spPr>
            <a:xfrm>
              <a:off x="312208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22"/>
            <p:cNvSpPr/>
            <p:nvPr/>
          </p:nvSpPr>
          <p:spPr>
            <a:xfrm>
              <a:off x="326998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22"/>
            <p:cNvSpPr/>
            <p:nvPr/>
          </p:nvSpPr>
          <p:spPr>
            <a:xfrm>
              <a:off x="341790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22"/>
            <p:cNvSpPr/>
            <p:nvPr/>
          </p:nvSpPr>
          <p:spPr>
            <a:xfrm>
              <a:off x="3565818"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22"/>
            <p:cNvSpPr/>
            <p:nvPr/>
          </p:nvSpPr>
          <p:spPr>
            <a:xfrm>
              <a:off x="3713719" y="175648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22"/>
            <p:cNvSpPr/>
            <p:nvPr/>
          </p:nvSpPr>
          <p:spPr>
            <a:xfrm>
              <a:off x="3861666"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22"/>
            <p:cNvSpPr/>
            <p:nvPr/>
          </p:nvSpPr>
          <p:spPr>
            <a:xfrm>
              <a:off x="4009566" y="175648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22"/>
            <p:cNvSpPr/>
            <p:nvPr/>
          </p:nvSpPr>
          <p:spPr>
            <a:xfrm>
              <a:off x="4157482"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22"/>
            <p:cNvSpPr/>
            <p:nvPr/>
          </p:nvSpPr>
          <p:spPr>
            <a:xfrm>
              <a:off x="4305398" y="175648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22"/>
            <p:cNvSpPr/>
            <p:nvPr/>
          </p:nvSpPr>
          <p:spPr>
            <a:xfrm>
              <a:off x="4453314" y="175648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22"/>
            <p:cNvSpPr/>
            <p:nvPr/>
          </p:nvSpPr>
          <p:spPr>
            <a:xfrm>
              <a:off x="4601215" y="175648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22"/>
            <p:cNvSpPr/>
            <p:nvPr/>
          </p:nvSpPr>
          <p:spPr>
            <a:xfrm>
              <a:off x="2530406"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22"/>
            <p:cNvSpPr/>
            <p:nvPr/>
          </p:nvSpPr>
          <p:spPr>
            <a:xfrm>
              <a:off x="2678322" y="1627048"/>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22"/>
            <p:cNvSpPr/>
            <p:nvPr/>
          </p:nvSpPr>
          <p:spPr>
            <a:xfrm>
              <a:off x="2807755" y="1627048"/>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22"/>
            <p:cNvSpPr/>
            <p:nvPr/>
          </p:nvSpPr>
          <p:spPr>
            <a:xfrm>
              <a:off x="2974170"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22"/>
            <p:cNvSpPr/>
            <p:nvPr/>
          </p:nvSpPr>
          <p:spPr>
            <a:xfrm>
              <a:off x="312208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22"/>
            <p:cNvSpPr/>
            <p:nvPr/>
          </p:nvSpPr>
          <p:spPr>
            <a:xfrm>
              <a:off x="326998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22"/>
            <p:cNvSpPr/>
            <p:nvPr/>
          </p:nvSpPr>
          <p:spPr>
            <a:xfrm>
              <a:off x="341790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22"/>
            <p:cNvSpPr/>
            <p:nvPr/>
          </p:nvSpPr>
          <p:spPr>
            <a:xfrm>
              <a:off x="3565818"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22"/>
            <p:cNvSpPr/>
            <p:nvPr/>
          </p:nvSpPr>
          <p:spPr>
            <a:xfrm>
              <a:off x="3713719" y="1627048"/>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22"/>
            <p:cNvSpPr/>
            <p:nvPr/>
          </p:nvSpPr>
          <p:spPr>
            <a:xfrm>
              <a:off x="3861666"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22"/>
            <p:cNvSpPr/>
            <p:nvPr/>
          </p:nvSpPr>
          <p:spPr>
            <a:xfrm>
              <a:off x="4009566" y="1627048"/>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22"/>
            <p:cNvSpPr/>
            <p:nvPr/>
          </p:nvSpPr>
          <p:spPr>
            <a:xfrm>
              <a:off x="4157482"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22"/>
            <p:cNvSpPr/>
            <p:nvPr/>
          </p:nvSpPr>
          <p:spPr>
            <a:xfrm>
              <a:off x="4305398" y="1627048"/>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22"/>
            <p:cNvSpPr/>
            <p:nvPr/>
          </p:nvSpPr>
          <p:spPr>
            <a:xfrm>
              <a:off x="4453314" y="1627048"/>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22"/>
            <p:cNvSpPr/>
            <p:nvPr/>
          </p:nvSpPr>
          <p:spPr>
            <a:xfrm>
              <a:off x="4601215" y="1627048"/>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22"/>
            <p:cNvSpPr/>
            <p:nvPr/>
          </p:nvSpPr>
          <p:spPr>
            <a:xfrm>
              <a:off x="2530406"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22"/>
            <p:cNvSpPr/>
            <p:nvPr/>
          </p:nvSpPr>
          <p:spPr>
            <a:xfrm>
              <a:off x="2678322" y="1460633"/>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22"/>
            <p:cNvSpPr/>
            <p:nvPr/>
          </p:nvSpPr>
          <p:spPr>
            <a:xfrm>
              <a:off x="2807755" y="1460633"/>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22"/>
            <p:cNvSpPr/>
            <p:nvPr/>
          </p:nvSpPr>
          <p:spPr>
            <a:xfrm>
              <a:off x="2974170"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22"/>
            <p:cNvSpPr/>
            <p:nvPr/>
          </p:nvSpPr>
          <p:spPr>
            <a:xfrm>
              <a:off x="312208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22"/>
            <p:cNvSpPr/>
            <p:nvPr/>
          </p:nvSpPr>
          <p:spPr>
            <a:xfrm>
              <a:off x="326998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22"/>
            <p:cNvSpPr/>
            <p:nvPr/>
          </p:nvSpPr>
          <p:spPr>
            <a:xfrm>
              <a:off x="341790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22"/>
            <p:cNvSpPr/>
            <p:nvPr/>
          </p:nvSpPr>
          <p:spPr>
            <a:xfrm>
              <a:off x="3565818"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22"/>
            <p:cNvSpPr/>
            <p:nvPr/>
          </p:nvSpPr>
          <p:spPr>
            <a:xfrm>
              <a:off x="3713719" y="1460633"/>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22"/>
            <p:cNvSpPr/>
            <p:nvPr/>
          </p:nvSpPr>
          <p:spPr>
            <a:xfrm>
              <a:off x="3861666"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22"/>
            <p:cNvSpPr/>
            <p:nvPr/>
          </p:nvSpPr>
          <p:spPr>
            <a:xfrm>
              <a:off x="4009566" y="1460633"/>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22"/>
            <p:cNvSpPr/>
            <p:nvPr/>
          </p:nvSpPr>
          <p:spPr>
            <a:xfrm>
              <a:off x="4157482"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22"/>
            <p:cNvSpPr/>
            <p:nvPr/>
          </p:nvSpPr>
          <p:spPr>
            <a:xfrm>
              <a:off x="4305398" y="1460633"/>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22"/>
            <p:cNvSpPr/>
            <p:nvPr/>
          </p:nvSpPr>
          <p:spPr>
            <a:xfrm>
              <a:off x="4453314" y="1460633"/>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22"/>
            <p:cNvSpPr/>
            <p:nvPr/>
          </p:nvSpPr>
          <p:spPr>
            <a:xfrm>
              <a:off x="4601215" y="1460633"/>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22"/>
            <p:cNvSpPr/>
            <p:nvPr/>
          </p:nvSpPr>
          <p:spPr>
            <a:xfrm>
              <a:off x="2530406"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22"/>
            <p:cNvSpPr/>
            <p:nvPr/>
          </p:nvSpPr>
          <p:spPr>
            <a:xfrm>
              <a:off x="2678322" y="1331201"/>
              <a:ext cx="129448" cy="129448"/>
            </a:xfrm>
            <a:custGeom>
              <a:rect b="b" l="l" r="r" t="t"/>
              <a:pathLst>
                <a:path extrusionOk="0" h="8334"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22"/>
            <p:cNvSpPr/>
            <p:nvPr/>
          </p:nvSpPr>
          <p:spPr>
            <a:xfrm>
              <a:off x="2807755" y="1331201"/>
              <a:ext cx="166431" cy="129448"/>
            </a:xfrm>
            <a:custGeom>
              <a:rect b="b" l="l" r="r" t="t"/>
              <a:pathLst>
                <a:path extrusionOk="0" h="8334"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22"/>
            <p:cNvSpPr/>
            <p:nvPr/>
          </p:nvSpPr>
          <p:spPr>
            <a:xfrm>
              <a:off x="2974170"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22"/>
            <p:cNvSpPr/>
            <p:nvPr/>
          </p:nvSpPr>
          <p:spPr>
            <a:xfrm>
              <a:off x="312208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22"/>
            <p:cNvSpPr/>
            <p:nvPr/>
          </p:nvSpPr>
          <p:spPr>
            <a:xfrm>
              <a:off x="326998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22"/>
            <p:cNvSpPr/>
            <p:nvPr/>
          </p:nvSpPr>
          <p:spPr>
            <a:xfrm>
              <a:off x="341790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22"/>
            <p:cNvSpPr/>
            <p:nvPr/>
          </p:nvSpPr>
          <p:spPr>
            <a:xfrm>
              <a:off x="3565818"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22"/>
            <p:cNvSpPr/>
            <p:nvPr/>
          </p:nvSpPr>
          <p:spPr>
            <a:xfrm>
              <a:off x="3713719" y="1331201"/>
              <a:ext cx="147963" cy="129448"/>
            </a:xfrm>
            <a:custGeom>
              <a:rect b="b" l="l" r="r" t="t"/>
              <a:pathLst>
                <a:path extrusionOk="0" h="8334" w="9526">
                  <a:moveTo>
                    <a:pt x="1" y="0"/>
                  </a:moveTo>
                  <a:lnTo>
                    <a:pt x="1" y="8333"/>
                  </a:lnTo>
                  <a:lnTo>
                    <a:pt x="9525" y="833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22"/>
            <p:cNvSpPr/>
            <p:nvPr/>
          </p:nvSpPr>
          <p:spPr>
            <a:xfrm>
              <a:off x="3861666"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22"/>
            <p:cNvSpPr/>
            <p:nvPr/>
          </p:nvSpPr>
          <p:spPr>
            <a:xfrm>
              <a:off x="4009566" y="1331201"/>
              <a:ext cx="147932" cy="129448"/>
            </a:xfrm>
            <a:custGeom>
              <a:rect b="b" l="l" r="r" t="t"/>
              <a:pathLst>
                <a:path extrusionOk="0" h="8334" w="9524">
                  <a:moveTo>
                    <a:pt x="1" y="0"/>
                  </a:moveTo>
                  <a:lnTo>
                    <a:pt x="1" y="8333"/>
                  </a:lnTo>
                  <a:lnTo>
                    <a:pt x="9524" y="833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22"/>
            <p:cNvSpPr/>
            <p:nvPr/>
          </p:nvSpPr>
          <p:spPr>
            <a:xfrm>
              <a:off x="4157482"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22"/>
            <p:cNvSpPr/>
            <p:nvPr/>
          </p:nvSpPr>
          <p:spPr>
            <a:xfrm>
              <a:off x="4305398" y="1331201"/>
              <a:ext cx="147932" cy="129448"/>
            </a:xfrm>
            <a:custGeom>
              <a:rect b="b" l="l" r="r" t="t"/>
              <a:pathLst>
                <a:path extrusionOk="0" h="8334"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22"/>
            <p:cNvSpPr/>
            <p:nvPr/>
          </p:nvSpPr>
          <p:spPr>
            <a:xfrm>
              <a:off x="4453314" y="1331201"/>
              <a:ext cx="147916" cy="129448"/>
            </a:xfrm>
            <a:custGeom>
              <a:rect b="b" l="l" r="r" t="t"/>
              <a:pathLst>
                <a:path extrusionOk="0" h="8334" w="9523">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22"/>
            <p:cNvSpPr/>
            <p:nvPr/>
          </p:nvSpPr>
          <p:spPr>
            <a:xfrm>
              <a:off x="4601215"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22"/>
            <p:cNvSpPr/>
            <p:nvPr/>
          </p:nvSpPr>
          <p:spPr>
            <a:xfrm>
              <a:off x="2530406"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22"/>
            <p:cNvSpPr/>
            <p:nvPr/>
          </p:nvSpPr>
          <p:spPr>
            <a:xfrm>
              <a:off x="2678322" y="1183285"/>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22"/>
            <p:cNvSpPr/>
            <p:nvPr/>
          </p:nvSpPr>
          <p:spPr>
            <a:xfrm>
              <a:off x="2807755" y="1183285"/>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22"/>
            <p:cNvSpPr/>
            <p:nvPr/>
          </p:nvSpPr>
          <p:spPr>
            <a:xfrm>
              <a:off x="2974170"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22"/>
            <p:cNvSpPr/>
            <p:nvPr/>
          </p:nvSpPr>
          <p:spPr>
            <a:xfrm>
              <a:off x="312208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22"/>
            <p:cNvSpPr/>
            <p:nvPr/>
          </p:nvSpPr>
          <p:spPr>
            <a:xfrm>
              <a:off x="326998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22"/>
            <p:cNvSpPr/>
            <p:nvPr/>
          </p:nvSpPr>
          <p:spPr>
            <a:xfrm>
              <a:off x="341790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22"/>
            <p:cNvSpPr/>
            <p:nvPr/>
          </p:nvSpPr>
          <p:spPr>
            <a:xfrm>
              <a:off x="3565818"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22"/>
            <p:cNvSpPr/>
            <p:nvPr/>
          </p:nvSpPr>
          <p:spPr>
            <a:xfrm>
              <a:off x="3713719" y="1183285"/>
              <a:ext cx="147963" cy="147932"/>
            </a:xfrm>
            <a:custGeom>
              <a:rect b="b" l="l" r="r" t="t"/>
              <a:pathLst>
                <a:path extrusionOk="0" h="9524" w="9526">
                  <a:moveTo>
                    <a:pt x="1" y="1"/>
                  </a:moveTo>
                  <a:lnTo>
                    <a:pt x="1" y="9523"/>
                  </a:lnTo>
                  <a:lnTo>
                    <a:pt x="9525" y="952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22"/>
            <p:cNvSpPr/>
            <p:nvPr/>
          </p:nvSpPr>
          <p:spPr>
            <a:xfrm>
              <a:off x="3861666" y="118328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22"/>
            <p:cNvSpPr/>
            <p:nvPr/>
          </p:nvSpPr>
          <p:spPr>
            <a:xfrm>
              <a:off x="4009566" y="1183285"/>
              <a:ext cx="147932" cy="147932"/>
            </a:xfrm>
            <a:custGeom>
              <a:rect b="b" l="l" r="r" t="t"/>
              <a:pathLst>
                <a:path extrusionOk="0" h="9524" w="9524">
                  <a:moveTo>
                    <a:pt x="1" y="1"/>
                  </a:moveTo>
                  <a:lnTo>
                    <a:pt x="1" y="9523"/>
                  </a:lnTo>
                  <a:lnTo>
                    <a:pt x="9524" y="952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22"/>
            <p:cNvSpPr/>
            <p:nvPr/>
          </p:nvSpPr>
          <p:spPr>
            <a:xfrm>
              <a:off x="4157482" y="118328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22"/>
            <p:cNvSpPr/>
            <p:nvPr/>
          </p:nvSpPr>
          <p:spPr>
            <a:xfrm>
              <a:off x="4305398"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22"/>
            <p:cNvSpPr/>
            <p:nvPr/>
          </p:nvSpPr>
          <p:spPr>
            <a:xfrm>
              <a:off x="2530406"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22"/>
            <p:cNvSpPr/>
            <p:nvPr/>
          </p:nvSpPr>
          <p:spPr>
            <a:xfrm>
              <a:off x="2678322" y="101690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22"/>
            <p:cNvSpPr/>
            <p:nvPr/>
          </p:nvSpPr>
          <p:spPr>
            <a:xfrm>
              <a:off x="2807755" y="101690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22"/>
            <p:cNvSpPr/>
            <p:nvPr/>
          </p:nvSpPr>
          <p:spPr>
            <a:xfrm>
              <a:off x="2974170" y="101690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22"/>
            <p:cNvSpPr/>
            <p:nvPr/>
          </p:nvSpPr>
          <p:spPr>
            <a:xfrm>
              <a:off x="312208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22"/>
            <p:cNvSpPr/>
            <p:nvPr/>
          </p:nvSpPr>
          <p:spPr>
            <a:xfrm>
              <a:off x="326998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22"/>
            <p:cNvSpPr/>
            <p:nvPr/>
          </p:nvSpPr>
          <p:spPr>
            <a:xfrm>
              <a:off x="341790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22"/>
            <p:cNvSpPr/>
            <p:nvPr/>
          </p:nvSpPr>
          <p:spPr>
            <a:xfrm>
              <a:off x="3565818"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22"/>
            <p:cNvSpPr/>
            <p:nvPr/>
          </p:nvSpPr>
          <p:spPr>
            <a:xfrm>
              <a:off x="3713719" y="1016900"/>
              <a:ext cx="147963" cy="166400"/>
            </a:xfrm>
            <a:custGeom>
              <a:rect b="b" l="l" r="r" t="t"/>
              <a:pathLst>
                <a:path extrusionOk="0" h="10713" w="9526">
                  <a:moveTo>
                    <a:pt x="1" y="0"/>
                  </a:moveTo>
                  <a:lnTo>
                    <a:pt x="1" y="10713"/>
                  </a:lnTo>
                  <a:lnTo>
                    <a:pt x="9525" y="1071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22"/>
            <p:cNvSpPr/>
            <p:nvPr/>
          </p:nvSpPr>
          <p:spPr>
            <a:xfrm>
              <a:off x="3861666" y="101690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22"/>
            <p:cNvSpPr/>
            <p:nvPr/>
          </p:nvSpPr>
          <p:spPr>
            <a:xfrm>
              <a:off x="4009566" y="101690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22"/>
            <p:cNvSpPr/>
            <p:nvPr/>
          </p:nvSpPr>
          <p:spPr>
            <a:xfrm>
              <a:off x="4157482" y="101690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5" name="Google Shape;4035;p22"/>
            <p:cNvSpPr/>
            <p:nvPr/>
          </p:nvSpPr>
          <p:spPr>
            <a:xfrm>
              <a:off x="2530406"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6" name="Google Shape;4036;p22"/>
            <p:cNvSpPr/>
            <p:nvPr/>
          </p:nvSpPr>
          <p:spPr>
            <a:xfrm>
              <a:off x="2678322" y="887468"/>
              <a:ext cx="129448" cy="129448"/>
            </a:xfrm>
            <a:custGeom>
              <a:rect b="b" l="l" r="r" t="t"/>
              <a:pathLst>
                <a:path extrusionOk="0" h="8334" w="8334">
                  <a:moveTo>
                    <a:pt x="0" y="1"/>
                  </a:moveTo>
                  <a:lnTo>
                    <a:pt x="0" y="8333"/>
                  </a:lnTo>
                  <a:lnTo>
                    <a:pt x="8333" y="833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7" name="Google Shape;4037;p22"/>
            <p:cNvSpPr/>
            <p:nvPr/>
          </p:nvSpPr>
          <p:spPr>
            <a:xfrm>
              <a:off x="2807755" y="887468"/>
              <a:ext cx="166431" cy="129448"/>
            </a:xfrm>
            <a:custGeom>
              <a:rect b="b" l="l" r="r" t="t"/>
              <a:pathLst>
                <a:path extrusionOk="0" h="8334" w="10715">
                  <a:moveTo>
                    <a:pt x="0" y="1"/>
                  </a:moveTo>
                  <a:lnTo>
                    <a:pt x="0" y="8333"/>
                  </a:lnTo>
                  <a:lnTo>
                    <a:pt x="10714" y="833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22"/>
            <p:cNvSpPr/>
            <p:nvPr/>
          </p:nvSpPr>
          <p:spPr>
            <a:xfrm>
              <a:off x="2974170" y="887468"/>
              <a:ext cx="147932" cy="129448"/>
            </a:xfrm>
            <a:custGeom>
              <a:rect b="b" l="l" r="r" t="t"/>
              <a:pathLst>
                <a:path extrusionOk="0" h="8334" w="9524">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9" name="Google Shape;4039;p22"/>
            <p:cNvSpPr/>
            <p:nvPr/>
          </p:nvSpPr>
          <p:spPr>
            <a:xfrm>
              <a:off x="312208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0" name="Google Shape;4040;p22"/>
            <p:cNvSpPr/>
            <p:nvPr/>
          </p:nvSpPr>
          <p:spPr>
            <a:xfrm>
              <a:off x="326998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1" name="Google Shape;4041;p22"/>
            <p:cNvSpPr/>
            <p:nvPr/>
          </p:nvSpPr>
          <p:spPr>
            <a:xfrm>
              <a:off x="341790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2" name="Google Shape;4042;p22"/>
            <p:cNvSpPr/>
            <p:nvPr/>
          </p:nvSpPr>
          <p:spPr>
            <a:xfrm>
              <a:off x="3565818"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22"/>
            <p:cNvSpPr/>
            <p:nvPr/>
          </p:nvSpPr>
          <p:spPr>
            <a:xfrm>
              <a:off x="3713719" y="887468"/>
              <a:ext cx="147963" cy="129448"/>
            </a:xfrm>
            <a:custGeom>
              <a:rect b="b" l="l" r="r" t="t"/>
              <a:pathLst>
                <a:path extrusionOk="0" h="8334" w="9526">
                  <a:moveTo>
                    <a:pt x="1" y="1"/>
                  </a:moveTo>
                  <a:lnTo>
                    <a:pt x="1" y="8333"/>
                  </a:lnTo>
                  <a:lnTo>
                    <a:pt x="9525" y="8333"/>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22"/>
            <p:cNvSpPr/>
            <p:nvPr/>
          </p:nvSpPr>
          <p:spPr>
            <a:xfrm>
              <a:off x="3861666" y="887468"/>
              <a:ext cx="147916" cy="129448"/>
            </a:xfrm>
            <a:custGeom>
              <a:rect b="b" l="l" r="r" t="t"/>
              <a:pathLst>
                <a:path extrusionOk="0" h="8334" w="9523">
                  <a:moveTo>
                    <a:pt x="0" y="1"/>
                  </a:moveTo>
                  <a:lnTo>
                    <a:pt x="0"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22"/>
            <p:cNvSpPr/>
            <p:nvPr/>
          </p:nvSpPr>
          <p:spPr>
            <a:xfrm>
              <a:off x="4009566" y="887468"/>
              <a:ext cx="147932" cy="129448"/>
            </a:xfrm>
            <a:custGeom>
              <a:rect b="b" l="l" r="r" t="t"/>
              <a:pathLst>
                <a:path extrusionOk="0" h="8334" w="9524">
                  <a:moveTo>
                    <a:pt x="1" y="1"/>
                  </a:moveTo>
                  <a:lnTo>
                    <a:pt x="1" y="8333"/>
                  </a:lnTo>
                  <a:lnTo>
                    <a:pt x="9524" y="8333"/>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6" name="Google Shape;4046;p22"/>
            <p:cNvSpPr/>
            <p:nvPr/>
          </p:nvSpPr>
          <p:spPr>
            <a:xfrm>
              <a:off x="4157482" y="887468"/>
              <a:ext cx="147932" cy="129448"/>
            </a:xfrm>
            <a:custGeom>
              <a:rect b="b" l="l" r="r" t="t"/>
              <a:pathLst>
                <a:path extrusionOk="0" h="8334" w="9524">
                  <a:moveTo>
                    <a:pt x="1" y="1"/>
                  </a:moveTo>
                  <a:lnTo>
                    <a:pt x="1" y="8333"/>
                  </a:lnTo>
                  <a:lnTo>
                    <a:pt x="9523" y="833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7" name="Google Shape;4047;p22"/>
            <p:cNvSpPr/>
            <p:nvPr/>
          </p:nvSpPr>
          <p:spPr>
            <a:xfrm>
              <a:off x="2530406"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8" name="Google Shape;4048;p22"/>
            <p:cNvSpPr/>
            <p:nvPr/>
          </p:nvSpPr>
          <p:spPr>
            <a:xfrm>
              <a:off x="2678322" y="739552"/>
              <a:ext cx="129448" cy="147932"/>
            </a:xfrm>
            <a:custGeom>
              <a:rect b="b" l="l" r="r" t="t"/>
              <a:pathLst>
                <a:path extrusionOk="0" h="9524" w="8334">
                  <a:moveTo>
                    <a:pt x="0" y="1"/>
                  </a:moveTo>
                  <a:lnTo>
                    <a:pt x="0" y="9524"/>
                  </a:lnTo>
                  <a:lnTo>
                    <a:pt x="8333" y="952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9" name="Google Shape;4049;p22"/>
            <p:cNvSpPr/>
            <p:nvPr/>
          </p:nvSpPr>
          <p:spPr>
            <a:xfrm>
              <a:off x="2807755" y="739552"/>
              <a:ext cx="166431" cy="147932"/>
            </a:xfrm>
            <a:custGeom>
              <a:rect b="b" l="l" r="r" t="t"/>
              <a:pathLst>
                <a:path extrusionOk="0" h="9524" w="10715">
                  <a:moveTo>
                    <a:pt x="0" y="1"/>
                  </a:moveTo>
                  <a:lnTo>
                    <a:pt x="0" y="9524"/>
                  </a:lnTo>
                  <a:lnTo>
                    <a:pt x="10714" y="952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22"/>
            <p:cNvSpPr/>
            <p:nvPr/>
          </p:nvSpPr>
          <p:spPr>
            <a:xfrm>
              <a:off x="2974170" y="739552"/>
              <a:ext cx="147932" cy="147932"/>
            </a:xfrm>
            <a:custGeom>
              <a:rect b="b" l="l" r="r" t="t"/>
              <a:pathLst>
                <a:path extrusionOk="0" h="9524" w="9524">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22"/>
            <p:cNvSpPr/>
            <p:nvPr/>
          </p:nvSpPr>
          <p:spPr>
            <a:xfrm>
              <a:off x="312208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2" name="Google Shape;4052;p22"/>
            <p:cNvSpPr/>
            <p:nvPr/>
          </p:nvSpPr>
          <p:spPr>
            <a:xfrm>
              <a:off x="326998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22"/>
            <p:cNvSpPr/>
            <p:nvPr/>
          </p:nvSpPr>
          <p:spPr>
            <a:xfrm>
              <a:off x="3417902" y="739552"/>
              <a:ext cx="147932" cy="147932"/>
            </a:xfrm>
            <a:custGeom>
              <a:rect b="b" l="l" r="r" t="t"/>
              <a:pathLst>
                <a:path extrusionOk="0" h="9524" w="9524">
                  <a:moveTo>
                    <a:pt x="1" y="1"/>
                  </a:moveTo>
                  <a:lnTo>
                    <a:pt x="1"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22"/>
            <p:cNvSpPr/>
            <p:nvPr/>
          </p:nvSpPr>
          <p:spPr>
            <a:xfrm>
              <a:off x="3565818"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5" name="Google Shape;4055;p22"/>
            <p:cNvSpPr/>
            <p:nvPr/>
          </p:nvSpPr>
          <p:spPr>
            <a:xfrm>
              <a:off x="3713719" y="739552"/>
              <a:ext cx="147963" cy="147932"/>
            </a:xfrm>
            <a:custGeom>
              <a:rect b="b" l="l" r="r" t="t"/>
              <a:pathLst>
                <a:path extrusionOk="0" h="9524" w="9526">
                  <a:moveTo>
                    <a:pt x="1" y="1"/>
                  </a:moveTo>
                  <a:lnTo>
                    <a:pt x="1" y="9524"/>
                  </a:lnTo>
                  <a:lnTo>
                    <a:pt x="9525" y="9524"/>
                  </a:lnTo>
                  <a:lnTo>
                    <a:pt x="9525"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22"/>
            <p:cNvSpPr/>
            <p:nvPr/>
          </p:nvSpPr>
          <p:spPr>
            <a:xfrm>
              <a:off x="3861666" y="739552"/>
              <a:ext cx="147916" cy="147932"/>
            </a:xfrm>
            <a:custGeom>
              <a:rect b="b" l="l" r="r" t="t"/>
              <a:pathLst>
                <a:path extrusionOk="0" h="9524" w="9523">
                  <a:moveTo>
                    <a:pt x="0" y="1"/>
                  </a:moveTo>
                  <a:lnTo>
                    <a:pt x="0" y="9524"/>
                  </a:lnTo>
                  <a:lnTo>
                    <a:pt x="9523" y="952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22"/>
            <p:cNvSpPr/>
            <p:nvPr/>
          </p:nvSpPr>
          <p:spPr>
            <a:xfrm>
              <a:off x="400956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8" name="Google Shape;4058;p22"/>
            <p:cNvSpPr/>
            <p:nvPr/>
          </p:nvSpPr>
          <p:spPr>
            <a:xfrm>
              <a:off x="2530406"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22"/>
            <p:cNvSpPr/>
            <p:nvPr/>
          </p:nvSpPr>
          <p:spPr>
            <a:xfrm>
              <a:off x="2678322" y="573137"/>
              <a:ext cx="129448" cy="166431"/>
            </a:xfrm>
            <a:custGeom>
              <a:rect b="b" l="l" r="r" t="t"/>
              <a:pathLst>
                <a:path extrusionOk="0" h="10715" w="8334">
                  <a:moveTo>
                    <a:pt x="0" y="1"/>
                  </a:moveTo>
                  <a:lnTo>
                    <a:pt x="0" y="10715"/>
                  </a:lnTo>
                  <a:lnTo>
                    <a:pt x="8333" y="10715"/>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22"/>
            <p:cNvSpPr/>
            <p:nvPr/>
          </p:nvSpPr>
          <p:spPr>
            <a:xfrm>
              <a:off x="2807755" y="573137"/>
              <a:ext cx="166431" cy="166431"/>
            </a:xfrm>
            <a:custGeom>
              <a:rect b="b" l="l" r="r" t="t"/>
              <a:pathLst>
                <a:path extrusionOk="0" h="10715" w="10715">
                  <a:moveTo>
                    <a:pt x="0" y="1"/>
                  </a:moveTo>
                  <a:lnTo>
                    <a:pt x="0" y="10715"/>
                  </a:lnTo>
                  <a:lnTo>
                    <a:pt x="10714" y="10715"/>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22"/>
            <p:cNvSpPr/>
            <p:nvPr/>
          </p:nvSpPr>
          <p:spPr>
            <a:xfrm>
              <a:off x="2974170" y="573137"/>
              <a:ext cx="147932" cy="166431"/>
            </a:xfrm>
            <a:custGeom>
              <a:rect b="b" l="l" r="r" t="t"/>
              <a:pathLst>
                <a:path extrusionOk="0" h="10715" w="9524">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22"/>
            <p:cNvSpPr/>
            <p:nvPr/>
          </p:nvSpPr>
          <p:spPr>
            <a:xfrm>
              <a:off x="3122086" y="573137"/>
              <a:ext cx="147916" cy="166431"/>
            </a:xfrm>
            <a:custGeom>
              <a:rect b="b" l="l" r="r" t="t"/>
              <a:pathLst>
                <a:path extrusionOk="0" h="10715" w="9523">
                  <a:moveTo>
                    <a:pt x="0" y="1"/>
                  </a:moveTo>
                  <a:lnTo>
                    <a:pt x="0"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22"/>
            <p:cNvSpPr/>
            <p:nvPr/>
          </p:nvSpPr>
          <p:spPr>
            <a:xfrm>
              <a:off x="3269986" y="573137"/>
              <a:ext cx="147932" cy="166431"/>
            </a:xfrm>
            <a:custGeom>
              <a:rect b="b" l="l" r="r" t="t"/>
              <a:pathLst>
                <a:path extrusionOk="0" h="10715" w="9524">
                  <a:moveTo>
                    <a:pt x="1" y="1"/>
                  </a:moveTo>
                  <a:lnTo>
                    <a:pt x="1" y="10715"/>
                  </a:lnTo>
                  <a:lnTo>
                    <a:pt x="9524" y="10715"/>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22"/>
            <p:cNvSpPr/>
            <p:nvPr/>
          </p:nvSpPr>
          <p:spPr>
            <a:xfrm>
              <a:off x="3417902" y="573137"/>
              <a:ext cx="147932" cy="166431"/>
            </a:xfrm>
            <a:custGeom>
              <a:rect b="b" l="l" r="r" t="t"/>
              <a:pathLst>
                <a:path extrusionOk="0" h="10715" w="9524">
                  <a:moveTo>
                    <a:pt x="1" y="1"/>
                  </a:moveTo>
                  <a:lnTo>
                    <a:pt x="1" y="10715"/>
                  </a:lnTo>
                  <a:lnTo>
                    <a:pt x="9523" y="10715"/>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22"/>
            <p:cNvSpPr/>
            <p:nvPr/>
          </p:nvSpPr>
          <p:spPr>
            <a:xfrm>
              <a:off x="2530406"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6" name="Google Shape;4066;p22"/>
            <p:cNvSpPr/>
            <p:nvPr/>
          </p:nvSpPr>
          <p:spPr>
            <a:xfrm>
              <a:off x="2678322" y="443705"/>
              <a:ext cx="129448" cy="129448"/>
            </a:xfrm>
            <a:custGeom>
              <a:rect b="b" l="l" r="r" t="t"/>
              <a:pathLst>
                <a:path extrusionOk="0" h="8334" w="8334">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22"/>
            <p:cNvSpPr/>
            <p:nvPr/>
          </p:nvSpPr>
          <p:spPr>
            <a:xfrm>
              <a:off x="2807755" y="443705"/>
              <a:ext cx="166431" cy="129448"/>
            </a:xfrm>
            <a:custGeom>
              <a:rect b="b" l="l" r="r" t="t"/>
              <a:pathLst>
                <a:path extrusionOk="0" h="8334" w="10715">
                  <a:moveTo>
                    <a:pt x="0" y="1"/>
                  </a:moveTo>
                  <a:lnTo>
                    <a:pt x="0" y="8334"/>
                  </a:lnTo>
                  <a:lnTo>
                    <a:pt x="10714" y="8334"/>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22"/>
            <p:cNvSpPr/>
            <p:nvPr/>
          </p:nvSpPr>
          <p:spPr>
            <a:xfrm>
              <a:off x="2974170" y="443705"/>
              <a:ext cx="147932" cy="129448"/>
            </a:xfrm>
            <a:custGeom>
              <a:rect b="b" l="l" r="r" t="t"/>
              <a:pathLst>
                <a:path extrusionOk="0" h="8334" w="9524">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22"/>
            <p:cNvSpPr/>
            <p:nvPr/>
          </p:nvSpPr>
          <p:spPr>
            <a:xfrm>
              <a:off x="3122086" y="443705"/>
              <a:ext cx="147916" cy="129448"/>
            </a:xfrm>
            <a:custGeom>
              <a:rect b="b" l="l" r="r" t="t"/>
              <a:pathLst>
                <a:path extrusionOk="0" h="8334" w="9523">
                  <a:moveTo>
                    <a:pt x="0" y="1"/>
                  </a:moveTo>
                  <a:lnTo>
                    <a:pt x="0"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22"/>
            <p:cNvSpPr/>
            <p:nvPr/>
          </p:nvSpPr>
          <p:spPr>
            <a:xfrm>
              <a:off x="3269986" y="443705"/>
              <a:ext cx="147932" cy="129448"/>
            </a:xfrm>
            <a:custGeom>
              <a:rect b="b" l="l" r="r" t="t"/>
              <a:pathLst>
                <a:path extrusionOk="0" h="8334" w="9524">
                  <a:moveTo>
                    <a:pt x="1" y="1"/>
                  </a:moveTo>
                  <a:lnTo>
                    <a:pt x="1" y="8334"/>
                  </a:lnTo>
                  <a:lnTo>
                    <a:pt x="9524" y="833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22"/>
            <p:cNvSpPr/>
            <p:nvPr/>
          </p:nvSpPr>
          <p:spPr>
            <a:xfrm>
              <a:off x="3417902" y="443705"/>
              <a:ext cx="147932" cy="129448"/>
            </a:xfrm>
            <a:custGeom>
              <a:rect b="b" l="l" r="r" t="t"/>
              <a:pathLst>
                <a:path extrusionOk="0" h="8334" w="9524">
                  <a:moveTo>
                    <a:pt x="1" y="1"/>
                  </a:moveTo>
                  <a:lnTo>
                    <a:pt x="1" y="8334"/>
                  </a:lnTo>
                  <a:lnTo>
                    <a:pt x="9523" y="8334"/>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22"/>
            <p:cNvSpPr/>
            <p:nvPr/>
          </p:nvSpPr>
          <p:spPr>
            <a:xfrm>
              <a:off x="2530406" y="277320"/>
              <a:ext cx="147932" cy="166400"/>
            </a:xfrm>
            <a:custGeom>
              <a:rect b="b" l="l" r="r" t="t"/>
              <a:pathLst>
                <a:path extrusionOk="0" h="10713" w="9524">
                  <a:moveTo>
                    <a:pt x="1" y="0"/>
                  </a:moveTo>
                  <a:lnTo>
                    <a:pt x="1"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22"/>
            <p:cNvSpPr/>
            <p:nvPr/>
          </p:nvSpPr>
          <p:spPr>
            <a:xfrm>
              <a:off x="2678322" y="277320"/>
              <a:ext cx="129448" cy="166400"/>
            </a:xfrm>
            <a:custGeom>
              <a:rect b="b" l="l" r="r" t="t"/>
              <a:pathLst>
                <a:path extrusionOk="0" h="10713" w="8334">
                  <a:moveTo>
                    <a:pt x="0" y="0"/>
                  </a:moveTo>
                  <a:lnTo>
                    <a:pt x="0" y="10713"/>
                  </a:lnTo>
                  <a:lnTo>
                    <a:pt x="8333" y="1071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22"/>
            <p:cNvSpPr/>
            <p:nvPr/>
          </p:nvSpPr>
          <p:spPr>
            <a:xfrm>
              <a:off x="2807755" y="277320"/>
              <a:ext cx="166431" cy="166400"/>
            </a:xfrm>
            <a:custGeom>
              <a:rect b="b" l="l" r="r" t="t"/>
              <a:pathLst>
                <a:path extrusionOk="0" h="10713" w="10715">
                  <a:moveTo>
                    <a:pt x="0" y="0"/>
                  </a:moveTo>
                  <a:lnTo>
                    <a:pt x="0" y="10713"/>
                  </a:lnTo>
                  <a:lnTo>
                    <a:pt x="10714" y="1071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22"/>
            <p:cNvSpPr/>
            <p:nvPr/>
          </p:nvSpPr>
          <p:spPr>
            <a:xfrm>
              <a:off x="2974170" y="277320"/>
              <a:ext cx="147932" cy="166400"/>
            </a:xfrm>
            <a:custGeom>
              <a:rect b="b" l="l" r="r" t="t"/>
              <a:pathLst>
                <a:path extrusionOk="0" h="10713" w="9524">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6" name="Google Shape;4076;p22"/>
            <p:cNvSpPr/>
            <p:nvPr/>
          </p:nvSpPr>
          <p:spPr>
            <a:xfrm>
              <a:off x="3122086" y="277320"/>
              <a:ext cx="147916" cy="166400"/>
            </a:xfrm>
            <a:custGeom>
              <a:rect b="b" l="l" r="r" t="t"/>
              <a:pathLst>
                <a:path extrusionOk="0" h="10713" w="9523">
                  <a:moveTo>
                    <a:pt x="0" y="0"/>
                  </a:moveTo>
                  <a:lnTo>
                    <a:pt x="0" y="10713"/>
                  </a:lnTo>
                  <a:lnTo>
                    <a:pt x="9523" y="1071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7" name="Google Shape;4077;p22"/>
            <p:cNvSpPr/>
            <p:nvPr/>
          </p:nvSpPr>
          <p:spPr>
            <a:xfrm>
              <a:off x="3269986"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22"/>
            <p:cNvSpPr/>
            <p:nvPr/>
          </p:nvSpPr>
          <p:spPr>
            <a:xfrm>
              <a:off x="2530406" y="129404"/>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22"/>
            <p:cNvSpPr/>
            <p:nvPr/>
          </p:nvSpPr>
          <p:spPr>
            <a:xfrm>
              <a:off x="2678322" y="129404"/>
              <a:ext cx="129448" cy="147932"/>
            </a:xfrm>
            <a:custGeom>
              <a:rect b="b" l="l" r="r" t="t"/>
              <a:pathLst>
                <a:path extrusionOk="0" h="9524" w="8334">
                  <a:moveTo>
                    <a:pt x="0" y="1"/>
                  </a:moveTo>
                  <a:lnTo>
                    <a:pt x="0" y="9523"/>
                  </a:lnTo>
                  <a:lnTo>
                    <a:pt x="8333" y="9523"/>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22"/>
            <p:cNvSpPr/>
            <p:nvPr/>
          </p:nvSpPr>
          <p:spPr>
            <a:xfrm>
              <a:off x="2807755" y="129404"/>
              <a:ext cx="166431" cy="147932"/>
            </a:xfrm>
            <a:custGeom>
              <a:rect b="b" l="l" r="r" t="t"/>
              <a:pathLst>
                <a:path extrusionOk="0" h="9524" w="10715">
                  <a:moveTo>
                    <a:pt x="0" y="1"/>
                  </a:moveTo>
                  <a:lnTo>
                    <a:pt x="0" y="9523"/>
                  </a:lnTo>
                  <a:lnTo>
                    <a:pt x="10714" y="9523"/>
                  </a:lnTo>
                  <a:lnTo>
                    <a:pt x="1071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22"/>
            <p:cNvSpPr/>
            <p:nvPr/>
          </p:nvSpPr>
          <p:spPr>
            <a:xfrm>
              <a:off x="2974170" y="129404"/>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2" name="Google Shape;4082;p22"/>
            <p:cNvSpPr/>
            <p:nvPr/>
          </p:nvSpPr>
          <p:spPr>
            <a:xfrm>
              <a:off x="3122086"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3" name="Google Shape;4083;p22"/>
            <p:cNvSpPr/>
            <p:nvPr/>
          </p:nvSpPr>
          <p:spPr>
            <a:xfrm>
              <a:off x="2530406" y="-12"/>
              <a:ext cx="147932" cy="129432"/>
            </a:xfrm>
            <a:custGeom>
              <a:rect b="b" l="l" r="r" t="t"/>
              <a:pathLst>
                <a:path extrusionOk="0" h="8333"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22"/>
            <p:cNvSpPr/>
            <p:nvPr/>
          </p:nvSpPr>
          <p:spPr>
            <a:xfrm>
              <a:off x="2678322" y="-12"/>
              <a:ext cx="129448" cy="129432"/>
            </a:xfrm>
            <a:custGeom>
              <a:rect b="b" l="l" r="r" t="t"/>
              <a:pathLst>
                <a:path extrusionOk="0" h="8333" w="8334">
                  <a:moveTo>
                    <a:pt x="0" y="0"/>
                  </a:moveTo>
                  <a:lnTo>
                    <a:pt x="0" y="8333"/>
                  </a:lnTo>
                  <a:lnTo>
                    <a:pt x="8333" y="833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22"/>
            <p:cNvSpPr/>
            <p:nvPr/>
          </p:nvSpPr>
          <p:spPr>
            <a:xfrm>
              <a:off x="2807755" y="-12"/>
              <a:ext cx="166431" cy="129432"/>
            </a:xfrm>
            <a:custGeom>
              <a:rect b="b" l="l" r="r" t="t"/>
              <a:pathLst>
                <a:path extrusionOk="0" h="8333" w="10715">
                  <a:moveTo>
                    <a:pt x="0" y="0"/>
                  </a:moveTo>
                  <a:lnTo>
                    <a:pt x="0" y="8333"/>
                  </a:lnTo>
                  <a:lnTo>
                    <a:pt x="10714" y="833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22"/>
            <p:cNvSpPr/>
            <p:nvPr/>
          </p:nvSpPr>
          <p:spPr>
            <a:xfrm>
              <a:off x="2974170" y="-12"/>
              <a:ext cx="147932" cy="129432"/>
            </a:xfrm>
            <a:custGeom>
              <a:rect b="b" l="l" r="r" t="t"/>
              <a:pathLst>
                <a:path extrusionOk="0" h="8333"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7" name="Google Shape;4087;p22"/>
          <p:cNvGrpSpPr/>
          <p:nvPr/>
        </p:nvGrpSpPr>
        <p:grpSpPr>
          <a:xfrm>
            <a:off x="-387375" y="2038775"/>
            <a:ext cx="1722000" cy="3104450"/>
            <a:chOff x="-387375" y="2038775"/>
            <a:chExt cx="1722000" cy="3104450"/>
          </a:xfrm>
        </p:grpSpPr>
        <p:sp>
          <p:nvSpPr>
            <p:cNvPr id="4088" name="Google Shape;4088;p22"/>
            <p:cNvSpPr/>
            <p:nvPr/>
          </p:nvSpPr>
          <p:spPr>
            <a:xfrm>
              <a:off x="-387375" y="2038775"/>
              <a:ext cx="1722000" cy="4083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22"/>
            <p:cNvSpPr/>
            <p:nvPr/>
          </p:nvSpPr>
          <p:spPr>
            <a:xfrm>
              <a:off x="-387375" y="2442933"/>
              <a:ext cx="1722000" cy="1809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0" name="Google Shape;4090;p22"/>
            <p:cNvSpPr/>
            <p:nvPr/>
          </p:nvSpPr>
          <p:spPr>
            <a:xfrm>
              <a:off x="-387375" y="2623825"/>
              <a:ext cx="1722000" cy="25194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1" name="Google Shape;4091;p22"/>
          <p:cNvGrpSpPr/>
          <p:nvPr/>
        </p:nvGrpSpPr>
        <p:grpSpPr>
          <a:xfrm>
            <a:off x="2424675" y="3715725"/>
            <a:ext cx="6719400" cy="1426850"/>
            <a:chOff x="2424675" y="3715725"/>
            <a:chExt cx="6719400" cy="1426850"/>
          </a:xfrm>
        </p:grpSpPr>
        <p:sp>
          <p:nvSpPr>
            <p:cNvPr id="4092" name="Google Shape;4092;p22"/>
            <p:cNvSpPr/>
            <p:nvPr/>
          </p:nvSpPr>
          <p:spPr>
            <a:xfrm>
              <a:off x="2424675" y="3715725"/>
              <a:ext cx="6719400" cy="4083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22"/>
            <p:cNvSpPr/>
            <p:nvPr/>
          </p:nvSpPr>
          <p:spPr>
            <a:xfrm>
              <a:off x="2424675" y="4119883"/>
              <a:ext cx="6719400" cy="1809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22"/>
            <p:cNvSpPr/>
            <p:nvPr/>
          </p:nvSpPr>
          <p:spPr>
            <a:xfrm>
              <a:off x="2424675" y="4300775"/>
              <a:ext cx="6719400" cy="8418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SECTION_HEADER_1_2_1">
    <p:bg>
      <p:bgPr>
        <a:solidFill>
          <a:schemeClr val="accent6"/>
        </a:solidFill>
      </p:bgPr>
    </p:bg>
    <p:spTree>
      <p:nvGrpSpPr>
        <p:cNvPr id="4095" name="Shape 4095"/>
        <p:cNvGrpSpPr/>
        <p:nvPr/>
      </p:nvGrpSpPr>
      <p:grpSpPr>
        <a:xfrm>
          <a:off x="0" y="0"/>
          <a:ext cx="0" cy="0"/>
          <a:chOff x="0" y="0"/>
          <a:chExt cx="0" cy="0"/>
        </a:xfrm>
      </p:grpSpPr>
      <p:sp>
        <p:nvSpPr>
          <p:cNvPr id="4096" name="Google Shape;4096;p23"/>
          <p:cNvSpPr txBox="1"/>
          <p:nvPr>
            <p:ph type="title"/>
          </p:nvPr>
        </p:nvSpPr>
        <p:spPr>
          <a:xfrm>
            <a:off x="1334700" y="839125"/>
            <a:ext cx="6474600" cy="841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097" name="Google Shape;4097;p23"/>
          <p:cNvSpPr txBox="1"/>
          <p:nvPr>
            <p:ph idx="1" type="subTitle"/>
          </p:nvPr>
        </p:nvSpPr>
        <p:spPr>
          <a:xfrm>
            <a:off x="2466750" y="1760850"/>
            <a:ext cx="4210500" cy="133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lt1"/>
              </a:buClr>
              <a:buSzPts val="1600"/>
              <a:buNone/>
              <a:defRPr sz="1600">
                <a:solidFill>
                  <a:schemeClr val="lt1"/>
                </a:solidFill>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4098" name="Google Shape;4098;p23"/>
          <p:cNvSpPr txBox="1"/>
          <p:nvPr/>
        </p:nvSpPr>
        <p:spPr>
          <a:xfrm>
            <a:off x="2568900" y="3737600"/>
            <a:ext cx="4006200" cy="63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accent1"/>
                </a:solidFill>
                <a:latin typeface="Advent Pro"/>
                <a:ea typeface="Advent Pro"/>
                <a:cs typeface="Advent Pro"/>
                <a:sym typeface="Advent Pro"/>
              </a:rPr>
              <a:t>CREDITS: This presentation template was created by Slidesgo, including icons by Flaticon, and infographics &amp; images by Freepik. </a:t>
            </a:r>
            <a:endParaRPr sz="1200">
              <a:solidFill>
                <a:schemeClr val="accent1"/>
              </a:solidFill>
              <a:latin typeface="Advent Pro"/>
              <a:ea typeface="Advent Pro"/>
              <a:cs typeface="Advent Pro"/>
              <a:sym typeface="Advent Pro"/>
            </a:endParaRPr>
          </a:p>
          <a:p>
            <a:pPr indent="0" lvl="0" marL="0" rtl="0" algn="ctr">
              <a:spcBef>
                <a:spcPts val="0"/>
              </a:spcBef>
              <a:spcAft>
                <a:spcPts val="0"/>
              </a:spcAft>
              <a:buNone/>
            </a:pPr>
            <a:r>
              <a:t/>
            </a:r>
            <a:endParaRPr sz="1200">
              <a:solidFill>
                <a:schemeClr val="accent1"/>
              </a:solidFill>
              <a:latin typeface="Advent Pro"/>
              <a:ea typeface="Advent Pro"/>
              <a:cs typeface="Advent Pro"/>
              <a:sym typeface="Advent Pro"/>
            </a:endParaRPr>
          </a:p>
          <a:p>
            <a:pPr indent="0" lvl="0" marL="0" rtl="0" algn="ctr">
              <a:spcBef>
                <a:spcPts val="0"/>
              </a:spcBef>
              <a:spcAft>
                <a:spcPts val="0"/>
              </a:spcAft>
              <a:buNone/>
            </a:pPr>
            <a:r>
              <a:t/>
            </a:r>
            <a:endParaRPr sz="1200">
              <a:solidFill>
                <a:schemeClr val="accent1"/>
              </a:solidFill>
              <a:latin typeface="Advent Pro"/>
              <a:ea typeface="Advent Pro"/>
              <a:cs typeface="Advent Pro"/>
              <a:sym typeface="Advent Pro"/>
            </a:endParaRPr>
          </a:p>
          <a:p>
            <a:pPr indent="0" lvl="0" marL="0" rtl="0" algn="ctr">
              <a:spcBef>
                <a:spcPts val="0"/>
              </a:spcBef>
              <a:spcAft>
                <a:spcPts val="0"/>
              </a:spcAft>
              <a:buNone/>
            </a:pPr>
            <a:r>
              <a:t/>
            </a:r>
            <a:endParaRPr sz="1200">
              <a:solidFill>
                <a:schemeClr val="accent1"/>
              </a:solidFill>
              <a:latin typeface="Advent Pro"/>
              <a:ea typeface="Advent Pro"/>
              <a:cs typeface="Advent Pro"/>
              <a:sym typeface="Advent Pr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BLANK_1_1">
    <p:spTree>
      <p:nvGrpSpPr>
        <p:cNvPr id="4099" name="Shape 4099"/>
        <p:cNvGrpSpPr/>
        <p:nvPr/>
      </p:nvGrpSpPr>
      <p:grpSpPr>
        <a:xfrm>
          <a:off x="0" y="0"/>
          <a:ext cx="0" cy="0"/>
          <a:chOff x="0" y="0"/>
          <a:chExt cx="0" cy="0"/>
        </a:xfrm>
      </p:grpSpPr>
      <p:grpSp>
        <p:nvGrpSpPr>
          <p:cNvPr id="4100" name="Google Shape;4100;p24"/>
          <p:cNvGrpSpPr/>
          <p:nvPr/>
        </p:nvGrpSpPr>
        <p:grpSpPr>
          <a:xfrm>
            <a:off x="0" y="1474590"/>
            <a:ext cx="9144000" cy="3853085"/>
            <a:chOff x="0" y="1474590"/>
            <a:chExt cx="9144000" cy="3853085"/>
          </a:xfrm>
        </p:grpSpPr>
        <p:grpSp>
          <p:nvGrpSpPr>
            <p:cNvPr id="4101" name="Google Shape;4101;p24"/>
            <p:cNvGrpSpPr/>
            <p:nvPr/>
          </p:nvGrpSpPr>
          <p:grpSpPr>
            <a:xfrm>
              <a:off x="1147578" y="2986377"/>
              <a:ext cx="973077" cy="1033483"/>
              <a:chOff x="7230575" y="3501811"/>
              <a:chExt cx="1540410" cy="1636035"/>
            </a:xfrm>
          </p:grpSpPr>
          <p:grpSp>
            <p:nvGrpSpPr>
              <p:cNvPr id="4102" name="Google Shape;4102;p24"/>
              <p:cNvGrpSpPr/>
              <p:nvPr/>
            </p:nvGrpSpPr>
            <p:grpSpPr>
              <a:xfrm>
                <a:off x="7655512" y="4362305"/>
                <a:ext cx="775528" cy="775540"/>
                <a:chOff x="7655512" y="4362305"/>
                <a:chExt cx="775528" cy="775540"/>
              </a:xfrm>
            </p:grpSpPr>
            <p:sp>
              <p:nvSpPr>
                <p:cNvPr id="4103" name="Google Shape;4103;p24"/>
                <p:cNvSpPr/>
                <p:nvPr/>
              </p:nvSpPr>
              <p:spPr>
                <a:xfrm flipH="1">
                  <a:off x="7825485" y="5042204"/>
                  <a:ext cx="95633" cy="95641"/>
                </a:xfrm>
                <a:custGeom>
                  <a:rect b="b" l="l" r="r" t="t"/>
                  <a:pathLst>
                    <a:path extrusionOk="0" h="12246" w="12245">
                      <a:moveTo>
                        <a:pt x="0" y="0"/>
                      </a:moveTo>
                      <a:lnTo>
                        <a:pt x="0" y="12245"/>
                      </a:lnTo>
                      <a:lnTo>
                        <a:pt x="12245" y="1224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4" name="Google Shape;4104;p24"/>
                <p:cNvSpPr/>
                <p:nvPr/>
              </p:nvSpPr>
              <p:spPr>
                <a:xfrm flipH="1">
                  <a:off x="7921094" y="5042204"/>
                  <a:ext cx="74382" cy="95641"/>
                </a:xfrm>
                <a:custGeom>
                  <a:rect b="b" l="l" r="r" t="t"/>
                  <a:pathLst>
                    <a:path extrusionOk="0" h="12246" w="9524">
                      <a:moveTo>
                        <a:pt x="0" y="0"/>
                      </a:moveTo>
                      <a:lnTo>
                        <a:pt x="0" y="12245"/>
                      </a:lnTo>
                      <a:lnTo>
                        <a:pt x="9523" y="1224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24"/>
                <p:cNvSpPr/>
                <p:nvPr/>
              </p:nvSpPr>
              <p:spPr>
                <a:xfrm flipH="1">
                  <a:off x="7995449" y="5042204"/>
                  <a:ext cx="85020" cy="95641"/>
                </a:xfrm>
                <a:custGeom>
                  <a:rect b="b" l="l" r="r" t="t"/>
                  <a:pathLst>
                    <a:path extrusionOk="0" h="12246" w="10886">
                      <a:moveTo>
                        <a:pt x="1" y="0"/>
                      </a:moveTo>
                      <a:lnTo>
                        <a:pt x="1" y="12245"/>
                      </a:lnTo>
                      <a:lnTo>
                        <a:pt x="10885" y="1224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24"/>
                <p:cNvSpPr/>
                <p:nvPr/>
              </p:nvSpPr>
              <p:spPr>
                <a:xfrm flipH="1">
                  <a:off x="8080438" y="5042204"/>
                  <a:ext cx="95649" cy="95641"/>
                </a:xfrm>
                <a:custGeom>
                  <a:rect b="b" l="l" r="r" t="t"/>
                  <a:pathLst>
                    <a:path extrusionOk="0" h="12246" w="12247">
                      <a:moveTo>
                        <a:pt x="1" y="0"/>
                      </a:moveTo>
                      <a:lnTo>
                        <a:pt x="1" y="12245"/>
                      </a:lnTo>
                      <a:lnTo>
                        <a:pt x="12247" y="1224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24"/>
                <p:cNvSpPr/>
                <p:nvPr/>
              </p:nvSpPr>
              <p:spPr>
                <a:xfrm flipH="1">
                  <a:off x="7825485" y="4957212"/>
                  <a:ext cx="95633" cy="85020"/>
                </a:xfrm>
                <a:custGeom>
                  <a:rect b="b" l="l" r="r" t="t"/>
                  <a:pathLst>
                    <a:path extrusionOk="0" h="10886"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24"/>
                <p:cNvSpPr/>
                <p:nvPr/>
              </p:nvSpPr>
              <p:spPr>
                <a:xfrm flipH="1">
                  <a:off x="7921094" y="4957212"/>
                  <a:ext cx="74382" cy="85020"/>
                </a:xfrm>
                <a:custGeom>
                  <a:rect b="b" l="l" r="r" t="t"/>
                  <a:pathLst>
                    <a:path extrusionOk="0" h="10886"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24"/>
                <p:cNvSpPr/>
                <p:nvPr/>
              </p:nvSpPr>
              <p:spPr>
                <a:xfrm flipH="1">
                  <a:off x="7995449" y="4957212"/>
                  <a:ext cx="85020" cy="8502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0" name="Google Shape;4110;p24"/>
                <p:cNvSpPr/>
                <p:nvPr/>
              </p:nvSpPr>
              <p:spPr>
                <a:xfrm flipH="1">
                  <a:off x="8080438" y="4957212"/>
                  <a:ext cx="95649" cy="85020"/>
                </a:xfrm>
                <a:custGeom>
                  <a:rect b="b" l="l" r="r" t="t"/>
                  <a:pathLst>
                    <a:path extrusionOk="0" h="10886"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1" name="Google Shape;4111;p24"/>
                <p:cNvSpPr/>
                <p:nvPr/>
              </p:nvSpPr>
              <p:spPr>
                <a:xfrm flipH="1">
                  <a:off x="7825485" y="4872228"/>
                  <a:ext cx="95633" cy="85012"/>
                </a:xfrm>
                <a:custGeom>
                  <a:rect b="b" l="l" r="r" t="t"/>
                  <a:pathLst>
                    <a:path extrusionOk="0" h="10885" w="12245">
                      <a:moveTo>
                        <a:pt x="0" y="0"/>
                      </a:moveTo>
                      <a:lnTo>
                        <a:pt x="0"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24"/>
                <p:cNvSpPr/>
                <p:nvPr/>
              </p:nvSpPr>
              <p:spPr>
                <a:xfrm flipH="1">
                  <a:off x="7921094" y="4872228"/>
                  <a:ext cx="74382" cy="85012"/>
                </a:xfrm>
                <a:custGeom>
                  <a:rect b="b" l="l" r="r" t="t"/>
                  <a:pathLst>
                    <a:path extrusionOk="0" h="10885" w="9524">
                      <a:moveTo>
                        <a:pt x="0" y="0"/>
                      </a:moveTo>
                      <a:lnTo>
                        <a:pt x="0" y="10885"/>
                      </a:lnTo>
                      <a:lnTo>
                        <a:pt x="9523" y="1088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24"/>
                <p:cNvSpPr/>
                <p:nvPr/>
              </p:nvSpPr>
              <p:spPr>
                <a:xfrm flipH="1">
                  <a:off x="7995449" y="4872228"/>
                  <a:ext cx="85020" cy="85012"/>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24"/>
                <p:cNvSpPr/>
                <p:nvPr/>
              </p:nvSpPr>
              <p:spPr>
                <a:xfrm flipH="1">
                  <a:off x="8080438" y="4872228"/>
                  <a:ext cx="95649" cy="85012"/>
                </a:xfrm>
                <a:custGeom>
                  <a:rect b="b" l="l" r="r" t="t"/>
                  <a:pathLst>
                    <a:path extrusionOk="0" h="10885" w="12247">
                      <a:moveTo>
                        <a:pt x="1" y="0"/>
                      </a:moveTo>
                      <a:lnTo>
                        <a:pt x="1" y="10885"/>
                      </a:lnTo>
                      <a:lnTo>
                        <a:pt x="12247" y="1088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24"/>
                <p:cNvSpPr/>
                <p:nvPr/>
              </p:nvSpPr>
              <p:spPr>
                <a:xfrm flipH="1">
                  <a:off x="7825485" y="4787235"/>
                  <a:ext cx="95633" cy="85020"/>
                </a:xfrm>
                <a:custGeom>
                  <a:rect b="b" l="l" r="r" t="t"/>
                  <a:pathLst>
                    <a:path extrusionOk="0" h="10886"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24"/>
                <p:cNvSpPr/>
                <p:nvPr/>
              </p:nvSpPr>
              <p:spPr>
                <a:xfrm flipH="1">
                  <a:off x="7921094" y="4787235"/>
                  <a:ext cx="74382" cy="85020"/>
                </a:xfrm>
                <a:custGeom>
                  <a:rect b="b" l="l" r="r" t="t"/>
                  <a:pathLst>
                    <a:path extrusionOk="0" h="10886"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24"/>
                <p:cNvSpPr/>
                <p:nvPr/>
              </p:nvSpPr>
              <p:spPr>
                <a:xfrm flipH="1">
                  <a:off x="7995449" y="4787235"/>
                  <a:ext cx="85020" cy="8502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24"/>
                <p:cNvSpPr/>
                <p:nvPr/>
              </p:nvSpPr>
              <p:spPr>
                <a:xfrm flipH="1">
                  <a:off x="8080438" y="4787235"/>
                  <a:ext cx="95649" cy="85020"/>
                </a:xfrm>
                <a:custGeom>
                  <a:rect b="b" l="l" r="r" t="t"/>
                  <a:pathLst>
                    <a:path extrusionOk="0" h="10886"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24"/>
                <p:cNvSpPr/>
                <p:nvPr/>
              </p:nvSpPr>
              <p:spPr>
                <a:xfrm flipH="1">
                  <a:off x="7825485" y="4702251"/>
                  <a:ext cx="95633" cy="85012"/>
                </a:xfrm>
                <a:custGeom>
                  <a:rect b="b" l="l" r="r" t="t"/>
                  <a:pathLst>
                    <a:path extrusionOk="0" h="10885"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0" name="Google Shape;4120;p24"/>
                <p:cNvSpPr/>
                <p:nvPr/>
              </p:nvSpPr>
              <p:spPr>
                <a:xfrm flipH="1">
                  <a:off x="7921094" y="4702251"/>
                  <a:ext cx="74382" cy="85012"/>
                </a:xfrm>
                <a:custGeom>
                  <a:rect b="b" l="l" r="r" t="t"/>
                  <a:pathLst>
                    <a:path extrusionOk="0" h="10885"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1" name="Google Shape;4121;p24"/>
                <p:cNvSpPr/>
                <p:nvPr/>
              </p:nvSpPr>
              <p:spPr>
                <a:xfrm flipH="1">
                  <a:off x="7995449" y="4702251"/>
                  <a:ext cx="85020" cy="85012"/>
                </a:xfrm>
                <a:custGeom>
                  <a:rect b="b" l="l" r="r" t="t"/>
                  <a:pathLst>
                    <a:path extrusionOk="0" h="10885"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24"/>
                <p:cNvSpPr/>
                <p:nvPr/>
              </p:nvSpPr>
              <p:spPr>
                <a:xfrm flipH="1">
                  <a:off x="8080438" y="4702251"/>
                  <a:ext cx="95649" cy="85012"/>
                </a:xfrm>
                <a:custGeom>
                  <a:rect b="b" l="l" r="r" t="t"/>
                  <a:pathLst>
                    <a:path extrusionOk="0" h="10885"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24"/>
                <p:cNvSpPr/>
                <p:nvPr/>
              </p:nvSpPr>
              <p:spPr>
                <a:xfrm flipH="1">
                  <a:off x="7655512" y="4617267"/>
                  <a:ext cx="85012" cy="85012"/>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24"/>
                <p:cNvSpPr/>
                <p:nvPr/>
              </p:nvSpPr>
              <p:spPr>
                <a:xfrm flipH="1">
                  <a:off x="7740496" y="4617267"/>
                  <a:ext cx="85020" cy="85012"/>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24"/>
                <p:cNvSpPr/>
                <p:nvPr/>
              </p:nvSpPr>
              <p:spPr>
                <a:xfrm flipH="1">
                  <a:off x="7825485" y="4617267"/>
                  <a:ext cx="95633" cy="85012"/>
                </a:xfrm>
                <a:custGeom>
                  <a:rect b="b" l="l" r="r" t="t"/>
                  <a:pathLst>
                    <a:path extrusionOk="0" h="10885" w="12245">
                      <a:moveTo>
                        <a:pt x="0" y="0"/>
                      </a:moveTo>
                      <a:lnTo>
                        <a:pt x="0"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24"/>
                <p:cNvSpPr/>
                <p:nvPr/>
              </p:nvSpPr>
              <p:spPr>
                <a:xfrm flipH="1">
                  <a:off x="7921094" y="4617267"/>
                  <a:ext cx="74382" cy="85012"/>
                </a:xfrm>
                <a:custGeom>
                  <a:rect b="b" l="l" r="r" t="t"/>
                  <a:pathLst>
                    <a:path extrusionOk="0" h="10885" w="9524">
                      <a:moveTo>
                        <a:pt x="0" y="0"/>
                      </a:moveTo>
                      <a:lnTo>
                        <a:pt x="0" y="10885"/>
                      </a:lnTo>
                      <a:lnTo>
                        <a:pt x="9523" y="1088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24"/>
                <p:cNvSpPr/>
                <p:nvPr/>
              </p:nvSpPr>
              <p:spPr>
                <a:xfrm flipH="1">
                  <a:off x="7995449" y="4617267"/>
                  <a:ext cx="85020" cy="85012"/>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8" name="Google Shape;4128;p24"/>
                <p:cNvSpPr/>
                <p:nvPr/>
              </p:nvSpPr>
              <p:spPr>
                <a:xfrm flipH="1">
                  <a:off x="8080438" y="4617267"/>
                  <a:ext cx="95649" cy="85012"/>
                </a:xfrm>
                <a:custGeom>
                  <a:rect b="b" l="l" r="r" t="t"/>
                  <a:pathLst>
                    <a:path extrusionOk="0" h="10885" w="12247">
                      <a:moveTo>
                        <a:pt x="1" y="0"/>
                      </a:moveTo>
                      <a:lnTo>
                        <a:pt x="1" y="10885"/>
                      </a:lnTo>
                      <a:lnTo>
                        <a:pt x="12247" y="1088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9" name="Google Shape;4129;p24"/>
                <p:cNvSpPr/>
                <p:nvPr/>
              </p:nvSpPr>
              <p:spPr>
                <a:xfrm flipH="1">
                  <a:off x="8176054" y="4617267"/>
                  <a:ext cx="74390" cy="85012"/>
                </a:xfrm>
                <a:custGeom>
                  <a:rect b="b" l="l" r="r" t="t"/>
                  <a:pathLst>
                    <a:path extrusionOk="0" h="10885" w="9525">
                      <a:moveTo>
                        <a:pt x="1" y="0"/>
                      </a:moveTo>
                      <a:lnTo>
                        <a:pt x="1" y="10885"/>
                      </a:lnTo>
                      <a:lnTo>
                        <a:pt x="9525" y="10885"/>
                      </a:lnTo>
                      <a:lnTo>
                        <a:pt x="952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24"/>
                <p:cNvSpPr/>
                <p:nvPr/>
              </p:nvSpPr>
              <p:spPr>
                <a:xfrm flipH="1">
                  <a:off x="8250417" y="4617267"/>
                  <a:ext cx="85012" cy="85012"/>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24"/>
                <p:cNvSpPr/>
                <p:nvPr/>
              </p:nvSpPr>
              <p:spPr>
                <a:xfrm flipH="1">
                  <a:off x="8335399" y="4617267"/>
                  <a:ext cx="95641" cy="85012"/>
                </a:xfrm>
                <a:custGeom>
                  <a:rect b="b" l="l" r="r" t="t"/>
                  <a:pathLst>
                    <a:path extrusionOk="0" h="10885" w="12246">
                      <a:moveTo>
                        <a:pt x="1" y="0"/>
                      </a:moveTo>
                      <a:lnTo>
                        <a:pt x="1"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24"/>
                <p:cNvSpPr/>
                <p:nvPr/>
              </p:nvSpPr>
              <p:spPr>
                <a:xfrm flipH="1">
                  <a:off x="7655512" y="4532274"/>
                  <a:ext cx="85012" cy="85020"/>
                </a:xfrm>
                <a:custGeom>
                  <a:rect b="b" l="l" r="r" t="t"/>
                  <a:pathLst>
                    <a:path extrusionOk="0" h="10886" w="10885">
                      <a:moveTo>
                        <a:pt x="0" y="1"/>
                      </a:moveTo>
                      <a:lnTo>
                        <a:pt x="0"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24"/>
                <p:cNvSpPr/>
                <p:nvPr/>
              </p:nvSpPr>
              <p:spPr>
                <a:xfrm flipH="1">
                  <a:off x="7995449" y="4532274"/>
                  <a:ext cx="85020" cy="8502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24"/>
                <p:cNvSpPr/>
                <p:nvPr/>
              </p:nvSpPr>
              <p:spPr>
                <a:xfrm flipH="1">
                  <a:off x="8335399" y="4532274"/>
                  <a:ext cx="95641" cy="85020"/>
                </a:xfrm>
                <a:custGeom>
                  <a:rect b="b" l="l" r="r" t="t"/>
                  <a:pathLst>
                    <a:path extrusionOk="0" h="10886" w="12246">
                      <a:moveTo>
                        <a:pt x="1" y="1"/>
                      </a:moveTo>
                      <a:lnTo>
                        <a:pt x="1"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24"/>
                <p:cNvSpPr/>
                <p:nvPr/>
              </p:nvSpPr>
              <p:spPr>
                <a:xfrm flipH="1">
                  <a:off x="7655512" y="4447290"/>
                  <a:ext cx="85012" cy="85012"/>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24"/>
                <p:cNvSpPr/>
                <p:nvPr/>
              </p:nvSpPr>
              <p:spPr>
                <a:xfrm flipH="1">
                  <a:off x="7995449" y="4447290"/>
                  <a:ext cx="85020" cy="85012"/>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24"/>
                <p:cNvSpPr/>
                <p:nvPr/>
              </p:nvSpPr>
              <p:spPr>
                <a:xfrm flipH="1">
                  <a:off x="8335399" y="4447290"/>
                  <a:ext cx="95641" cy="85012"/>
                </a:xfrm>
                <a:custGeom>
                  <a:rect b="b" l="l" r="r" t="t"/>
                  <a:pathLst>
                    <a:path extrusionOk="0" h="10885" w="12246">
                      <a:moveTo>
                        <a:pt x="1" y="0"/>
                      </a:moveTo>
                      <a:lnTo>
                        <a:pt x="1"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24"/>
                <p:cNvSpPr/>
                <p:nvPr/>
              </p:nvSpPr>
              <p:spPr>
                <a:xfrm flipH="1">
                  <a:off x="7655512" y="4362305"/>
                  <a:ext cx="85012" cy="85020"/>
                </a:xfrm>
                <a:custGeom>
                  <a:rect b="b" l="l" r="r" t="t"/>
                  <a:pathLst>
                    <a:path extrusionOk="0" h="10886" w="10885">
                      <a:moveTo>
                        <a:pt x="0" y="1"/>
                      </a:moveTo>
                      <a:lnTo>
                        <a:pt x="0"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24"/>
                <p:cNvSpPr/>
                <p:nvPr/>
              </p:nvSpPr>
              <p:spPr>
                <a:xfrm flipH="1">
                  <a:off x="7995449" y="4362305"/>
                  <a:ext cx="85020" cy="8502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24"/>
                <p:cNvSpPr/>
                <p:nvPr/>
              </p:nvSpPr>
              <p:spPr>
                <a:xfrm flipH="1">
                  <a:off x="8335399" y="4362305"/>
                  <a:ext cx="95641" cy="85020"/>
                </a:xfrm>
                <a:custGeom>
                  <a:rect b="b" l="l" r="r" t="t"/>
                  <a:pathLst>
                    <a:path extrusionOk="0" h="10886" w="12246">
                      <a:moveTo>
                        <a:pt x="1" y="1"/>
                      </a:moveTo>
                      <a:lnTo>
                        <a:pt x="1"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41" name="Google Shape;4141;p24"/>
              <p:cNvSpPr/>
              <p:nvPr/>
            </p:nvSpPr>
            <p:spPr>
              <a:xfrm flipH="1">
                <a:off x="7315559" y="3767391"/>
                <a:ext cx="85020" cy="85020"/>
              </a:xfrm>
              <a:custGeom>
                <a:rect b="b" l="l" r="r" t="t"/>
                <a:pathLst>
                  <a:path extrusionOk="0" h="10886" w="10886">
                    <a:moveTo>
                      <a:pt x="1" y="1"/>
                    </a:moveTo>
                    <a:lnTo>
                      <a:pt x="1" y="10885"/>
                    </a:lnTo>
                    <a:lnTo>
                      <a:pt x="10885" y="10885"/>
                    </a:lnTo>
                    <a:lnTo>
                      <a:pt x="1088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24"/>
              <p:cNvSpPr/>
              <p:nvPr/>
            </p:nvSpPr>
            <p:spPr>
              <a:xfrm flipH="1">
                <a:off x="7655512" y="3767391"/>
                <a:ext cx="85012" cy="85020"/>
              </a:xfrm>
              <a:custGeom>
                <a:rect b="b" l="l" r="r" t="t"/>
                <a:pathLst>
                  <a:path extrusionOk="0" h="10886" w="10885">
                    <a:moveTo>
                      <a:pt x="0" y="1"/>
                    </a:moveTo>
                    <a:lnTo>
                      <a:pt x="0" y="10885"/>
                    </a:lnTo>
                    <a:lnTo>
                      <a:pt x="10885" y="10885"/>
                    </a:lnTo>
                    <a:lnTo>
                      <a:pt x="1088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24"/>
              <p:cNvSpPr/>
              <p:nvPr/>
            </p:nvSpPr>
            <p:spPr>
              <a:xfrm flipH="1">
                <a:off x="8080438" y="3671779"/>
                <a:ext cx="95649" cy="95641"/>
              </a:xfrm>
              <a:custGeom>
                <a:rect b="b" l="l" r="r" t="t"/>
                <a:pathLst>
                  <a:path extrusionOk="0" h="12246" w="12247">
                    <a:moveTo>
                      <a:pt x="1" y="1"/>
                    </a:moveTo>
                    <a:lnTo>
                      <a:pt x="1" y="12246"/>
                    </a:lnTo>
                    <a:lnTo>
                      <a:pt x="12247" y="12246"/>
                    </a:lnTo>
                    <a:lnTo>
                      <a:pt x="12247"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24"/>
              <p:cNvSpPr/>
              <p:nvPr/>
            </p:nvSpPr>
            <p:spPr>
              <a:xfrm flipH="1">
                <a:off x="8685973" y="3597414"/>
                <a:ext cx="85012" cy="95641"/>
              </a:xfrm>
              <a:custGeom>
                <a:rect b="b" l="l" r="r" t="t"/>
                <a:pathLst>
                  <a:path extrusionOk="0" h="12246" w="10885">
                    <a:moveTo>
                      <a:pt x="0" y="1"/>
                    </a:moveTo>
                    <a:lnTo>
                      <a:pt x="0" y="12245"/>
                    </a:lnTo>
                    <a:lnTo>
                      <a:pt x="10884" y="12245"/>
                    </a:lnTo>
                    <a:lnTo>
                      <a:pt x="10884"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24"/>
              <p:cNvSpPr/>
              <p:nvPr/>
            </p:nvSpPr>
            <p:spPr>
              <a:xfrm flipH="1">
                <a:off x="8685973" y="3767391"/>
                <a:ext cx="85012" cy="85020"/>
              </a:xfrm>
              <a:custGeom>
                <a:rect b="b" l="l" r="r" t="t"/>
                <a:pathLst>
                  <a:path extrusionOk="0" h="10886" w="10885">
                    <a:moveTo>
                      <a:pt x="0" y="1"/>
                    </a:moveTo>
                    <a:lnTo>
                      <a:pt x="0" y="10885"/>
                    </a:lnTo>
                    <a:lnTo>
                      <a:pt x="10884" y="10885"/>
                    </a:lnTo>
                    <a:lnTo>
                      <a:pt x="10884"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24"/>
              <p:cNvSpPr/>
              <p:nvPr/>
            </p:nvSpPr>
            <p:spPr>
              <a:xfrm flipH="1">
                <a:off x="8176054" y="3501811"/>
                <a:ext cx="74390" cy="95633"/>
              </a:xfrm>
              <a:custGeom>
                <a:rect b="b" l="l" r="r" t="t"/>
                <a:pathLst>
                  <a:path extrusionOk="0" h="12245" w="9525">
                    <a:moveTo>
                      <a:pt x="1" y="0"/>
                    </a:moveTo>
                    <a:lnTo>
                      <a:pt x="1" y="12245"/>
                    </a:lnTo>
                    <a:lnTo>
                      <a:pt x="9525" y="12245"/>
                    </a:lnTo>
                    <a:lnTo>
                      <a:pt x="952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24"/>
              <p:cNvSpPr/>
              <p:nvPr/>
            </p:nvSpPr>
            <p:spPr>
              <a:xfrm flipH="1">
                <a:off x="8250417" y="3501811"/>
                <a:ext cx="85012" cy="95633"/>
              </a:xfrm>
              <a:custGeom>
                <a:rect b="b" l="l" r="r" t="t"/>
                <a:pathLst>
                  <a:path extrusionOk="0" h="12245" w="10885">
                    <a:moveTo>
                      <a:pt x="0" y="0"/>
                    </a:moveTo>
                    <a:lnTo>
                      <a:pt x="0" y="12245"/>
                    </a:lnTo>
                    <a:lnTo>
                      <a:pt x="10885" y="12245"/>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48" name="Google Shape;4148;p24"/>
              <p:cNvGrpSpPr/>
              <p:nvPr/>
            </p:nvGrpSpPr>
            <p:grpSpPr>
              <a:xfrm>
                <a:off x="7230575" y="3501811"/>
                <a:ext cx="1540410" cy="860514"/>
                <a:chOff x="7230575" y="3501811"/>
                <a:chExt cx="1540410" cy="860514"/>
              </a:xfrm>
            </p:grpSpPr>
            <p:sp>
              <p:nvSpPr>
                <p:cNvPr id="4149" name="Google Shape;4149;p24"/>
                <p:cNvSpPr/>
                <p:nvPr/>
              </p:nvSpPr>
              <p:spPr>
                <a:xfrm flipH="1">
                  <a:off x="7315559" y="4277321"/>
                  <a:ext cx="85020" cy="85004"/>
                </a:xfrm>
                <a:custGeom>
                  <a:rect b="b" l="l" r="r" t="t"/>
                  <a:pathLst>
                    <a:path extrusionOk="0" h="10884" w="10886">
                      <a:moveTo>
                        <a:pt x="1" y="0"/>
                      </a:moveTo>
                      <a:lnTo>
                        <a:pt x="1"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24"/>
                <p:cNvSpPr/>
                <p:nvPr/>
              </p:nvSpPr>
              <p:spPr>
                <a:xfrm flipH="1">
                  <a:off x="7400551" y="4277321"/>
                  <a:ext cx="85012" cy="85004"/>
                </a:xfrm>
                <a:custGeom>
                  <a:rect b="b" l="l" r="r" t="t"/>
                  <a:pathLst>
                    <a:path extrusionOk="0" h="10884" w="10885">
                      <a:moveTo>
                        <a:pt x="0" y="0"/>
                      </a:moveTo>
                      <a:lnTo>
                        <a:pt x="0"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1" name="Google Shape;4151;p24"/>
                <p:cNvSpPr/>
                <p:nvPr/>
              </p:nvSpPr>
              <p:spPr>
                <a:xfrm flipH="1">
                  <a:off x="7485535" y="4277321"/>
                  <a:ext cx="85012" cy="85004"/>
                </a:xfrm>
                <a:custGeom>
                  <a:rect b="b" l="l" r="r" t="t"/>
                  <a:pathLst>
                    <a:path extrusionOk="0" h="10884" w="10885">
                      <a:moveTo>
                        <a:pt x="0" y="0"/>
                      </a:moveTo>
                      <a:lnTo>
                        <a:pt x="0" y="10884"/>
                      </a:lnTo>
                      <a:lnTo>
                        <a:pt x="10884" y="10884"/>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2" name="Google Shape;4152;p24"/>
                <p:cNvSpPr/>
                <p:nvPr/>
              </p:nvSpPr>
              <p:spPr>
                <a:xfrm flipH="1">
                  <a:off x="7570520" y="4277321"/>
                  <a:ext cx="85020" cy="85004"/>
                </a:xfrm>
                <a:custGeom>
                  <a:rect b="b" l="l" r="r" t="t"/>
                  <a:pathLst>
                    <a:path extrusionOk="0" h="10884" w="10886">
                      <a:moveTo>
                        <a:pt x="1" y="0"/>
                      </a:moveTo>
                      <a:lnTo>
                        <a:pt x="1"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3" name="Google Shape;4153;p24"/>
                <p:cNvSpPr/>
                <p:nvPr/>
              </p:nvSpPr>
              <p:spPr>
                <a:xfrm flipH="1">
                  <a:off x="7655512" y="4277321"/>
                  <a:ext cx="85012" cy="85004"/>
                </a:xfrm>
                <a:custGeom>
                  <a:rect b="b" l="l" r="r" t="t"/>
                  <a:pathLst>
                    <a:path extrusionOk="0" h="10884" w="10885">
                      <a:moveTo>
                        <a:pt x="0" y="0"/>
                      </a:moveTo>
                      <a:lnTo>
                        <a:pt x="0"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4" name="Google Shape;4154;p24"/>
                <p:cNvSpPr/>
                <p:nvPr/>
              </p:nvSpPr>
              <p:spPr>
                <a:xfrm flipH="1">
                  <a:off x="7740496" y="4277321"/>
                  <a:ext cx="85020" cy="85004"/>
                </a:xfrm>
                <a:custGeom>
                  <a:rect b="b" l="l" r="r" t="t"/>
                  <a:pathLst>
                    <a:path extrusionOk="0" h="10884" w="10886">
                      <a:moveTo>
                        <a:pt x="1" y="0"/>
                      </a:moveTo>
                      <a:lnTo>
                        <a:pt x="1"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24"/>
                <p:cNvSpPr/>
                <p:nvPr/>
              </p:nvSpPr>
              <p:spPr>
                <a:xfrm flipH="1">
                  <a:off x="7825485" y="4277321"/>
                  <a:ext cx="95633" cy="85004"/>
                </a:xfrm>
                <a:custGeom>
                  <a:rect b="b" l="l" r="r" t="t"/>
                  <a:pathLst>
                    <a:path extrusionOk="0" h="10884" w="12245">
                      <a:moveTo>
                        <a:pt x="0" y="0"/>
                      </a:moveTo>
                      <a:lnTo>
                        <a:pt x="0" y="10884"/>
                      </a:lnTo>
                      <a:lnTo>
                        <a:pt x="12245" y="1088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24"/>
                <p:cNvSpPr/>
                <p:nvPr/>
              </p:nvSpPr>
              <p:spPr>
                <a:xfrm flipH="1">
                  <a:off x="7921094" y="4277321"/>
                  <a:ext cx="74382" cy="85004"/>
                </a:xfrm>
                <a:custGeom>
                  <a:rect b="b" l="l" r="r" t="t"/>
                  <a:pathLst>
                    <a:path extrusionOk="0" h="10884" w="9524">
                      <a:moveTo>
                        <a:pt x="0" y="0"/>
                      </a:moveTo>
                      <a:lnTo>
                        <a:pt x="0" y="10884"/>
                      </a:lnTo>
                      <a:lnTo>
                        <a:pt x="9523" y="10884"/>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24"/>
                <p:cNvSpPr/>
                <p:nvPr/>
              </p:nvSpPr>
              <p:spPr>
                <a:xfrm flipH="1">
                  <a:off x="7995449" y="4277321"/>
                  <a:ext cx="85020" cy="85004"/>
                </a:xfrm>
                <a:custGeom>
                  <a:rect b="b" l="l" r="r" t="t"/>
                  <a:pathLst>
                    <a:path extrusionOk="0" h="10884" w="10886">
                      <a:moveTo>
                        <a:pt x="1" y="0"/>
                      </a:moveTo>
                      <a:lnTo>
                        <a:pt x="1"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24"/>
                <p:cNvSpPr/>
                <p:nvPr/>
              </p:nvSpPr>
              <p:spPr>
                <a:xfrm flipH="1">
                  <a:off x="8080438" y="4277321"/>
                  <a:ext cx="95649" cy="85004"/>
                </a:xfrm>
                <a:custGeom>
                  <a:rect b="b" l="l" r="r" t="t"/>
                  <a:pathLst>
                    <a:path extrusionOk="0" h="10884" w="12247">
                      <a:moveTo>
                        <a:pt x="1" y="0"/>
                      </a:moveTo>
                      <a:lnTo>
                        <a:pt x="1" y="10884"/>
                      </a:lnTo>
                      <a:lnTo>
                        <a:pt x="12247" y="10884"/>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24"/>
                <p:cNvSpPr/>
                <p:nvPr/>
              </p:nvSpPr>
              <p:spPr>
                <a:xfrm flipH="1">
                  <a:off x="8176054" y="4277321"/>
                  <a:ext cx="74390" cy="85004"/>
                </a:xfrm>
                <a:custGeom>
                  <a:rect b="b" l="l" r="r" t="t"/>
                  <a:pathLst>
                    <a:path extrusionOk="0" h="10884" w="9525">
                      <a:moveTo>
                        <a:pt x="1" y="0"/>
                      </a:moveTo>
                      <a:lnTo>
                        <a:pt x="1" y="10884"/>
                      </a:lnTo>
                      <a:lnTo>
                        <a:pt x="9525" y="1088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0" name="Google Shape;4160;p24"/>
                <p:cNvSpPr/>
                <p:nvPr/>
              </p:nvSpPr>
              <p:spPr>
                <a:xfrm flipH="1">
                  <a:off x="8250417" y="4277321"/>
                  <a:ext cx="85012" cy="85004"/>
                </a:xfrm>
                <a:custGeom>
                  <a:rect b="b" l="l" r="r" t="t"/>
                  <a:pathLst>
                    <a:path extrusionOk="0" h="10884" w="10885">
                      <a:moveTo>
                        <a:pt x="0" y="0"/>
                      </a:moveTo>
                      <a:lnTo>
                        <a:pt x="0"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24"/>
                <p:cNvSpPr/>
                <p:nvPr/>
              </p:nvSpPr>
              <p:spPr>
                <a:xfrm flipH="1">
                  <a:off x="8335399" y="4277321"/>
                  <a:ext cx="95641" cy="85004"/>
                </a:xfrm>
                <a:custGeom>
                  <a:rect b="b" l="l" r="r" t="t"/>
                  <a:pathLst>
                    <a:path extrusionOk="0" h="10884" w="12246">
                      <a:moveTo>
                        <a:pt x="1" y="0"/>
                      </a:moveTo>
                      <a:lnTo>
                        <a:pt x="1" y="10884"/>
                      </a:lnTo>
                      <a:lnTo>
                        <a:pt x="12245" y="1088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24"/>
                <p:cNvSpPr/>
                <p:nvPr/>
              </p:nvSpPr>
              <p:spPr>
                <a:xfrm flipH="1">
                  <a:off x="8431015" y="4277321"/>
                  <a:ext cx="74390" cy="85004"/>
                </a:xfrm>
                <a:custGeom>
                  <a:rect b="b" l="l" r="r" t="t"/>
                  <a:pathLst>
                    <a:path extrusionOk="0" h="10884" w="9525">
                      <a:moveTo>
                        <a:pt x="1" y="0"/>
                      </a:moveTo>
                      <a:lnTo>
                        <a:pt x="1" y="10884"/>
                      </a:lnTo>
                      <a:lnTo>
                        <a:pt x="9525" y="1088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3" name="Google Shape;4163;p24"/>
                <p:cNvSpPr/>
                <p:nvPr/>
              </p:nvSpPr>
              <p:spPr>
                <a:xfrm flipH="1">
                  <a:off x="8505377" y="4277321"/>
                  <a:ext cx="85012" cy="85004"/>
                </a:xfrm>
                <a:custGeom>
                  <a:rect b="b" l="l" r="r" t="t"/>
                  <a:pathLst>
                    <a:path extrusionOk="0" h="10884" w="10885">
                      <a:moveTo>
                        <a:pt x="0" y="0"/>
                      </a:moveTo>
                      <a:lnTo>
                        <a:pt x="0" y="10884"/>
                      </a:lnTo>
                      <a:lnTo>
                        <a:pt x="10885" y="1088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4" name="Google Shape;4164;p24"/>
                <p:cNvSpPr/>
                <p:nvPr/>
              </p:nvSpPr>
              <p:spPr>
                <a:xfrm flipH="1">
                  <a:off x="8590359" y="4277321"/>
                  <a:ext cx="95641" cy="85004"/>
                </a:xfrm>
                <a:custGeom>
                  <a:rect b="b" l="l" r="r" t="t"/>
                  <a:pathLst>
                    <a:path extrusionOk="0" h="10884" w="12246">
                      <a:moveTo>
                        <a:pt x="0" y="0"/>
                      </a:moveTo>
                      <a:lnTo>
                        <a:pt x="0" y="10884"/>
                      </a:lnTo>
                      <a:lnTo>
                        <a:pt x="12245" y="1088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24"/>
                <p:cNvSpPr/>
                <p:nvPr/>
              </p:nvSpPr>
              <p:spPr>
                <a:xfrm flipH="1">
                  <a:off x="7315559" y="4181710"/>
                  <a:ext cx="85020" cy="95641"/>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6" name="Google Shape;4166;p24"/>
                <p:cNvSpPr/>
                <p:nvPr/>
              </p:nvSpPr>
              <p:spPr>
                <a:xfrm flipH="1">
                  <a:off x="7400551" y="4181710"/>
                  <a:ext cx="85012" cy="95641"/>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24"/>
                <p:cNvSpPr/>
                <p:nvPr/>
              </p:nvSpPr>
              <p:spPr>
                <a:xfrm flipH="1">
                  <a:off x="7485535" y="4181710"/>
                  <a:ext cx="85012" cy="95641"/>
                </a:xfrm>
                <a:custGeom>
                  <a:rect b="b" l="l" r="r" t="t"/>
                  <a:pathLst>
                    <a:path extrusionOk="0" h="12246" w="10885">
                      <a:moveTo>
                        <a:pt x="0" y="1"/>
                      </a:moveTo>
                      <a:lnTo>
                        <a:pt x="0" y="12245"/>
                      </a:lnTo>
                      <a:lnTo>
                        <a:pt x="10884" y="1224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24"/>
                <p:cNvSpPr/>
                <p:nvPr/>
              </p:nvSpPr>
              <p:spPr>
                <a:xfrm flipH="1">
                  <a:off x="7570520" y="4181710"/>
                  <a:ext cx="85020" cy="95641"/>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24"/>
                <p:cNvSpPr/>
                <p:nvPr/>
              </p:nvSpPr>
              <p:spPr>
                <a:xfrm flipH="1">
                  <a:off x="7655512" y="4181710"/>
                  <a:ext cx="85012" cy="95641"/>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24"/>
                <p:cNvSpPr/>
                <p:nvPr/>
              </p:nvSpPr>
              <p:spPr>
                <a:xfrm flipH="1">
                  <a:off x="7740496" y="4181710"/>
                  <a:ext cx="85020" cy="95641"/>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24"/>
                <p:cNvSpPr/>
                <p:nvPr/>
              </p:nvSpPr>
              <p:spPr>
                <a:xfrm flipH="1">
                  <a:off x="7825485" y="4181710"/>
                  <a:ext cx="95633" cy="95641"/>
                </a:xfrm>
                <a:custGeom>
                  <a:rect b="b" l="l" r="r" t="t"/>
                  <a:pathLst>
                    <a:path extrusionOk="0" h="12246" w="12245">
                      <a:moveTo>
                        <a:pt x="0" y="1"/>
                      </a:moveTo>
                      <a:lnTo>
                        <a:pt x="0"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2" name="Google Shape;4172;p24"/>
                <p:cNvSpPr/>
                <p:nvPr/>
              </p:nvSpPr>
              <p:spPr>
                <a:xfrm flipH="1">
                  <a:off x="7921094" y="4181710"/>
                  <a:ext cx="74382" cy="95641"/>
                </a:xfrm>
                <a:custGeom>
                  <a:rect b="b" l="l" r="r" t="t"/>
                  <a:pathLst>
                    <a:path extrusionOk="0" h="12246" w="9524">
                      <a:moveTo>
                        <a:pt x="0" y="1"/>
                      </a:moveTo>
                      <a:lnTo>
                        <a:pt x="0" y="12245"/>
                      </a:lnTo>
                      <a:lnTo>
                        <a:pt x="9523" y="1224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3" name="Google Shape;4173;p24"/>
                <p:cNvSpPr/>
                <p:nvPr/>
              </p:nvSpPr>
              <p:spPr>
                <a:xfrm flipH="1">
                  <a:off x="7995449" y="4181710"/>
                  <a:ext cx="85020" cy="95641"/>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24"/>
                <p:cNvSpPr/>
                <p:nvPr/>
              </p:nvSpPr>
              <p:spPr>
                <a:xfrm flipH="1">
                  <a:off x="8080438" y="4181710"/>
                  <a:ext cx="95649" cy="95641"/>
                </a:xfrm>
                <a:custGeom>
                  <a:rect b="b" l="l" r="r" t="t"/>
                  <a:pathLst>
                    <a:path extrusionOk="0" h="12246" w="12247">
                      <a:moveTo>
                        <a:pt x="1" y="1"/>
                      </a:moveTo>
                      <a:lnTo>
                        <a:pt x="1" y="12245"/>
                      </a:lnTo>
                      <a:lnTo>
                        <a:pt x="12247" y="1224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24"/>
                <p:cNvSpPr/>
                <p:nvPr/>
              </p:nvSpPr>
              <p:spPr>
                <a:xfrm flipH="1">
                  <a:off x="8176054" y="4181710"/>
                  <a:ext cx="74390" cy="95641"/>
                </a:xfrm>
                <a:custGeom>
                  <a:rect b="b" l="l" r="r" t="t"/>
                  <a:pathLst>
                    <a:path extrusionOk="0" h="12246" w="9525">
                      <a:moveTo>
                        <a:pt x="1" y="1"/>
                      </a:moveTo>
                      <a:lnTo>
                        <a:pt x="1" y="12245"/>
                      </a:lnTo>
                      <a:lnTo>
                        <a:pt x="9525" y="1224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24"/>
                <p:cNvSpPr/>
                <p:nvPr/>
              </p:nvSpPr>
              <p:spPr>
                <a:xfrm flipH="1">
                  <a:off x="8250417" y="4181710"/>
                  <a:ext cx="85012" cy="95641"/>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24"/>
                <p:cNvSpPr/>
                <p:nvPr/>
              </p:nvSpPr>
              <p:spPr>
                <a:xfrm flipH="1">
                  <a:off x="8335399" y="4181710"/>
                  <a:ext cx="95641" cy="95641"/>
                </a:xfrm>
                <a:custGeom>
                  <a:rect b="b" l="l" r="r" t="t"/>
                  <a:pathLst>
                    <a:path extrusionOk="0" h="12246" w="12246">
                      <a:moveTo>
                        <a:pt x="1" y="1"/>
                      </a:moveTo>
                      <a:lnTo>
                        <a:pt x="1"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24"/>
                <p:cNvSpPr/>
                <p:nvPr/>
              </p:nvSpPr>
              <p:spPr>
                <a:xfrm flipH="1">
                  <a:off x="8431015" y="4181710"/>
                  <a:ext cx="74390" cy="95641"/>
                </a:xfrm>
                <a:custGeom>
                  <a:rect b="b" l="l" r="r" t="t"/>
                  <a:pathLst>
                    <a:path extrusionOk="0" h="12246" w="9525">
                      <a:moveTo>
                        <a:pt x="1" y="1"/>
                      </a:moveTo>
                      <a:lnTo>
                        <a:pt x="1" y="12245"/>
                      </a:lnTo>
                      <a:lnTo>
                        <a:pt x="9525" y="1224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24"/>
                <p:cNvSpPr/>
                <p:nvPr/>
              </p:nvSpPr>
              <p:spPr>
                <a:xfrm flipH="1">
                  <a:off x="8505377" y="4181710"/>
                  <a:ext cx="85012" cy="95641"/>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24"/>
                <p:cNvSpPr/>
                <p:nvPr/>
              </p:nvSpPr>
              <p:spPr>
                <a:xfrm flipH="1">
                  <a:off x="8590359" y="4181710"/>
                  <a:ext cx="95641" cy="95641"/>
                </a:xfrm>
                <a:custGeom>
                  <a:rect b="b" l="l" r="r" t="t"/>
                  <a:pathLst>
                    <a:path extrusionOk="0" h="12246" w="12246">
                      <a:moveTo>
                        <a:pt x="0" y="1"/>
                      </a:moveTo>
                      <a:lnTo>
                        <a:pt x="0"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24"/>
                <p:cNvSpPr/>
                <p:nvPr/>
              </p:nvSpPr>
              <p:spPr>
                <a:xfrm flipH="1">
                  <a:off x="7315559" y="4107344"/>
                  <a:ext cx="85020" cy="74390"/>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24"/>
                <p:cNvSpPr/>
                <p:nvPr/>
              </p:nvSpPr>
              <p:spPr>
                <a:xfrm flipH="1">
                  <a:off x="7400551" y="4107344"/>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24"/>
                <p:cNvSpPr/>
                <p:nvPr/>
              </p:nvSpPr>
              <p:spPr>
                <a:xfrm flipH="1">
                  <a:off x="7485535" y="4107344"/>
                  <a:ext cx="85012" cy="74390"/>
                </a:xfrm>
                <a:custGeom>
                  <a:rect b="b" l="l" r="r" t="t"/>
                  <a:pathLst>
                    <a:path extrusionOk="0" h="9525" w="10885">
                      <a:moveTo>
                        <a:pt x="0" y="0"/>
                      </a:moveTo>
                      <a:lnTo>
                        <a:pt x="0" y="9525"/>
                      </a:lnTo>
                      <a:lnTo>
                        <a:pt x="10884" y="952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24"/>
                <p:cNvSpPr/>
                <p:nvPr/>
              </p:nvSpPr>
              <p:spPr>
                <a:xfrm flipH="1">
                  <a:off x="7570520" y="4107344"/>
                  <a:ext cx="85020" cy="74390"/>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24"/>
                <p:cNvSpPr/>
                <p:nvPr/>
              </p:nvSpPr>
              <p:spPr>
                <a:xfrm flipH="1">
                  <a:off x="7655512" y="4107344"/>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6" name="Google Shape;4186;p24"/>
                <p:cNvSpPr/>
                <p:nvPr/>
              </p:nvSpPr>
              <p:spPr>
                <a:xfrm flipH="1">
                  <a:off x="7740496" y="4107344"/>
                  <a:ext cx="85020" cy="74390"/>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7" name="Google Shape;4187;p24"/>
                <p:cNvSpPr/>
                <p:nvPr/>
              </p:nvSpPr>
              <p:spPr>
                <a:xfrm flipH="1">
                  <a:off x="7825485" y="4107344"/>
                  <a:ext cx="95633" cy="74390"/>
                </a:xfrm>
                <a:custGeom>
                  <a:rect b="b" l="l" r="r" t="t"/>
                  <a:pathLst>
                    <a:path extrusionOk="0" h="9525" w="12245">
                      <a:moveTo>
                        <a:pt x="0" y="0"/>
                      </a:moveTo>
                      <a:lnTo>
                        <a:pt x="0"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24"/>
                <p:cNvSpPr/>
                <p:nvPr/>
              </p:nvSpPr>
              <p:spPr>
                <a:xfrm flipH="1">
                  <a:off x="7921094" y="4107344"/>
                  <a:ext cx="74382" cy="74390"/>
                </a:xfrm>
                <a:custGeom>
                  <a:rect b="b" l="l" r="r" t="t"/>
                  <a:pathLst>
                    <a:path extrusionOk="0" h="9525" w="9524">
                      <a:moveTo>
                        <a:pt x="0" y="0"/>
                      </a:moveTo>
                      <a:lnTo>
                        <a:pt x="0" y="9525"/>
                      </a:lnTo>
                      <a:lnTo>
                        <a:pt x="9523" y="9525"/>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9" name="Google Shape;4189;p24"/>
                <p:cNvSpPr/>
                <p:nvPr/>
              </p:nvSpPr>
              <p:spPr>
                <a:xfrm flipH="1">
                  <a:off x="7995449" y="4107344"/>
                  <a:ext cx="85020" cy="74390"/>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0" name="Google Shape;4190;p24"/>
                <p:cNvSpPr/>
                <p:nvPr/>
              </p:nvSpPr>
              <p:spPr>
                <a:xfrm flipH="1">
                  <a:off x="8080438" y="4107344"/>
                  <a:ext cx="95649" cy="74390"/>
                </a:xfrm>
                <a:custGeom>
                  <a:rect b="b" l="l" r="r" t="t"/>
                  <a:pathLst>
                    <a:path extrusionOk="0" h="9525" w="12247">
                      <a:moveTo>
                        <a:pt x="1" y="0"/>
                      </a:moveTo>
                      <a:lnTo>
                        <a:pt x="1" y="9525"/>
                      </a:lnTo>
                      <a:lnTo>
                        <a:pt x="12247" y="952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1" name="Google Shape;4191;p24"/>
                <p:cNvSpPr/>
                <p:nvPr/>
              </p:nvSpPr>
              <p:spPr>
                <a:xfrm flipH="1">
                  <a:off x="8176054" y="4107344"/>
                  <a:ext cx="74390" cy="74390"/>
                </a:xfrm>
                <a:custGeom>
                  <a:rect b="b" l="l" r="r" t="t"/>
                  <a:pathLst>
                    <a:path extrusionOk="0" h="9525" w="9525">
                      <a:moveTo>
                        <a:pt x="1" y="0"/>
                      </a:moveTo>
                      <a:lnTo>
                        <a:pt x="1" y="9525"/>
                      </a:lnTo>
                      <a:lnTo>
                        <a:pt x="9525" y="952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24"/>
                <p:cNvSpPr/>
                <p:nvPr/>
              </p:nvSpPr>
              <p:spPr>
                <a:xfrm flipH="1">
                  <a:off x="8250417" y="4107344"/>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24"/>
                <p:cNvSpPr/>
                <p:nvPr/>
              </p:nvSpPr>
              <p:spPr>
                <a:xfrm flipH="1">
                  <a:off x="8335399" y="4107344"/>
                  <a:ext cx="95641" cy="74390"/>
                </a:xfrm>
                <a:custGeom>
                  <a:rect b="b" l="l" r="r" t="t"/>
                  <a:pathLst>
                    <a:path extrusionOk="0" h="9525" w="12246">
                      <a:moveTo>
                        <a:pt x="1" y="0"/>
                      </a:moveTo>
                      <a:lnTo>
                        <a:pt x="1"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24"/>
                <p:cNvSpPr/>
                <p:nvPr/>
              </p:nvSpPr>
              <p:spPr>
                <a:xfrm flipH="1">
                  <a:off x="8431015" y="4107344"/>
                  <a:ext cx="74390" cy="74390"/>
                </a:xfrm>
                <a:custGeom>
                  <a:rect b="b" l="l" r="r" t="t"/>
                  <a:pathLst>
                    <a:path extrusionOk="0" h="9525" w="9525">
                      <a:moveTo>
                        <a:pt x="1" y="0"/>
                      </a:moveTo>
                      <a:lnTo>
                        <a:pt x="1" y="9525"/>
                      </a:lnTo>
                      <a:lnTo>
                        <a:pt x="9525" y="952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24"/>
                <p:cNvSpPr/>
                <p:nvPr/>
              </p:nvSpPr>
              <p:spPr>
                <a:xfrm flipH="1">
                  <a:off x="8505377" y="4107344"/>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24"/>
                <p:cNvSpPr/>
                <p:nvPr/>
              </p:nvSpPr>
              <p:spPr>
                <a:xfrm flipH="1">
                  <a:off x="8590359" y="4107344"/>
                  <a:ext cx="95641" cy="74390"/>
                </a:xfrm>
                <a:custGeom>
                  <a:rect b="b" l="l" r="r" t="t"/>
                  <a:pathLst>
                    <a:path extrusionOk="0" h="9525" w="12246">
                      <a:moveTo>
                        <a:pt x="0" y="0"/>
                      </a:moveTo>
                      <a:lnTo>
                        <a:pt x="0"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24"/>
                <p:cNvSpPr/>
                <p:nvPr/>
              </p:nvSpPr>
              <p:spPr>
                <a:xfrm flipH="1">
                  <a:off x="7315559" y="4022352"/>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24"/>
                <p:cNvSpPr/>
                <p:nvPr/>
              </p:nvSpPr>
              <p:spPr>
                <a:xfrm flipH="1">
                  <a:off x="7400551" y="4022352"/>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24"/>
                <p:cNvSpPr/>
                <p:nvPr/>
              </p:nvSpPr>
              <p:spPr>
                <a:xfrm flipH="1">
                  <a:off x="7485535" y="4022352"/>
                  <a:ext cx="85012" cy="8502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0" name="Google Shape;4200;p24"/>
                <p:cNvSpPr/>
                <p:nvPr/>
              </p:nvSpPr>
              <p:spPr>
                <a:xfrm flipH="1">
                  <a:off x="7570520" y="4022352"/>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24"/>
                <p:cNvSpPr/>
                <p:nvPr/>
              </p:nvSpPr>
              <p:spPr>
                <a:xfrm flipH="1">
                  <a:off x="7655512" y="4022352"/>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24"/>
                <p:cNvSpPr/>
                <p:nvPr/>
              </p:nvSpPr>
              <p:spPr>
                <a:xfrm flipH="1">
                  <a:off x="7740496" y="4022352"/>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24"/>
                <p:cNvSpPr/>
                <p:nvPr/>
              </p:nvSpPr>
              <p:spPr>
                <a:xfrm flipH="1">
                  <a:off x="7825485" y="4022352"/>
                  <a:ext cx="95633" cy="85020"/>
                </a:xfrm>
                <a:custGeom>
                  <a:rect b="b" l="l" r="r" t="t"/>
                  <a:pathLst>
                    <a:path extrusionOk="0" h="10886" w="12245">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24"/>
                <p:cNvSpPr/>
                <p:nvPr/>
              </p:nvSpPr>
              <p:spPr>
                <a:xfrm flipH="1">
                  <a:off x="7921094" y="4022352"/>
                  <a:ext cx="74382" cy="85020"/>
                </a:xfrm>
                <a:custGeom>
                  <a:rect b="b" l="l" r="r" t="t"/>
                  <a:pathLst>
                    <a:path extrusionOk="0" h="10886" w="9524">
                      <a:moveTo>
                        <a:pt x="0" y="1"/>
                      </a:moveTo>
                      <a:lnTo>
                        <a:pt x="0" y="10885"/>
                      </a:lnTo>
                      <a:lnTo>
                        <a:pt x="9523" y="1088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24"/>
                <p:cNvSpPr/>
                <p:nvPr/>
              </p:nvSpPr>
              <p:spPr>
                <a:xfrm flipH="1">
                  <a:off x="7995449" y="4022352"/>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24"/>
                <p:cNvSpPr/>
                <p:nvPr/>
              </p:nvSpPr>
              <p:spPr>
                <a:xfrm flipH="1">
                  <a:off x="8080438" y="4022352"/>
                  <a:ext cx="95649" cy="85020"/>
                </a:xfrm>
                <a:custGeom>
                  <a:rect b="b" l="l" r="r" t="t"/>
                  <a:pathLst>
                    <a:path extrusionOk="0" h="10886" w="12247">
                      <a:moveTo>
                        <a:pt x="1" y="1"/>
                      </a:moveTo>
                      <a:lnTo>
                        <a:pt x="1" y="10885"/>
                      </a:lnTo>
                      <a:lnTo>
                        <a:pt x="12247" y="1088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7" name="Google Shape;4207;p24"/>
                <p:cNvSpPr/>
                <p:nvPr/>
              </p:nvSpPr>
              <p:spPr>
                <a:xfrm flipH="1">
                  <a:off x="8176054" y="4022352"/>
                  <a:ext cx="74390" cy="8502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24"/>
                <p:cNvSpPr/>
                <p:nvPr/>
              </p:nvSpPr>
              <p:spPr>
                <a:xfrm flipH="1">
                  <a:off x="8250417" y="4022352"/>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9" name="Google Shape;4209;p24"/>
                <p:cNvSpPr/>
                <p:nvPr/>
              </p:nvSpPr>
              <p:spPr>
                <a:xfrm flipH="1">
                  <a:off x="8335399" y="4022352"/>
                  <a:ext cx="95641" cy="85020"/>
                </a:xfrm>
                <a:custGeom>
                  <a:rect b="b" l="l" r="r" t="t"/>
                  <a:pathLst>
                    <a:path extrusionOk="0" h="10886" w="12246">
                      <a:moveTo>
                        <a:pt x="1" y="1"/>
                      </a:moveTo>
                      <a:lnTo>
                        <a:pt x="1"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24"/>
                <p:cNvSpPr/>
                <p:nvPr/>
              </p:nvSpPr>
              <p:spPr>
                <a:xfrm flipH="1">
                  <a:off x="8431015" y="4022352"/>
                  <a:ext cx="74390" cy="8502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24"/>
                <p:cNvSpPr/>
                <p:nvPr/>
              </p:nvSpPr>
              <p:spPr>
                <a:xfrm flipH="1">
                  <a:off x="8505377" y="4022352"/>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24"/>
                <p:cNvSpPr/>
                <p:nvPr/>
              </p:nvSpPr>
              <p:spPr>
                <a:xfrm flipH="1">
                  <a:off x="8590359" y="4022352"/>
                  <a:ext cx="95641" cy="85020"/>
                </a:xfrm>
                <a:custGeom>
                  <a:rect b="b" l="l" r="r" t="t"/>
                  <a:pathLst>
                    <a:path extrusionOk="0" h="10886" w="12246">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24"/>
                <p:cNvSpPr/>
                <p:nvPr/>
              </p:nvSpPr>
              <p:spPr>
                <a:xfrm flipH="1">
                  <a:off x="7315559" y="3926748"/>
                  <a:ext cx="85020" cy="95633"/>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4" name="Google Shape;4214;p24"/>
                <p:cNvSpPr/>
                <p:nvPr/>
              </p:nvSpPr>
              <p:spPr>
                <a:xfrm flipH="1">
                  <a:off x="7400551" y="3926748"/>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24"/>
                <p:cNvSpPr/>
                <p:nvPr/>
              </p:nvSpPr>
              <p:spPr>
                <a:xfrm flipH="1">
                  <a:off x="7485535" y="3926748"/>
                  <a:ext cx="85012" cy="95633"/>
                </a:xfrm>
                <a:custGeom>
                  <a:rect b="b" l="l" r="r" t="t"/>
                  <a:pathLst>
                    <a:path extrusionOk="0" h="12245" w="10885">
                      <a:moveTo>
                        <a:pt x="0" y="0"/>
                      </a:moveTo>
                      <a:lnTo>
                        <a:pt x="0" y="12245"/>
                      </a:lnTo>
                      <a:lnTo>
                        <a:pt x="10884" y="1224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24"/>
                <p:cNvSpPr/>
                <p:nvPr/>
              </p:nvSpPr>
              <p:spPr>
                <a:xfrm flipH="1">
                  <a:off x="7570520" y="3926748"/>
                  <a:ext cx="85020" cy="95633"/>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24"/>
                <p:cNvSpPr/>
                <p:nvPr/>
              </p:nvSpPr>
              <p:spPr>
                <a:xfrm flipH="1">
                  <a:off x="7655512" y="3926748"/>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24"/>
                <p:cNvSpPr/>
                <p:nvPr/>
              </p:nvSpPr>
              <p:spPr>
                <a:xfrm flipH="1">
                  <a:off x="7740496" y="3926748"/>
                  <a:ext cx="85020" cy="95633"/>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24"/>
                <p:cNvSpPr/>
                <p:nvPr/>
              </p:nvSpPr>
              <p:spPr>
                <a:xfrm flipH="1">
                  <a:off x="7825485" y="3926748"/>
                  <a:ext cx="95633" cy="95633"/>
                </a:xfrm>
                <a:custGeom>
                  <a:rect b="b" l="l" r="r" t="t"/>
                  <a:pathLst>
                    <a:path extrusionOk="0" h="12245" w="12245">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0" name="Google Shape;4220;p24"/>
                <p:cNvSpPr/>
                <p:nvPr/>
              </p:nvSpPr>
              <p:spPr>
                <a:xfrm flipH="1">
                  <a:off x="7921094" y="3926748"/>
                  <a:ext cx="74382" cy="95633"/>
                </a:xfrm>
                <a:custGeom>
                  <a:rect b="b" l="l" r="r" t="t"/>
                  <a:pathLst>
                    <a:path extrusionOk="0" h="12245" w="9524">
                      <a:moveTo>
                        <a:pt x="0" y="0"/>
                      </a:moveTo>
                      <a:lnTo>
                        <a:pt x="0" y="12245"/>
                      </a:lnTo>
                      <a:lnTo>
                        <a:pt x="9523" y="12245"/>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1" name="Google Shape;4221;p24"/>
                <p:cNvSpPr/>
                <p:nvPr/>
              </p:nvSpPr>
              <p:spPr>
                <a:xfrm flipH="1">
                  <a:off x="7995449" y="3926748"/>
                  <a:ext cx="85020" cy="95633"/>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24"/>
                <p:cNvSpPr/>
                <p:nvPr/>
              </p:nvSpPr>
              <p:spPr>
                <a:xfrm flipH="1">
                  <a:off x="8080438" y="3926748"/>
                  <a:ext cx="95649" cy="95633"/>
                </a:xfrm>
                <a:custGeom>
                  <a:rect b="b" l="l" r="r" t="t"/>
                  <a:pathLst>
                    <a:path extrusionOk="0" h="12245" w="12247">
                      <a:moveTo>
                        <a:pt x="1" y="0"/>
                      </a:moveTo>
                      <a:lnTo>
                        <a:pt x="1" y="12245"/>
                      </a:lnTo>
                      <a:lnTo>
                        <a:pt x="12247" y="1224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3" name="Google Shape;4223;p24"/>
                <p:cNvSpPr/>
                <p:nvPr/>
              </p:nvSpPr>
              <p:spPr>
                <a:xfrm flipH="1">
                  <a:off x="8176054" y="3926748"/>
                  <a:ext cx="74390" cy="95633"/>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24"/>
                <p:cNvSpPr/>
                <p:nvPr/>
              </p:nvSpPr>
              <p:spPr>
                <a:xfrm flipH="1">
                  <a:off x="8250417" y="3926748"/>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24"/>
                <p:cNvSpPr/>
                <p:nvPr/>
              </p:nvSpPr>
              <p:spPr>
                <a:xfrm flipH="1">
                  <a:off x="8335399" y="3926748"/>
                  <a:ext cx="95641" cy="95633"/>
                </a:xfrm>
                <a:custGeom>
                  <a:rect b="b" l="l" r="r" t="t"/>
                  <a:pathLst>
                    <a:path extrusionOk="0" h="12245" w="12246">
                      <a:moveTo>
                        <a:pt x="1" y="0"/>
                      </a:moveTo>
                      <a:lnTo>
                        <a:pt x="1"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6" name="Google Shape;4226;p24"/>
                <p:cNvSpPr/>
                <p:nvPr/>
              </p:nvSpPr>
              <p:spPr>
                <a:xfrm flipH="1">
                  <a:off x="8431015" y="3926748"/>
                  <a:ext cx="74390" cy="95633"/>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24"/>
                <p:cNvSpPr/>
                <p:nvPr/>
              </p:nvSpPr>
              <p:spPr>
                <a:xfrm flipH="1">
                  <a:off x="8505377" y="3926748"/>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24"/>
                <p:cNvSpPr/>
                <p:nvPr/>
              </p:nvSpPr>
              <p:spPr>
                <a:xfrm flipH="1">
                  <a:off x="8590359" y="3926748"/>
                  <a:ext cx="95641" cy="95633"/>
                </a:xfrm>
                <a:custGeom>
                  <a:rect b="b" l="l" r="r" t="t"/>
                  <a:pathLst>
                    <a:path extrusionOk="0" h="12245" w="12246">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24"/>
                <p:cNvSpPr/>
                <p:nvPr/>
              </p:nvSpPr>
              <p:spPr>
                <a:xfrm flipH="1">
                  <a:off x="7315559" y="3852383"/>
                  <a:ext cx="85020" cy="74390"/>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24"/>
                <p:cNvSpPr/>
                <p:nvPr/>
              </p:nvSpPr>
              <p:spPr>
                <a:xfrm flipH="1">
                  <a:off x="7400551" y="3852383"/>
                  <a:ext cx="85012" cy="74390"/>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24"/>
                <p:cNvSpPr/>
                <p:nvPr/>
              </p:nvSpPr>
              <p:spPr>
                <a:xfrm flipH="1">
                  <a:off x="7485535" y="3852383"/>
                  <a:ext cx="85012" cy="74390"/>
                </a:xfrm>
                <a:custGeom>
                  <a:rect b="b" l="l" r="r" t="t"/>
                  <a:pathLst>
                    <a:path extrusionOk="0" h="9525" w="10885">
                      <a:moveTo>
                        <a:pt x="0" y="0"/>
                      </a:moveTo>
                      <a:lnTo>
                        <a:pt x="0" y="9524"/>
                      </a:lnTo>
                      <a:lnTo>
                        <a:pt x="10884" y="9524"/>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2" name="Google Shape;4232;p24"/>
                <p:cNvSpPr/>
                <p:nvPr/>
              </p:nvSpPr>
              <p:spPr>
                <a:xfrm flipH="1">
                  <a:off x="7570520" y="3852383"/>
                  <a:ext cx="85020" cy="74390"/>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3" name="Google Shape;4233;p24"/>
                <p:cNvSpPr/>
                <p:nvPr/>
              </p:nvSpPr>
              <p:spPr>
                <a:xfrm flipH="1">
                  <a:off x="7655512" y="3852383"/>
                  <a:ext cx="85012" cy="74390"/>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4" name="Google Shape;4234;p24"/>
                <p:cNvSpPr/>
                <p:nvPr/>
              </p:nvSpPr>
              <p:spPr>
                <a:xfrm flipH="1">
                  <a:off x="7740496" y="3852383"/>
                  <a:ext cx="85020" cy="74390"/>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24"/>
                <p:cNvSpPr/>
                <p:nvPr/>
              </p:nvSpPr>
              <p:spPr>
                <a:xfrm flipH="1">
                  <a:off x="7825485" y="3852383"/>
                  <a:ext cx="95633" cy="74390"/>
                </a:xfrm>
                <a:custGeom>
                  <a:rect b="b" l="l" r="r" t="t"/>
                  <a:pathLst>
                    <a:path extrusionOk="0" h="9525" w="12245">
                      <a:moveTo>
                        <a:pt x="0" y="0"/>
                      </a:moveTo>
                      <a:lnTo>
                        <a:pt x="0"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24"/>
                <p:cNvSpPr/>
                <p:nvPr/>
              </p:nvSpPr>
              <p:spPr>
                <a:xfrm flipH="1">
                  <a:off x="7921094" y="3852383"/>
                  <a:ext cx="74382" cy="74390"/>
                </a:xfrm>
                <a:custGeom>
                  <a:rect b="b" l="l" r="r" t="t"/>
                  <a:pathLst>
                    <a:path extrusionOk="0" h="9525" w="9524">
                      <a:moveTo>
                        <a:pt x="0" y="0"/>
                      </a:moveTo>
                      <a:lnTo>
                        <a:pt x="0" y="9524"/>
                      </a:lnTo>
                      <a:lnTo>
                        <a:pt x="9523" y="9524"/>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24"/>
                <p:cNvSpPr/>
                <p:nvPr/>
              </p:nvSpPr>
              <p:spPr>
                <a:xfrm flipH="1">
                  <a:off x="7995449" y="3852383"/>
                  <a:ext cx="85020" cy="74390"/>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24"/>
                <p:cNvSpPr/>
                <p:nvPr/>
              </p:nvSpPr>
              <p:spPr>
                <a:xfrm flipH="1">
                  <a:off x="8080438" y="3852383"/>
                  <a:ext cx="95649" cy="74390"/>
                </a:xfrm>
                <a:custGeom>
                  <a:rect b="b" l="l" r="r" t="t"/>
                  <a:pathLst>
                    <a:path extrusionOk="0" h="9525" w="12247">
                      <a:moveTo>
                        <a:pt x="1" y="0"/>
                      </a:moveTo>
                      <a:lnTo>
                        <a:pt x="1" y="9524"/>
                      </a:lnTo>
                      <a:lnTo>
                        <a:pt x="12247" y="9524"/>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24"/>
                <p:cNvSpPr/>
                <p:nvPr/>
              </p:nvSpPr>
              <p:spPr>
                <a:xfrm flipH="1">
                  <a:off x="8176054" y="3852383"/>
                  <a:ext cx="74390" cy="74390"/>
                </a:xfrm>
                <a:custGeom>
                  <a:rect b="b" l="l" r="r" t="t"/>
                  <a:pathLst>
                    <a:path extrusionOk="0" h="9525" w="9525">
                      <a:moveTo>
                        <a:pt x="1" y="0"/>
                      </a:moveTo>
                      <a:lnTo>
                        <a:pt x="1" y="9524"/>
                      </a:lnTo>
                      <a:lnTo>
                        <a:pt x="9525" y="952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24"/>
                <p:cNvSpPr/>
                <p:nvPr/>
              </p:nvSpPr>
              <p:spPr>
                <a:xfrm flipH="1">
                  <a:off x="8250417" y="3852383"/>
                  <a:ext cx="85012" cy="74390"/>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24"/>
                <p:cNvSpPr/>
                <p:nvPr/>
              </p:nvSpPr>
              <p:spPr>
                <a:xfrm flipH="1">
                  <a:off x="8335399" y="3852383"/>
                  <a:ext cx="95641" cy="74390"/>
                </a:xfrm>
                <a:custGeom>
                  <a:rect b="b" l="l" r="r" t="t"/>
                  <a:pathLst>
                    <a:path extrusionOk="0" h="9525" w="12246">
                      <a:moveTo>
                        <a:pt x="1" y="0"/>
                      </a:moveTo>
                      <a:lnTo>
                        <a:pt x="1"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24"/>
                <p:cNvSpPr/>
                <p:nvPr/>
              </p:nvSpPr>
              <p:spPr>
                <a:xfrm flipH="1">
                  <a:off x="8431015" y="3852383"/>
                  <a:ext cx="74390" cy="74390"/>
                </a:xfrm>
                <a:custGeom>
                  <a:rect b="b" l="l" r="r" t="t"/>
                  <a:pathLst>
                    <a:path extrusionOk="0" h="9525" w="9525">
                      <a:moveTo>
                        <a:pt x="1" y="0"/>
                      </a:moveTo>
                      <a:lnTo>
                        <a:pt x="1" y="9524"/>
                      </a:lnTo>
                      <a:lnTo>
                        <a:pt x="9525" y="952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24"/>
                <p:cNvSpPr/>
                <p:nvPr/>
              </p:nvSpPr>
              <p:spPr>
                <a:xfrm flipH="1">
                  <a:off x="8505377" y="3852383"/>
                  <a:ext cx="85012" cy="74390"/>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24"/>
                <p:cNvSpPr/>
                <p:nvPr/>
              </p:nvSpPr>
              <p:spPr>
                <a:xfrm flipH="1">
                  <a:off x="8590359" y="3852383"/>
                  <a:ext cx="95641" cy="74390"/>
                </a:xfrm>
                <a:custGeom>
                  <a:rect b="b" l="l" r="r" t="t"/>
                  <a:pathLst>
                    <a:path extrusionOk="0" h="9525" w="12246">
                      <a:moveTo>
                        <a:pt x="0" y="0"/>
                      </a:moveTo>
                      <a:lnTo>
                        <a:pt x="0"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24"/>
                <p:cNvSpPr/>
                <p:nvPr/>
              </p:nvSpPr>
              <p:spPr>
                <a:xfrm flipH="1">
                  <a:off x="7230575" y="4192329"/>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24"/>
                <p:cNvSpPr/>
                <p:nvPr/>
              </p:nvSpPr>
              <p:spPr>
                <a:xfrm flipH="1">
                  <a:off x="7230575" y="4117963"/>
                  <a:ext cx="85012" cy="74390"/>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24"/>
                <p:cNvSpPr/>
                <p:nvPr/>
              </p:nvSpPr>
              <p:spPr>
                <a:xfrm flipH="1">
                  <a:off x="7230575" y="4022352"/>
                  <a:ext cx="85012" cy="95641"/>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8" name="Google Shape;4248;p24"/>
                <p:cNvSpPr/>
                <p:nvPr/>
              </p:nvSpPr>
              <p:spPr>
                <a:xfrm flipH="1">
                  <a:off x="7230575" y="3937368"/>
                  <a:ext cx="85012" cy="85012"/>
                </a:xfrm>
                <a:custGeom>
                  <a:rect b="b" l="l" r="r" t="t"/>
                  <a:pathLst>
                    <a:path extrusionOk="0" h="10885"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9" name="Google Shape;4249;p24"/>
                <p:cNvSpPr/>
                <p:nvPr/>
              </p:nvSpPr>
              <p:spPr>
                <a:xfrm flipH="1">
                  <a:off x="7230575" y="3863002"/>
                  <a:ext cx="85012" cy="74390"/>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24"/>
                <p:cNvSpPr/>
                <p:nvPr/>
              </p:nvSpPr>
              <p:spPr>
                <a:xfrm flipH="1">
                  <a:off x="7400551" y="3767391"/>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24"/>
                <p:cNvSpPr/>
                <p:nvPr/>
              </p:nvSpPr>
              <p:spPr>
                <a:xfrm flipH="1">
                  <a:off x="7485535" y="3767391"/>
                  <a:ext cx="85012" cy="8502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2" name="Google Shape;4252;p24"/>
                <p:cNvSpPr/>
                <p:nvPr/>
              </p:nvSpPr>
              <p:spPr>
                <a:xfrm flipH="1">
                  <a:off x="7570520" y="3767391"/>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24"/>
                <p:cNvSpPr/>
                <p:nvPr/>
              </p:nvSpPr>
              <p:spPr>
                <a:xfrm flipH="1">
                  <a:off x="7740496" y="3767391"/>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24"/>
                <p:cNvSpPr/>
                <p:nvPr/>
              </p:nvSpPr>
              <p:spPr>
                <a:xfrm flipH="1">
                  <a:off x="7825485" y="3767391"/>
                  <a:ext cx="95633" cy="85020"/>
                </a:xfrm>
                <a:custGeom>
                  <a:rect b="b" l="l" r="r" t="t"/>
                  <a:pathLst>
                    <a:path extrusionOk="0" h="10886" w="12245">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24"/>
                <p:cNvSpPr/>
                <p:nvPr/>
              </p:nvSpPr>
              <p:spPr>
                <a:xfrm flipH="1">
                  <a:off x="7921094" y="3767391"/>
                  <a:ext cx="74382" cy="85020"/>
                </a:xfrm>
                <a:custGeom>
                  <a:rect b="b" l="l" r="r" t="t"/>
                  <a:pathLst>
                    <a:path extrusionOk="0" h="10886" w="9524">
                      <a:moveTo>
                        <a:pt x="0" y="1"/>
                      </a:moveTo>
                      <a:lnTo>
                        <a:pt x="0" y="10885"/>
                      </a:lnTo>
                      <a:lnTo>
                        <a:pt x="9523" y="1088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24"/>
                <p:cNvSpPr/>
                <p:nvPr/>
              </p:nvSpPr>
              <p:spPr>
                <a:xfrm flipH="1">
                  <a:off x="7995449" y="3767391"/>
                  <a:ext cx="85020" cy="8502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24"/>
                <p:cNvSpPr/>
                <p:nvPr/>
              </p:nvSpPr>
              <p:spPr>
                <a:xfrm flipH="1">
                  <a:off x="8080438" y="3767391"/>
                  <a:ext cx="95649" cy="85020"/>
                </a:xfrm>
                <a:custGeom>
                  <a:rect b="b" l="l" r="r" t="t"/>
                  <a:pathLst>
                    <a:path extrusionOk="0" h="10886" w="12247">
                      <a:moveTo>
                        <a:pt x="1" y="1"/>
                      </a:moveTo>
                      <a:lnTo>
                        <a:pt x="1" y="10885"/>
                      </a:lnTo>
                      <a:lnTo>
                        <a:pt x="12247" y="1088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8" name="Google Shape;4258;p24"/>
                <p:cNvSpPr/>
                <p:nvPr/>
              </p:nvSpPr>
              <p:spPr>
                <a:xfrm flipH="1">
                  <a:off x="8176054" y="3767391"/>
                  <a:ext cx="74390" cy="8502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24"/>
                <p:cNvSpPr/>
                <p:nvPr/>
              </p:nvSpPr>
              <p:spPr>
                <a:xfrm flipH="1">
                  <a:off x="8250417" y="3767391"/>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24"/>
                <p:cNvSpPr/>
                <p:nvPr/>
              </p:nvSpPr>
              <p:spPr>
                <a:xfrm flipH="1">
                  <a:off x="8335399" y="3767391"/>
                  <a:ext cx="95641" cy="85020"/>
                </a:xfrm>
                <a:custGeom>
                  <a:rect b="b" l="l" r="r" t="t"/>
                  <a:pathLst>
                    <a:path extrusionOk="0" h="10886" w="12246">
                      <a:moveTo>
                        <a:pt x="1" y="1"/>
                      </a:moveTo>
                      <a:lnTo>
                        <a:pt x="1"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24"/>
                <p:cNvSpPr/>
                <p:nvPr/>
              </p:nvSpPr>
              <p:spPr>
                <a:xfrm flipH="1">
                  <a:off x="8431015" y="3767391"/>
                  <a:ext cx="74390" cy="8502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24"/>
                <p:cNvSpPr/>
                <p:nvPr/>
              </p:nvSpPr>
              <p:spPr>
                <a:xfrm flipH="1">
                  <a:off x="8505377" y="3767391"/>
                  <a:ext cx="85012" cy="8502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24"/>
                <p:cNvSpPr/>
                <p:nvPr/>
              </p:nvSpPr>
              <p:spPr>
                <a:xfrm flipH="1">
                  <a:off x="8590359" y="3767391"/>
                  <a:ext cx="95641" cy="85020"/>
                </a:xfrm>
                <a:custGeom>
                  <a:rect b="b" l="l" r="r" t="t"/>
                  <a:pathLst>
                    <a:path extrusionOk="0" h="10886" w="12246">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4" name="Google Shape;4264;p24"/>
                <p:cNvSpPr/>
                <p:nvPr/>
              </p:nvSpPr>
              <p:spPr>
                <a:xfrm flipH="1">
                  <a:off x="8176054" y="3671779"/>
                  <a:ext cx="74390" cy="95641"/>
                </a:xfrm>
                <a:custGeom>
                  <a:rect b="b" l="l" r="r" t="t"/>
                  <a:pathLst>
                    <a:path extrusionOk="0" h="12246" w="9525">
                      <a:moveTo>
                        <a:pt x="1" y="1"/>
                      </a:moveTo>
                      <a:lnTo>
                        <a:pt x="1" y="12246"/>
                      </a:lnTo>
                      <a:lnTo>
                        <a:pt x="9525" y="12246"/>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5" name="Google Shape;4265;p24"/>
                <p:cNvSpPr/>
                <p:nvPr/>
              </p:nvSpPr>
              <p:spPr>
                <a:xfrm flipH="1">
                  <a:off x="8250417" y="3671779"/>
                  <a:ext cx="85012" cy="95641"/>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24"/>
                <p:cNvSpPr/>
                <p:nvPr/>
              </p:nvSpPr>
              <p:spPr>
                <a:xfrm flipH="1">
                  <a:off x="8335399" y="3671779"/>
                  <a:ext cx="95641" cy="95641"/>
                </a:xfrm>
                <a:custGeom>
                  <a:rect b="b" l="l" r="r" t="t"/>
                  <a:pathLst>
                    <a:path extrusionOk="0" h="12246" w="12246">
                      <a:moveTo>
                        <a:pt x="1" y="1"/>
                      </a:moveTo>
                      <a:lnTo>
                        <a:pt x="1" y="12246"/>
                      </a:lnTo>
                      <a:lnTo>
                        <a:pt x="12245" y="12246"/>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7" name="Google Shape;4267;p24"/>
                <p:cNvSpPr/>
                <p:nvPr/>
              </p:nvSpPr>
              <p:spPr>
                <a:xfrm flipH="1">
                  <a:off x="8431015" y="3671779"/>
                  <a:ext cx="74390" cy="95641"/>
                </a:xfrm>
                <a:custGeom>
                  <a:rect b="b" l="l" r="r" t="t"/>
                  <a:pathLst>
                    <a:path extrusionOk="0" h="12246" w="9525">
                      <a:moveTo>
                        <a:pt x="1" y="1"/>
                      </a:moveTo>
                      <a:lnTo>
                        <a:pt x="1" y="12246"/>
                      </a:lnTo>
                      <a:lnTo>
                        <a:pt x="9525" y="12246"/>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24"/>
                <p:cNvSpPr/>
                <p:nvPr/>
              </p:nvSpPr>
              <p:spPr>
                <a:xfrm flipH="1">
                  <a:off x="8505377" y="3671779"/>
                  <a:ext cx="85012" cy="95641"/>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24"/>
                <p:cNvSpPr/>
                <p:nvPr/>
              </p:nvSpPr>
              <p:spPr>
                <a:xfrm flipH="1">
                  <a:off x="8590359" y="3671779"/>
                  <a:ext cx="95641" cy="95641"/>
                </a:xfrm>
                <a:custGeom>
                  <a:rect b="b" l="l" r="r" t="t"/>
                  <a:pathLst>
                    <a:path extrusionOk="0" h="12246" w="12246">
                      <a:moveTo>
                        <a:pt x="0" y="1"/>
                      </a:moveTo>
                      <a:lnTo>
                        <a:pt x="0" y="12246"/>
                      </a:lnTo>
                      <a:lnTo>
                        <a:pt x="12245" y="12246"/>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24"/>
                <p:cNvSpPr/>
                <p:nvPr/>
              </p:nvSpPr>
              <p:spPr>
                <a:xfrm flipH="1">
                  <a:off x="8080438" y="3597414"/>
                  <a:ext cx="95649" cy="74390"/>
                </a:xfrm>
                <a:custGeom>
                  <a:rect b="b" l="l" r="r" t="t"/>
                  <a:pathLst>
                    <a:path extrusionOk="0" h="9525" w="12247">
                      <a:moveTo>
                        <a:pt x="1" y="1"/>
                      </a:moveTo>
                      <a:lnTo>
                        <a:pt x="1" y="9525"/>
                      </a:lnTo>
                      <a:lnTo>
                        <a:pt x="12247" y="952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24"/>
                <p:cNvSpPr/>
                <p:nvPr/>
              </p:nvSpPr>
              <p:spPr>
                <a:xfrm flipH="1">
                  <a:off x="8176054" y="3597414"/>
                  <a:ext cx="74390" cy="74390"/>
                </a:xfrm>
                <a:custGeom>
                  <a:rect b="b" l="l" r="r" t="t"/>
                  <a:pathLst>
                    <a:path extrusionOk="0" h="9525" w="9525">
                      <a:moveTo>
                        <a:pt x="1" y="1"/>
                      </a:moveTo>
                      <a:lnTo>
                        <a:pt x="1" y="9525"/>
                      </a:lnTo>
                      <a:lnTo>
                        <a:pt x="9525" y="952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24"/>
                <p:cNvSpPr/>
                <p:nvPr/>
              </p:nvSpPr>
              <p:spPr>
                <a:xfrm flipH="1">
                  <a:off x="8250417" y="3597414"/>
                  <a:ext cx="85012" cy="74390"/>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24"/>
                <p:cNvSpPr/>
                <p:nvPr/>
              </p:nvSpPr>
              <p:spPr>
                <a:xfrm flipH="1">
                  <a:off x="8335399" y="3597414"/>
                  <a:ext cx="95641" cy="74390"/>
                </a:xfrm>
                <a:custGeom>
                  <a:rect b="b" l="l" r="r" t="t"/>
                  <a:pathLst>
                    <a:path extrusionOk="0" h="9525" w="12246">
                      <a:moveTo>
                        <a:pt x="1" y="1"/>
                      </a:moveTo>
                      <a:lnTo>
                        <a:pt x="1" y="9525"/>
                      </a:lnTo>
                      <a:lnTo>
                        <a:pt x="12245" y="952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24"/>
                <p:cNvSpPr/>
                <p:nvPr/>
              </p:nvSpPr>
              <p:spPr>
                <a:xfrm flipH="1">
                  <a:off x="8431015" y="3597414"/>
                  <a:ext cx="74390" cy="74390"/>
                </a:xfrm>
                <a:custGeom>
                  <a:rect b="b" l="l" r="r" t="t"/>
                  <a:pathLst>
                    <a:path extrusionOk="0" h="9525" w="9525">
                      <a:moveTo>
                        <a:pt x="1" y="1"/>
                      </a:moveTo>
                      <a:lnTo>
                        <a:pt x="1" y="9525"/>
                      </a:lnTo>
                      <a:lnTo>
                        <a:pt x="9525" y="952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24"/>
                <p:cNvSpPr/>
                <p:nvPr/>
              </p:nvSpPr>
              <p:spPr>
                <a:xfrm flipH="1">
                  <a:off x="8505377" y="3597414"/>
                  <a:ext cx="85012" cy="74390"/>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6" name="Google Shape;4276;p24"/>
                <p:cNvSpPr/>
                <p:nvPr/>
              </p:nvSpPr>
              <p:spPr>
                <a:xfrm flipH="1">
                  <a:off x="8590359" y="3597414"/>
                  <a:ext cx="95641" cy="74390"/>
                </a:xfrm>
                <a:custGeom>
                  <a:rect b="b" l="l" r="r" t="t"/>
                  <a:pathLst>
                    <a:path extrusionOk="0" h="9525" w="12246">
                      <a:moveTo>
                        <a:pt x="0" y="1"/>
                      </a:moveTo>
                      <a:lnTo>
                        <a:pt x="0" y="9525"/>
                      </a:lnTo>
                      <a:lnTo>
                        <a:pt x="12245" y="952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24"/>
                <p:cNvSpPr/>
                <p:nvPr/>
              </p:nvSpPr>
              <p:spPr>
                <a:xfrm flipH="1">
                  <a:off x="8685973" y="3693026"/>
                  <a:ext cx="85012" cy="74390"/>
                </a:xfrm>
                <a:custGeom>
                  <a:rect b="b" l="l" r="r" t="t"/>
                  <a:pathLst>
                    <a:path extrusionOk="0" h="9525" w="10885">
                      <a:moveTo>
                        <a:pt x="0" y="0"/>
                      </a:moveTo>
                      <a:lnTo>
                        <a:pt x="0" y="9525"/>
                      </a:lnTo>
                      <a:lnTo>
                        <a:pt x="10884" y="952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24"/>
                <p:cNvSpPr/>
                <p:nvPr/>
              </p:nvSpPr>
              <p:spPr>
                <a:xfrm flipH="1">
                  <a:off x="8685973" y="3852383"/>
                  <a:ext cx="85012" cy="85012"/>
                </a:xfrm>
                <a:custGeom>
                  <a:rect b="b" l="l" r="r" t="t"/>
                  <a:pathLst>
                    <a:path extrusionOk="0" h="10885" w="10885">
                      <a:moveTo>
                        <a:pt x="0" y="0"/>
                      </a:moveTo>
                      <a:lnTo>
                        <a:pt x="0" y="10885"/>
                      </a:lnTo>
                      <a:lnTo>
                        <a:pt x="10884" y="1088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24"/>
                <p:cNvSpPr/>
                <p:nvPr/>
              </p:nvSpPr>
              <p:spPr>
                <a:xfrm flipH="1">
                  <a:off x="8685973" y="3937368"/>
                  <a:ext cx="85012" cy="85012"/>
                </a:xfrm>
                <a:custGeom>
                  <a:rect b="b" l="l" r="r" t="t"/>
                  <a:pathLst>
                    <a:path extrusionOk="0" h="10885"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24"/>
                <p:cNvSpPr/>
                <p:nvPr/>
              </p:nvSpPr>
              <p:spPr>
                <a:xfrm flipH="1">
                  <a:off x="8685973" y="4022352"/>
                  <a:ext cx="85012" cy="8502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24"/>
                <p:cNvSpPr/>
                <p:nvPr/>
              </p:nvSpPr>
              <p:spPr>
                <a:xfrm flipH="1">
                  <a:off x="8685973" y="4107344"/>
                  <a:ext cx="85012" cy="85012"/>
                </a:xfrm>
                <a:custGeom>
                  <a:rect b="b" l="l" r="r" t="t"/>
                  <a:pathLst>
                    <a:path extrusionOk="0" h="10885" w="10885">
                      <a:moveTo>
                        <a:pt x="0" y="0"/>
                      </a:moveTo>
                      <a:lnTo>
                        <a:pt x="0" y="10885"/>
                      </a:lnTo>
                      <a:lnTo>
                        <a:pt x="10884" y="1088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24"/>
                <p:cNvSpPr/>
                <p:nvPr/>
              </p:nvSpPr>
              <p:spPr>
                <a:xfrm flipH="1">
                  <a:off x="8685973" y="4192329"/>
                  <a:ext cx="85012" cy="8502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24"/>
                <p:cNvSpPr/>
                <p:nvPr/>
              </p:nvSpPr>
              <p:spPr>
                <a:xfrm flipH="1">
                  <a:off x="8080438" y="3501811"/>
                  <a:ext cx="95649" cy="95633"/>
                </a:xfrm>
                <a:custGeom>
                  <a:rect b="b" l="l" r="r" t="t"/>
                  <a:pathLst>
                    <a:path extrusionOk="0" h="12245" w="12247">
                      <a:moveTo>
                        <a:pt x="1" y="0"/>
                      </a:moveTo>
                      <a:lnTo>
                        <a:pt x="1" y="12245"/>
                      </a:lnTo>
                      <a:lnTo>
                        <a:pt x="12247" y="1224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24"/>
                <p:cNvSpPr/>
                <p:nvPr/>
              </p:nvSpPr>
              <p:spPr>
                <a:xfrm flipH="1">
                  <a:off x="8335399" y="3501811"/>
                  <a:ext cx="95641" cy="95633"/>
                </a:xfrm>
                <a:custGeom>
                  <a:rect b="b" l="l" r="r" t="t"/>
                  <a:pathLst>
                    <a:path extrusionOk="0" h="12245" w="12246">
                      <a:moveTo>
                        <a:pt x="1" y="0"/>
                      </a:moveTo>
                      <a:lnTo>
                        <a:pt x="1"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24"/>
                <p:cNvSpPr/>
                <p:nvPr/>
              </p:nvSpPr>
              <p:spPr>
                <a:xfrm flipH="1">
                  <a:off x="8431015" y="3501811"/>
                  <a:ext cx="74390" cy="95633"/>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24"/>
                <p:cNvSpPr/>
                <p:nvPr/>
              </p:nvSpPr>
              <p:spPr>
                <a:xfrm flipH="1">
                  <a:off x="8505377" y="3501811"/>
                  <a:ext cx="85012" cy="95633"/>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24"/>
                <p:cNvSpPr/>
                <p:nvPr/>
              </p:nvSpPr>
              <p:spPr>
                <a:xfrm flipH="1">
                  <a:off x="8590359" y="3501811"/>
                  <a:ext cx="95641" cy="95633"/>
                </a:xfrm>
                <a:custGeom>
                  <a:rect b="b" l="l" r="r" t="t"/>
                  <a:pathLst>
                    <a:path extrusionOk="0" h="12245" w="12246">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88" name="Google Shape;4288;p24"/>
            <p:cNvGrpSpPr/>
            <p:nvPr/>
          </p:nvGrpSpPr>
          <p:grpSpPr>
            <a:xfrm>
              <a:off x="414191" y="3387487"/>
              <a:ext cx="636299" cy="675799"/>
              <a:chOff x="6163859" y="4325295"/>
              <a:chExt cx="1007280" cy="1069810"/>
            </a:xfrm>
          </p:grpSpPr>
          <p:sp>
            <p:nvSpPr>
              <p:cNvPr id="4289" name="Google Shape;4289;p24"/>
              <p:cNvSpPr/>
              <p:nvPr/>
            </p:nvSpPr>
            <p:spPr>
              <a:xfrm>
                <a:off x="6719586" y="5332558"/>
                <a:ext cx="62541" cy="62546"/>
              </a:xfrm>
              <a:custGeom>
                <a:rect b="b" l="l" r="r" t="t"/>
                <a:pathLst>
                  <a:path extrusionOk="0" h="12246" w="12245">
                    <a:moveTo>
                      <a:pt x="0" y="0"/>
                    </a:moveTo>
                    <a:lnTo>
                      <a:pt x="0" y="12245"/>
                    </a:lnTo>
                    <a:lnTo>
                      <a:pt x="12245" y="1224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24"/>
              <p:cNvSpPr/>
              <p:nvPr/>
            </p:nvSpPr>
            <p:spPr>
              <a:xfrm>
                <a:off x="6670963" y="5332558"/>
                <a:ext cx="48644" cy="62546"/>
              </a:xfrm>
              <a:custGeom>
                <a:rect b="b" l="l" r="r" t="t"/>
                <a:pathLst>
                  <a:path extrusionOk="0" h="12246" w="9524">
                    <a:moveTo>
                      <a:pt x="0" y="0"/>
                    </a:moveTo>
                    <a:lnTo>
                      <a:pt x="0" y="12245"/>
                    </a:lnTo>
                    <a:lnTo>
                      <a:pt x="9523" y="1224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24"/>
              <p:cNvSpPr/>
              <p:nvPr/>
            </p:nvSpPr>
            <p:spPr>
              <a:xfrm>
                <a:off x="6615387" y="5332558"/>
                <a:ext cx="55600" cy="62546"/>
              </a:xfrm>
              <a:custGeom>
                <a:rect b="b" l="l" r="r" t="t"/>
                <a:pathLst>
                  <a:path extrusionOk="0" h="12246" w="10886">
                    <a:moveTo>
                      <a:pt x="1" y="0"/>
                    </a:moveTo>
                    <a:lnTo>
                      <a:pt x="1" y="12245"/>
                    </a:lnTo>
                    <a:lnTo>
                      <a:pt x="10885" y="1224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24"/>
              <p:cNvSpPr/>
              <p:nvPr/>
            </p:nvSpPr>
            <p:spPr>
              <a:xfrm>
                <a:off x="6552862" y="5332558"/>
                <a:ext cx="62552" cy="62546"/>
              </a:xfrm>
              <a:custGeom>
                <a:rect b="b" l="l" r="r" t="t"/>
                <a:pathLst>
                  <a:path extrusionOk="0" h="12246" w="12247">
                    <a:moveTo>
                      <a:pt x="1" y="0"/>
                    </a:moveTo>
                    <a:lnTo>
                      <a:pt x="1" y="12245"/>
                    </a:lnTo>
                    <a:lnTo>
                      <a:pt x="12247" y="1224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24"/>
              <p:cNvSpPr/>
              <p:nvPr/>
            </p:nvSpPr>
            <p:spPr>
              <a:xfrm>
                <a:off x="6719586" y="5276982"/>
                <a:ext cx="62541" cy="55600"/>
              </a:xfrm>
              <a:custGeom>
                <a:rect b="b" l="l" r="r" t="t"/>
                <a:pathLst>
                  <a:path extrusionOk="0" h="10886"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24"/>
              <p:cNvSpPr/>
              <p:nvPr/>
            </p:nvSpPr>
            <p:spPr>
              <a:xfrm>
                <a:off x="6670963" y="5276982"/>
                <a:ext cx="48644" cy="55600"/>
              </a:xfrm>
              <a:custGeom>
                <a:rect b="b" l="l" r="r" t="t"/>
                <a:pathLst>
                  <a:path extrusionOk="0" h="10886"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24"/>
              <p:cNvSpPr/>
              <p:nvPr/>
            </p:nvSpPr>
            <p:spPr>
              <a:xfrm>
                <a:off x="6615387" y="5276982"/>
                <a:ext cx="55600" cy="5560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24"/>
              <p:cNvSpPr/>
              <p:nvPr/>
            </p:nvSpPr>
            <p:spPr>
              <a:xfrm>
                <a:off x="6552862" y="5276982"/>
                <a:ext cx="62552" cy="55600"/>
              </a:xfrm>
              <a:custGeom>
                <a:rect b="b" l="l" r="r" t="t"/>
                <a:pathLst>
                  <a:path extrusionOk="0" h="10886"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7" name="Google Shape;4297;p24"/>
              <p:cNvSpPr/>
              <p:nvPr/>
            </p:nvSpPr>
            <p:spPr>
              <a:xfrm>
                <a:off x="6719586" y="5221411"/>
                <a:ext cx="62541" cy="55595"/>
              </a:xfrm>
              <a:custGeom>
                <a:rect b="b" l="l" r="r" t="t"/>
                <a:pathLst>
                  <a:path extrusionOk="0" h="10885" w="12245">
                    <a:moveTo>
                      <a:pt x="0" y="0"/>
                    </a:moveTo>
                    <a:lnTo>
                      <a:pt x="0"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8" name="Google Shape;4298;p24"/>
              <p:cNvSpPr/>
              <p:nvPr/>
            </p:nvSpPr>
            <p:spPr>
              <a:xfrm>
                <a:off x="6670963" y="5221411"/>
                <a:ext cx="48644" cy="55595"/>
              </a:xfrm>
              <a:custGeom>
                <a:rect b="b" l="l" r="r" t="t"/>
                <a:pathLst>
                  <a:path extrusionOk="0" h="10885" w="9524">
                    <a:moveTo>
                      <a:pt x="0" y="0"/>
                    </a:moveTo>
                    <a:lnTo>
                      <a:pt x="0" y="10885"/>
                    </a:lnTo>
                    <a:lnTo>
                      <a:pt x="9523" y="1088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24"/>
              <p:cNvSpPr/>
              <p:nvPr/>
            </p:nvSpPr>
            <p:spPr>
              <a:xfrm>
                <a:off x="6615387" y="5221411"/>
                <a:ext cx="55600" cy="55595"/>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24"/>
              <p:cNvSpPr/>
              <p:nvPr/>
            </p:nvSpPr>
            <p:spPr>
              <a:xfrm>
                <a:off x="6552862" y="5221411"/>
                <a:ext cx="62552" cy="55595"/>
              </a:xfrm>
              <a:custGeom>
                <a:rect b="b" l="l" r="r" t="t"/>
                <a:pathLst>
                  <a:path extrusionOk="0" h="10885" w="12247">
                    <a:moveTo>
                      <a:pt x="1" y="0"/>
                    </a:moveTo>
                    <a:lnTo>
                      <a:pt x="1" y="10885"/>
                    </a:lnTo>
                    <a:lnTo>
                      <a:pt x="12247" y="1088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24"/>
              <p:cNvSpPr/>
              <p:nvPr/>
            </p:nvSpPr>
            <p:spPr>
              <a:xfrm>
                <a:off x="6719586" y="5165834"/>
                <a:ext cx="62541" cy="55600"/>
              </a:xfrm>
              <a:custGeom>
                <a:rect b="b" l="l" r="r" t="t"/>
                <a:pathLst>
                  <a:path extrusionOk="0" h="10886"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24"/>
              <p:cNvSpPr/>
              <p:nvPr/>
            </p:nvSpPr>
            <p:spPr>
              <a:xfrm>
                <a:off x="6670963" y="5165834"/>
                <a:ext cx="48644" cy="55600"/>
              </a:xfrm>
              <a:custGeom>
                <a:rect b="b" l="l" r="r" t="t"/>
                <a:pathLst>
                  <a:path extrusionOk="0" h="10886"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24"/>
              <p:cNvSpPr/>
              <p:nvPr/>
            </p:nvSpPr>
            <p:spPr>
              <a:xfrm>
                <a:off x="6615387" y="5165834"/>
                <a:ext cx="55600" cy="5560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24"/>
              <p:cNvSpPr/>
              <p:nvPr/>
            </p:nvSpPr>
            <p:spPr>
              <a:xfrm>
                <a:off x="6552862" y="5165834"/>
                <a:ext cx="62552" cy="55600"/>
              </a:xfrm>
              <a:custGeom>
                <a:rect b="b" l="l" r="r" t="t"/>
                <a:pathLst>
                  <a:path extrusionOk="0" h="10886"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24"/>
              <p:cNvSpPr/>
              <p:nvPr/>
            </p:nvSpPr>
            <p:spPr>
              <a:xfrm>
                <a:off x="6719586" y="5110263"/>
                <a:ext cx="62541" cy="55595"/>
              </a:xfrm>
              <a:custGeom>
                <a:rect b="b" l="l" r="r" t="t"/>
                <a:pathLst>
                  <a:path extrusionOk="0" h="10885" w="12245">
                    <a:moveTo>
                      <a:pt x="0" y="1"/>
                    </a:moveTo>
                    <a:lnTo>
                      <a:pt x="0"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24"/>
              <p:cNvSpPr/>
              <p:nvPr/>
            </p:nvSpPr>
            <p:spPr>
              <a:xfrm>
                <a:off x="6670963" y="5110263"/>
                <a:ext cx="48644" cy="55595"/>
              </a:xfrm>
              <a:custGeom>
                <a:rect b="b" l="l" r="r" t="t"/>
                <a:pathLst>
                  <a:path extrusionOk="0" h="10885" w="9524">
                    <a:moveTo>
                      <a:pt x="0" y="1"/>
                    </a:moveTo>
                    <a:lnTo>
                      <a:pt x="0" y="10885"/>
                    </a:lnTo>
                    <a:lnTo>
                      <a:pt x="9523" y="10885"/>
                    </a:lnTo>
                    <a:lnTo>
                      <a:pt x="9523"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24"/>
              <p:cNvSpPr/>
              <p:nvPr/>
            </p:nvSpPr>
            <p:spPr>
              <a:xfrm>
                <a:off x="6615387" y="5110263"/>
                <a:ext cx="55600" cy="55595"/>
              </a:xfrm>
              <a:custGeom>
                <a:rect b="b" l="l" r="r" t="t"/>
                <a:pathLst>
                  <a:path extrusionOk="0" h="10885"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24"/>
              <p:cNvSpPr/>
              <p:nvPr/>
            </p:nvSpPr>
            <p:spPr>
              <a:xfrm>
                <a:off x="6552862" y="5110263"/>
                <a:ext cx="62552" cy="55595"/>
              </a:xfrm>
              <a:custGeom>
                <a:rect b="b" l="l" r="r" t="t"/>
                <a:pathLst>
                  <a:path extrusionOk="0" h="10885" w="12247">
                    <a:moveTo>
                      <a:pt x="1" y="1"/>
                    </a:moveTo>
                    <a:lnTo>
                      <a:pt x="1" y="10885"/>
                    </a:lnTo>
                    <a:lnTo>
                      <a:pt x="12247" y="10885"/>
                    </a:lnTo>
                    <a:lnTo>
                      <a:pt x="12247"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24"/>
              <p:cNvSpPr/>
              <p:nvPr/>
            </p:nvSpPr>
            <p:spPr>
              <a:xfrm>
                <a:off x="6837677" y="5054691"/>
                <a:ext cx="55595" cy="55595"/>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24"/>
              <p:cNvSpPr/>
              <p:nvPr/>
            </p:nvSpPr>
            <p:spPr>
              <a:xfrm>
                <a:off x="6782101" y="5054691"/>
                <a:ext cx="55600" cy="55595"/>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24"/>
              <p:cNvSpPr/>
              <p:nvPr/>
            </p:nvSpPr>
            <p:spPr>
              <a:xfrm>
                <a:off x="6719586" y="5054691"/>
                <a:ext cx="62541" cy="55595"/>
              </a:xfrm>
              <a:custGeom>
                <a:rect b="b" l="l" r="r" t="t"/>
                <a:pathLst>
                  <a:path extrusionOk="0" h="10885" w="12245">
                    <a:moveTo>
                      <a:pt x="0" y="0"/>
                    </a:moveTo>
                    <a:lnTo>
                      <a:pt x="0"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24"/>
              <p:cNvSpPr/>
              <p:nvPr/>
            </p:nvSpPr>
            <p:spPr>
              <a:xfrm>
                <a:off x="6670963" y="5054691"/>
                <a:ext cx="48644" cy="55595"/>
              </a:xfrm>
              <a:custGeom>
                <a:rect b="b" l="l" r="r" t="t"/>
                <a:pathLst>
                  <a:path extrusionOk="0" h="10885" w="9524">
                    <a:moveTo>
                      <a:pt x="0" y="0"/>
                    </a:moveTo>
                    <a:lnTo>
                      <a:pt x="0" y="10885"/>
                    </a:lnTo>
                    <a:lnTo>
                      <a:pt x="9523" y="10885"/>
                    </a:lnTo>
                    <a:lnTo>
                      <a:pt x="9523"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24"/>
              <p:cNvSpPr/>
              <p:nvPr/>
            </p:nvSpPr>
            <p:spPr>
              <a:xfrm>
                <a:off x="6615387" y="5054691"/>
                <a:ext cx="55600" cy="55595"/>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24"/>
              <p:cNvSpPr/>
              <p:nvPr/>
            </p:nvSpPr>
            <p:spPr>
              <a:xfrm>
                <a:off x="6552862" y="5054691"/>
                <a:ext cx="62552" cy="55595"/>
              </a:xfrm>
              <a:custGeom>
                <a:rect b="b" l="l" r="r" t="t"/>
                <a:pathLst>
                  <a:path extrusionOk="0" h="10885" w="12247">
                    <a:moveTo>
                      <a:pt x="1" y="0"/>
                    </a:moveTo>
                    <a:lnTo>
                      <a:pt x="1" y="10885"/>
                    </a:lnTo>
                    <a:lnTo>
                      <a:pt x="12247" y="10885"/>
                    </a:lnTo>
                    <a:lnTo>
                      <a:pt x="12247"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24"/>
              <p:cNvSpPr/>
              <p:nvPr/>
            </p:nvSpPr>
            <p:spPr>
              <a:xfrm>
                <a:off x="6504240" y="5054691"/>
                <a:ext cx="48649" cy="55595"/>
              </a:xfrm>
              <a:custGeom>
                <a:rect b="b" l="l" r="r" t="t"/>
                <a:pathLst>
                  <a:path extrusionOk="0" h="10885" w="9525">
                    <a:moveTo>
                      <a:pt x="1" y="0"/>
                    </a:moveTo>
                    <a:lnTo>
                      <a:pt x="1" y="10885"/>
                    </a:lnTo>
                    <a:lnTo>
                      <a:pt x="9525" y="10885"/>
                    </a:lnTo>
                    <a:lnTo>
                      <a:pt x="952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24"/>
              <p:cNvSpPr/>
              <p:nvPr/>
            </p:nvSpPr>
            <p:spPr>
              <a:xfrm>
                <a:off x="6448669" y="5054691"/>
                <a:ext cx="55595" cy="55595"/>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24"/>
              <p:cNvSpPr/>
              <p:nvPr/>
            </p:nvSpPr>
            <p:spPr>
              <a:xfrm>
                <a:off x="6386148" y="5054691"/>
                <a:ext cx="62546" cy="55595"/>
              </a:xfrm>
              <a:custGeom>
                <a:rect b="b" l="l" r="r" t="t"/>
                <a:pathLst>
                  <a:path extrusionOk="0" h="10885" w="12246">
                    <a:moveTo>
                      <a:pt x="1" y="0"/>
                    </a:moveTo>
                    <a:lnTo>
                      <a:pt x="1"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24"/>
              <p:cNvSpPr/>
              <p:nvPr/>
            </p:nvSpPr>
            <p:spPr>
              <a:xfrm>
                <a:off x="6837677" y="4999115"/>
                <a:ext cx="55595" cy="55600"/>
              </a:xfrm>
              <a:custGeom>
                <a:rect b="b" l="l" r="r" t="t"/>
                <a:pathLst>
                  <a:path extrusionOk="0" h="10886" w="10885">
                    <a:moveTo>
                      <a:pt x="0" y="1"/>
                    </a:moveTo>
                    <a:lnTo>
                      <a:pt x="0"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24"/>
              <p:cNvSpPr/>
              <p:nvPr/>
            </p:nvSpPr>
            <p:spPr>
              <a:xfrm>
                <a:off x="6615387" y="4999115"/>
                <a:ext cx="55600" cy="5560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24"/>
              <p:cNvSpPr/>
              <p:nvPr/>
            </p:nvSpPr>
            <p:spPr>
              <a:xfrm>
                <a:off x="6386148" y="4999115"/>
                <a:ext cx="62546" cy="55600"/>
              </a:xfrm>
              <a:custGeom>
                <a:rect b="b" l="l" r="r" t="t"/>
                <a:pathLst>
                  <a:path extrusionOk="0" h="10886" w="12246">
                    <a:moveTo>
                      <a:pt x="1" y="1"/>
                    </a:moveTo>
                    <a:lnTo>
                      <a:pt x="1"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24"/>
              <p:cNvSpPr/>
              <p:nvPr/>
            </p:nvSpPr>
            <p:spPr>
              <a:xfrm>
                <a:off x="6837677" y="4943544"/>
                <a:ext cx="55595" cy="55595"/>
              </a:xfrm>
              <a:custGeom>
                <a:rect b="b" l="l" r="r" t="t"/>
                <a:pathLst>
                  <a:path extrusionOk="0" h="10885" w="10885">
                    <a:moveTo>
                      <a:pt x="0" y="0"/>
                    </a:moveTo>
                    <a:lnTo>
                      <a:pt x="0"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24"/>
              <p:cNvSpPr/>
              <p:nvPr/>
            </p:nvSpPr>
            <p:spPr>
              <a:xfrm>
                <a:off x="6615387" y="4943544"/>
                <a:ext cx="55600" cy="55595"/>
              </a:xfrm>
              <a:custGeom>
                <a:rect b="b" l="l" r="r" t="t"/>
                <a:pathLst>
                  <a:path extrusionOk="0" h="10885" w="10886">
                    <a:moveTo>
                      <a:pt x="1" y="0"/>
                    </a:moveTo>
                    <a:lnTo>
                      <a:pt x="1" y="10885"/>
                    </a:lnTo>
                    <a:lnTo>
                      <a:pt x="10885" y="10885"/>
                    </a:lnTo>
                    <a:lnTo>
                      <a:pt x="1088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24"/>
              <p:cNvSpPr/>
              <p:nvPr/>
            </p:nvSpPr>
            <p:spPr>
              <a:xfrm>
                <a:off x="6386148" y="4943544"/>
                <a:ext cx="62546" cy="55595"/>
              </a:xfrm>
              <a:custGeom>
                <a:rect b="b" l="l" r="r" t="t"/>
                <a:pathLst>
                  <a:path extrusionOk="0" h="10885" w="12246">
                    <a:moveTo>
                      <a:pt x="1" y="0"/>
                    </a:moveTo>
                    <a:lnTo>
                      <a:pt x="1" y="10885"/>
                    </a:lnTo>
                    <a:lnTo>
                      <a:pt x="12245" y="10885"/>
                    </a:lnTo>
                    <a:lnTo>
                      <a:pt x="12245" y="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24"/>
              <p:cNvSpPr/>
              <p:nvPr/>
            </p:nvSpPr>
            <p:spPr>
              <a:xfrm>
                <a:off x="6837677" y="4887972"/>
                <a:ext cx="55595" cy="55600"/>
              </a:xfrm>
              <a:custGeom>
                <a:rect b="b" l="l" r="r" t="t"/>
                <a:pathLst>
                  <a:path extrusionOk="0" h="10886" w="10885">
                    <a:moveTo>
                      <a:pt x="0" y="1"/>
                    </a:moveTo>
                    <a:lnTo>
                      <a:pt x="0"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24"/>
              <p:cNvSpPr/>
              <p:nvPr/>
            </p:nvSpPr>
            <p:spPr>
              <a:xfrm>
                <a:off x="6615387" y="4887972"/>
                <a:ext cx="55600" cy="55600"/>
              </a:xfrm>
              <a:custGeom>
                <a:rect b="b" l="l" r="r" t="t"/>
                <a:pathLst>
                  <a:path extrusionOk="0" h="10886" w="10886">
                    <a:moveTo>
                      <a:pt x="1" y="1"/>
                    </a:moveTo>
                    <a:lnTo>
                      <a:pt x="1" y="10885"/>
                    </a:lnTo>
                    <a:lnTo>
                      <a:pt x="10885" y="10885"/>
                    </a:lnTo>
                    <a:lnTo>
                      <a:pt x="1088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24"/>
              <p:cNvSpPr/>
              <p:nvPr/>
            </p:nvSpPr>
            <p:spPr>
              <a:xfrm>
                <a:off x="6386148" y="4887972"/>
                <a:ext cx="62546" cy="55600"/>
              </a:xfrm>
              <a:custGeom>
                <a:rect b="b" l="l" r="r" t="t"/>
                <a:pathLst>
                  <a:path extrusionOk="0" h="10886" w="12246">
                    <a:moveTo>
                      <a:pt x="1" y="1"/>
                    </a:moveTo>
                    <a:lnTo>
                      <a:pt x="1" y="10885"/>
                    </a:lnTo>
                    <a:lnTo>
                      <a:pt x="12245" y="10885"/>
                    </a:lnTo>
                    <a:lnTo>
                      <a:pt x="12245"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24"/>
              <p:cNvSpPr/>
              <p:nvPr/>
            </p:nvSpPr>
            <p:spPr>
              <a:xfrm>
                <a:off x="7059967" y="4832401"/>
                <a:ext cx="55600" cy="55590"/>
              </a:xfrm>
              <a:custGeom>
                <a:rect b="b" l="l" r="r" t="t"/>
                <a:pathLst>
                  <a:path extrusionOk="0" h="10884" w="10886">
                    <a:moveTo>
                      <a:pt x="1" y="0"/>
                    </a:moveTo>
                    <a:lnTo>
                      <a:pt x="1"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24"/>
              <p:cNvSpPr/>
              <p:nvPr/>
            </p:nvSpPr>
            <p:spPr>
              <a:xfrm>
                <a:off x="7004396" y="4832401"/>
                <a:ext cx="55595" cy="55590"/>
              </a:xfrm>
              <a:custGeom>
                <a:rect b="b" l="l" r="r" t="t"/>
                <a:pathLst>
                  <a:path extrusionOk="0" h="10884" w="10885">
                    <a:moveTo>
                      <a:pt x="0" y="0"/>
                    </a:moveTo>
                    <a:lnTo>
                      <a:pt x="0"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24"/>
              <p:cNvSpPr/>
              <p:nvPr/>
            </p:nvSpPr>
            <p:spPr>
              <a:xfrm>
                <a:off x="6948824" y="4832401"/>
                <a:ext cx="55595" cy="55590"/>
              </a:xfrm>
              <a:custGeom>
                <a:rect b="b" l="l" r="r" t="t"/>
                <a:pathLst>
                  <a:path extrusionOk="0" h="10884" w="10885">
                    <a:moveTo>
                      <a:pt x="0" y="0"/>
                    </a:moveTo>
                    <a:lnTo>
                      <a:pt x="0" y="10884"/>
                    </a:lnTo>
                    <a:lnTo>
                      <a:pt x="10884" y="10884"/>
                    </a:lnTo>
                    <a:lnTo>
                      <a:pt x="10884"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24"/>
              <p:cNvSpPr/>
              <p:nvPr/>
            </p:nvSpPr>
            <p:spPr>
              <a:xfrm>
                <a:off x="6893248" y="4832401"/>
                <a:ext cx="55600" cy="55590"/>
              </a:xfrm>
              <a:custGeom>
                <a:rect b="b" l="l" r="r" t="t"/>
                <a:pathLst>
                  <a:path extrusionOk="0" h="10884" w="10886">
                    <a:moveTo>
                      <a:pt x="1" y="0"/>
                    </a:moveTo>
                    <a:lnTo>
                      <a:pt x="1"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24"/>
              <p:cNvSpPr/>
              <p:nvPr/>
            </p:nvSpPr>
            <p:spPr>
              <a:xfrm>
                <a:off x="6837677" y="4832401"/>
                <a:ext cx="55595" cy="55590"/>
              </a:xfrm>
              <a:custGeom>
                <a:rect b="b" l="l" r="r" t="t"/>
                <a:pathLst>
                  <a:path extrusionOk="0" h="10884" w="10885">
                    <a:moveTo>
                      <a:pt x="0" y="0"/>
                    </a:moveTo>
                    <a:lnTo>
                      <a:pt x="0"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24"/>
              <p:cNvSpPr/>
              <p:nvPr/>
            </p:nvSpPr>
            <p:spPr>
              <a:xfrm>
                <a:off x="6782101" y="4832401"/>
                <a:ext cx="55600" cy="55590"/>
              </a:xfrm>
              <a:custGeom>
                <a:rect b="b" l="l" r="r" t="t"/>
                <a:pathLst>
                  <a:path extrusionOk="0" h="10884" w="10886">
                    <a:moveTo>
                      <a:pt x="1" y="0"/>
                    </a:moveTo>
                    <a:lnTo>
                      <a:pt x="1"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24"/>
              <p:cNvSpPr/>
              <p:nvPr/>
            </p:nvSpPr>
            <p:spPr>
              <a:xfrm>
                <a:off x="6719586" y="4832401"/>
                <a:ext cx="62541" cy="55590"/>
              </a:xfrm>
              <a:custGeom>
                <a:rect b="b" l="l" r="r" t="t"/>
                <a:pathLst>
                  <a:path extrusionOk="0" h="10884" w="12245">
                    <a:moveTo>
                      <a:pt x="0" y="0"/>
                    </a:moveTo>
                    <a:lnTo>
                      <a:pt x="0" y="10884"/>
                    </a:lnTo>
                    <a:lnTo>
                      <a:pt x="12245" y="10884"/>
                    </a:lnTo>
                    <a:lnTo>
                      <a:pt x="1224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24"/>
              <p:cNvSpPr/>
              <p:nvPr/>
            </p:nvSpPr>
            <p:spPr>
              <a:xfrm>
                <a:off x="6670963" y="4832401"/>
                <a:ext cx="48644" cy="55590"/>
              </a:xfrm>
              <a:custGeom>
                <a:rect b="b" l="l" r="r" t="t"/>
                <a:pathLst>
                  <a:path extrusionOk="0" h="10884" w="9524">
                    <a:moveTo>
                      <a:pt x="0" y="0"/>
                    </a:moveTo>
                    <a:lnTo>
                      <a:pt x="0" y="10884"/>
                    </a:lnTo>
                    <a:lnTo>
                      <a:pt x="9523" y="10884"/>
                    </a:lnTo>
                    <a:lnTo>
                      <a:pt x="95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24"/>
              <p:cNvSpPr/>
              <p:nvPr/>
            </p:nvSpPr>
            <p:spPr>
              <a:xfrm>
                <a:off x="6615387" y="4832401"/>
                <a:ext cx="55600" cy="55590"/>
              </a:xfrm>
              <a:custGeom>
                <a:rect b="b" l="l" r="r" t="t"/>
                <a:pathLst>
                  <a:path extrusionOk="0" h="10884" w="10886">
                    <a:moveTo>
                      <a:pt x="1" y="0"/>
                    </a:moveTo>
                    <a:lnTo>
                      <a:pt x="1"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24"/>
              <p:cNvSpPr/>
              <p:nvPr/>
            </p:nvSpPr>
            <p:spPr>
              <a:xfrm>
                <a:off x="6552862" y="4832401"/>
                <a:ext cx="62552" cy="55590"/>
              </a:xfrm>
              <a:custGeom>
                <a:rect b="b" l="l" r="r" t="t"/>
                <a:pathLst>
                  <a:path extrusionOk="0" h="10884" w="12247">
                    <a:moveTo>
                      <a:pt x="1" y="0"/>
                    </a:moveTo>
                    <a:lnTo>
                      <a:pt x="1" y="10884"/>
                    </a:lnTo>
                    <a:lnTo>
                      <a:pt x="12247" y="10884"/>
                    </a:lnTo>
                    <a:lnTo>
                      <a:pt x="12247"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24"/>
              <p:cNvSpPr/>
              <p:nvPr/>
            </p:nvSpPr>
            <p:spPr>
              <a:xfrm>
                <a:off x="6504240" y="4832401"/>
                <a:ext cx="48649" cy="55590"/>
              </a:xfrm>
              <a:custGeom>
                <a:rect b="b" l="l" r="r" t="t"/>
                <a:pathLst>
                  <a:path extrusionOk="0" h="10884" w="9525">
                    <a:moveTo>
                      <a:pt x="1" y="0"/>
                    </a:moveTo>
                    <a:lnTo>
                      <a:pt x="1" y="10884"/>
                    </a:lnTo>
                    <a:lnTo>
                      <a:pt x="9525" y="10884"/>
                    </a:lnTo>
                    <a:lnTo>
                      <a:pt x="952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24"/>
              <p:cNvSpPr/>
              <p:nvPr/>
            </p:nvSpPr>
            <p:spPr>
              <a:xfrm>
                <a:off x="6448669" y="4832401"/>
                <a:ext cx="55595" cy="55590"/>
              </a:xfrm>
              <a:custGeom>
                <a:rect b="b" l="l" r="r" t="t"/>
                <a:pathLst>
                  <a:path extrusionOk="0" h="10884" w="10885">
                    <a:moveTo>
                      <a:pt x="0" y="0"/>
                    </a:moveTo>
                    <a:lnTo>
                      <a:pt x="0"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24"/>
              <p:cNvSpPr/>
              <p:nvPr/>
            </p:nvSpPr>
            <p:spPr>
              <a:xfrm>
                <a:off x="6386148" y="4832401"/>
                <a:ext cx="62546" cy="55590"/>
              </a:xfrm>
              <a:custGeom>
                <a:rect b="b" l="l" r="r" t="t"/>
                <a:pathLst>
                  <a:path extrusionOk="0" h="10884" w="12246">
                    <a:moveTo>
                      <a:pt x="1" y="0"/>
                    </a:moveTo>
                    <a:lnTo>
                      <a:pt x="1" y="10884"/>
                    </a:lnTo>
                    <a:lnTo>
                      <a:pt x="12245" y="10884"/>
                    </a:lnTo>
                    <a:lnTo>
                      <a:pt x="1224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24"/>
              <p:cNvSpPr/>
              <p:nvPr/>
            </p:nvSpPr>
            <p:spPr>
              <a:xfrm>
                <a:off x="6337521" y="4832401"/>
                <a:ext cx="48649" cy="55590"/>
              </a:xfrm>
              <a:custGeom>
                <a:rect b="b" l="l" r="r" t="t"/>
                <a:pathLst>
                  <a:path extrusionOk="0" h="10884" w="9525">
                    <a:moveTo>
                      <a:pt x="1" y="0"/>
                    </a:moveTo>
                    <a:lnTo>
                      <a:pt x="1" y="10884"/>
                    </a:lnTo>
                    <a:lnTo>
                      <a:pt x="9525" y="10884"/>
                    </a:lnTo>
                    <a:lnTo>
                      <a:pt x="952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1" name="Google Shape;4341;p24"/>
              <p:cNvSpPr/>
              <p:nvPr/>
            </p:nvSpPr>
            <p:spPr>
              <a:xfrm>
                <a:off x="6281950" y="4832401"/>
                <a:ext cx="55595" cy="55590"/>
              </a:xfrm>
              <a:custGeom>
                <a:rect b="b" l="l" r="r" t="t"/>
                <a:pathLst>
                  <a:path extrusionOk="0" h="10884" w="10885">
                    <a:moveTo>
                      <a:pt x="0" y="0"/>
                    </a:moveTo>
                    <a:lnTo>
                      <a:pt x="0" y="10884"/>
                    </a:lnTo>
                    <a:lnTo>
                      <a:pt x="10885" y="10884"/>
                    </a:lnTo>
                    <a:lnTo>
                      <a:pt x="1088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24"/>
              <p:cNvSpPr/>
              <p:nvPr/>
            </p:nvSpPr>
            <p:spPr>
              <a:xfrm>
                <a:off x="6219430" y="4832401"/>
                <a:ext cx="62546" cy="55590"/>
              </a:xfrm>
              <a:custGeom>
                <a:rect b="b" l="l" r="r" t="t"/>
                <a:pathLst>
                  <a:path extrusionOk="0" h="10884" w="12246">
                    <a:moveTo>
                      <a:pt x="0" y="0"/>
                    </a:moveTo>
                    <a:lnTo>
                      <a:pt x="0" y="10884"/>
                    </a:lnTo>
                    <a:lnTo>
                      <a:pt x="12245" y="10884"/>
                    </a:lnTo>
                    <a:lnTo>
                      <a:pt x="1224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24"/>
              <p:cNvSpPr/>
              <p:nvPr/>
            </p:nvSpPr>
            <p:spPr>
              <a:xfrm>
                <a:off x="7059967" y="4769881"/>
                <a:ext cx="55600" cy="62546"/>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24"/>
              <p:cNvSpPr/>
              <p:nvPr/>
            </p:nvSpPr>
            <p:spPr>
              <a:xfrm>
                <a:off x="7004396" y="4769881"/>
                <a:ext cx="55595" cy="62546"/>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24"/>
              <p:cNvSpPr/>
              <p:nvPr/>
            </p:nvSpPr>
            <p:spPr>
              <a:xfrm>
                <a:off x="6948824" y="4769881"/>
                <a:ext cx="55595" cy="62546"/>
              </a:xfrm>
              <a:custGeom>
                <a:rect b="b" l="l" r="r" t="t"/>
                <a:pathLst>
                  <a:path extrusionOk="0" h="12246" w="10885">
                    <a:moveTo>
                      <a:pt x="0" y="1"/>
                    </a:moveTo>
                    <a:lnTo>
                      <a:pt x="0" y="12245"/>
                    </a:lnTo>
                    <a:lnTo>
                      <a:pt x="10884" y="1224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24"/>
              <p:cNvSpPr/>
              <p:nvPr/>
            </p:nvSpPr>
            <p:spPr>
              <a:xfrm>
                <a:off x="6893248" y="4769881"/>
                <a:ext cx="55600" cy="62546"/>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24"/>
              <p:cNvSpPr/>
              <p:nvPr/>
            </p:nvSpPr>
            <p:spPr>
              <a:xfrm>
                <a:off x="6837677" y="4769881"/>
                <a:ext cx="55595" cy="62546"/>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24"/>
              <p:cNvSpPr/>
              <p:nvPr/>
            </p:nvSpPr>
            <p:spPr>
              <a:xfrm>
                <a:off x="6782101" y="4769881"/>
                <a:ext cx="55600" cy="62546"/>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24"/>
              <p:cNvSpPr/>
              <p:nvPr/>
            </p:nvSpPr>
            <p:spPr>
              <a:xfrm>
                <a:off x="6719586" y="4769881"/>
                <a:ext cx="62541" cy="62546"/>
              </a:xfrm>
              <a:custGeom>
                <a:rect b="b" l="l" r="r" t="t"/>
                <a:pathLst>
                  <a:path extrusionOk="0" h="12246" w="12245">
                    <a:moveTo>
                      <a:pt x="0" y="1"/>
                    </a:moveTo>
                    <a:lnTo>
                      <a:pt x="0"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24"/>
              <p:cNvSpPr/>
              <p:nvPr/>
            </p:nvSpPr>
            <p:spPr>
              <a:xfrm>
                <a:off x="6670963" y="4769881"/>
                <a:ext cx="48644" cy="62546"/>
              </a:xfrm>
              <a:custGeom>
                <a:rect b="b" l="l" r="r" t="t"/>
                <a:pathLst>
                  <a:path extrusionOk="0" h="12246" w="9524">
                    <a:moveTo>
                      <a:pt x="0" y="1"/>
                    </a:moveTo>
                    <a:lnTo>
                      <a:pt x="0" y="12245"/>
                    </a:lnTo>
                    <a:lnTo>
                      <a:pt x="9523" y="1224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24"/>
              <p:cNvSpPr/>
              <p:nvPr/>
            </p:nvSpPr>
            <p:spPr>
              <a:xfrm>
                <a:off x="6615387" y="4769881"/>
                <a:ext cx="55600" cy="62546"/>
              </a:xfrm>
              <a:custGeom>
                <a:rect b="b" l="l" r="r" t="t"/>
                <a:pathLst>
                  <a:path extrusionOk="0" h="12246" w="10886">
                    <a:moveTo>
                      <a:pt x="1" y="1"/>
                    </a:moveTo>
                    <a:lnTo>
                      <a:pt x="1"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2" name="Google Shape;4352;p24"/>
              <p:cNvSpPr/>
              <p:nvPr/>
            </p:nvSpPr>
            <p:spPr>
              <a:xfrm>
                <a:off x="6552862" y="4769881"/>
                <a:ext cx="62552" cy="62546"/>
              </a:xfrm>
              <a:custGeom>
                <a:rect b="b" l="l" r="r" t="t"/>
                <a:pathLst>
                  <a:path extrusionOk="0" h="12246" w="12247">
                    <a:moveTo>
                      <a:pt x="1" y="1"/>
                    </a:moveTo>
                    <a:lnTo>
                      <a:pt x="1" y="12245"/>
                    </a:lnTo>
                    <a:lnTo>
                      <a:pt x="12247" y="1224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3" name="Google Shape;4353;p24"/>
              <p:cNvSpPr/>
              <p:nvPr/>
            </p:nvSpPr>
            <p:spPr>
              <a:xfrm>
                <a:off x="6504240" y="4769881"/>
                <a:ext cx="48649" cy="62546"/>
              </a:xfrm>
              <a:custGeom>
                <a:rect b="b" l="l" r="r" t="t"/>
                <a:pathLst>
                  <a:path extrusionOk="0" h="12246" w="9525">
                    <a:moveTo>
                      <a:pt x="1" y="1"/>
                    </a:moveTo>
                    <a:lnTo>
                      <a:pt x="1" y="12245"/>
                    </a:lnTo>
                    <a:lnTo>
                      <a:pt x="9525" y="1224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24"/>
              <p:cNvSpPr/>
              <p:nvPr/>
            </p:nvSpPr>
            <p:spPr>
              <a:xfrm>
                <a:off x="6448669" y="4769881"/>
                <a:ext cx="55595" cy="62546"/>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24"/>
              <p:cNvSpPr/>
              <p:nvPr/>
            </p:nvSpPr>
            <p:spPr>
              <a:xfrm>
                <a:off x="6386148" y="4769881"/>
                <a:ext cx="62546" cy="62546"/>
              </a:xfrm>
              <a:custGeom>
                <a:rect b="b" l="l" r="r" t="t"/>
                <a:pathLst>
                  <a:path extrusionOk="0" h="12246" w="12246">
                    <a:moveTo>
                      <a:pt x="1" y="1"/>
                    </a:moveTo>
                    <a:lnTo>
                      <a:pt x="1"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24"/>
              <p:cNvSpPr/>
              <p:nvPr/>
            </p:nvSpPr>
            <p:spPr>
              <a:xfrm>
                <a:off x="6337521" y="4769881"/>
                <a:ext cx="48649" cy="62546"/>
              </a:xfrm>
              <a:custGeom>
                <a:rect b="b" l="l" r="r" t="t"/>
                <a:pathLst>
                  <a:path extrusionOk="0" h="12246" w="9525">
                    <a:moveTo>
                      <a:pt x="1" y="1"/>
                    </a:moveTo>
                    <a:lnTo>
                      <a:pt x="1" y="12245"/>
                    </a:lnTo>
                    <a:lnTo>
                      <a:pt x="9525" y="1224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24"/>
              <p:cNvSpPr/>
              <p:nvPr/>
            </p:nvSpPr>
            <p:spPr>
              <a:xfrm>
                <a:off x="6281950" y="4769881"/>
                <a:ext cx="55595" cy="62546"/>
              </a:xfrm>
              <a:custGeom>
                <a:rect b="b" l="l" r="r" t="t"/>
                <a:pathLst>
                  <a:path extrusionOk="0" h="12246" w="10885">
                    <a:moveTo>
                      <a:pt x="0" y="1"/>
                    </a:moveTo>
                    <a:lnTo>
                      <a:pt x="0" y="12245"/>
                    </a:lnTo>
                    <a:lnTo>
                      <a:pt x="10885" y="1224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24"/>
              <p:cNvSpPr/>
              <p:nvPr/>
            </p:nvSpPr>
            <p:spPr>
              <a:xfrm>
                <a:off x="6219430" y="4769881"/>
                <a:ext cx="62546" cy="62546"/>
              </a:xfrm>
              <a:custGeom>
                <a:rect b="b" l="l" r="r" t="t"/>
                <a:pathLst>
                  <a:path extrusionOk="0" h="12246" w="12246">
                    <a:moveTo>
                      <a:pt x="0" y="1"/>
                    </a:moveTo>
                    <a:lnTo>
                      <a:pt x="0" y="12245"/>
                    </a:lnTo>
                    <a:lnTo>
                      <a:pt x="12245" y="1224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24"/>
              <p:cNvSpPr/>
              <p:nvPr/>
            </p:nvSpPr>
            <p:spPr>
              <a:xfrm>
                <a:off x="7059967" y="4721253"/>
                <a:ext cx="55600" cy="48649"/>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24"/>
              <p:cNvSpPr/>
              <p:nvPr/>
            </p:nvSpPr>
            <p:spPr>
              <a:xfrm>
                <a:off x="7004396" y="4721253"/>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24"/>
              <p:cNvSpPr/>
              <p:nvPr/>
            </p:nvSpPr>
            <p:spPr>
              <a:xfrm>
                <a:off x="6948824" y="4721253"/>
                <a:ext cx="55595" cy="48649"/>
              </a:xfrm>
              <a:custGeom>
                <a:rect b="b" l="l" r="r" t="t"/>
                <a:pathLst>
                  <a:path extrusionOk="0" h="9525" w="10885">
                    <a:moveTo>
                      <a:pt x="0" y="0"/>
                    </a:moveTo>
                    <a:lnTo>
                      <a:pt x="0" y="9525"/>
                    </a:lnTo>
                    <a:lnTo>
                      <a:pt x="10884" y="952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24"/>
              <p:cNvSpPr/>
              <p:nvPr/>
            </p:nvSpPr>
            <p:spPr>
              <a:xfrm>
                <a:off x="6893248" y="4721253"/>
                <a:ext cx="55600" cy="48649"/>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24"/>
              <p:cNvSpPr/>
              <p:nvPr/>
            </p:nvSpPr>
            <p:spPr>
              <a:xfrm>
                <a:off x="6837677" y="4721253"/>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24"/>
              <p:cNvSpPr/>
              <p:nvPr/>
            </p:nvSpPr>
            <p:spPr>
              <a:xfrm>
                <a:off x="6782101" y="4721253"/>
                <a:ext cx="55600" cy="48649"/>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5" name="Google Shape;4365;p24"/>
              <p:cNvSpPr/>
              <p:nvPr/>
            </p:nvSpPr>
            <p:spPr>
              <a:xfrm>
                <a:off x="6719586" y="4721253"/>
                <a:ext cx="62541" cy="48649"/>
              </a:xfrm>
              <a:custGeom>
                <a:rect b="b" l="l" r="r" t="t"/>
                <a:pathLst>
                  <a:path extrusionOk="0" h="9525" w="12245">
                    <a:moveTo>
                      <a:pt x="0" y="0"/>
                    </a:moveTo>
                    <a:lnTo>
                      <a:pt x="0"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24"/>
              <p:cNvSpPr/>
              <p:nvPr/>
            </p:nvSpPr>
            <p:spPr>
              <a:xfrm>
                <a:off x="6670963" y="4721253"/>
                <a:ext cx="48644" cy="48649"/>
              </a:xfrm>
              <a:custGeom>
                <a:rect b="b" l="l" r="r" t="t"/>
                <a:pathLst>
                  <a:path extrusionOk="0" h="9525" w="9524">
                    <a:moveTo>
                      <a:pt x="0" y="0"/>
                    </a:moveTo>
                    <a:lnTo>
                      <a:pt x="0" y="9525"/>
                    </a:lnTo>
                    <a:lnTo>
                      <a:pt x="9523" y="9525"/>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24"/>
              <p:cNvSpPr/>
              <p:nvPr/>
            </p:nvSpPr>
            <p:spPr>
              <a:xfrm>
                <a:off x="6615387" y="4721253"/>
                <a:ext cx="55600" cy="48649"/>
              </a:xfrm>
              <a:custGeom>
                <a:rect b="b" l="l" r="r" t="t"/>
                <a:pathLst>
                  <a:path extrusionOk="0" h="9525" w="10886">
                    <a:moveTo>
                      <a:pt x="1" y="0"/>
                    </a:moveTo>
                    <a:lnTo>
                      <a:pt x="1"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24"/>
              <p:cNvSpPr/>
              <p:nvPr/>
            </p:nvSpPr>
            <p:spPr>
              <a:xfrm>
                <a:off x="6552862" y="4721253"/>
                <a:ext cx="62552" cy="48649"/>
              </a:xfrm>
              <a:custGeom>
                <a:rect b="b" l="l" r="r" t="t"/>
                <a:pathLst>
                  <a:path extrusionOk="0" h="9525" w="12247">
                    <a:moveTo>
                      <a:pt x="1" y="0"/>
                    </a:moveTo>
                    <a:lnTo>
                      <a:pt x="1" y="9525"/>
                    </a:lnTo>
                    <a:lnTo>
                      <a:pt x="12247" y="952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24"/>
              <p:cNvSpPr/>
              <p:nvPr/>
            </p:nvSpPr>
            <p:spPr>
              <a:xfrm>
                <a:off x="6504240" y="4721253"/>
                <a:ext cx="48649" cy="48649"/>
              </a:xfrm>
              <a:custGeom>
                <a:rect b="b" l="l" r="r" t="t"/>
                <a:pathLst>
                  <a:path extrusionOk="0" h="9525" w="9525">
                    <a:moveTo>
                      <a:pt x="1" y="0"/>
                    </a:moveTo>
                    <a:lnTo>
                      <a:pt x="1" y="9525"/>
                    </a:lnTo>
                    <a:lnTo>
                      <a:pt x="9525" y="952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24"/>
              <p:cNvSpPr/>
              <p:nvPr/>
            </p:nvSpPr>
            <p:spPr>
              <a:xfrm>
                <a:off x="6448669" y="4721253"/>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24"/>
              <p:cNvSpPr/>
              <p:nvPr/>
            </p:nvSpPr>
            <p:spPr>
              <a:xfrm>
                <a:off x="6386148" y="4721253"/>
                <a:ext cx="62546" cy="48649"/>
              </a:xfrm>
              <a:custGeom>
                <a:rect b="b" l="l" r="r" t="t"/>
                <a:pathLst>
                  <a:path extrusionOk="0" h="9525" w="12246">
                    <a:moveTo>
                      <a:pt x="1" y="0"/>
                    </a:moveTo>
                    <a:lnTo>
                      <a:pt x="1"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24"/>
              <p:cNvSpPr/>
              <p:nvPr/>
            </p:nvSpPr>
            <p:spPr>
              <a:xfrm>
                <a:off x="6337521" y="4721253"/>
                <a:ext cx="48649" cy="48649"/>
              </a:xfrm>
              <a:custGeom>
                <a:rect b="b" l="l" r="r" t="t"/>
                <a:pathLst>
                  <a:path extrusionOk="0" h="9525" w="9525">
                    <a:moveTo>
                      <a:pt x="1" y="0"/>
                    </a:moveTo>
                    <a:lnTo>
                      <a:pt x="1" y="9525"/>
                    </a:lnTo>
                    <a:lnTo>
                      <a:pt x="9525" y="952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24"/>
              <p:cNvSpPr/>
              <p:nvPr/>
            </p:nvSpPr>
            <p:spPr>
              <a:xfrm>
                <a:off x="6281950" y="4721253"/>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24"/>
              <p:cNvSpPr/>
              <p:nvPr/>
            </p:nvSpPr>
            <p:spPr>
              <a:xfrm>
                <a:off x="6219430" y="4721253"/>
                <a:ext cx="62546" cy="48649"/>
              </a:xfrm>
              <a:custGeom>
                <a:rect b="b" l="l" r="r" t="t"/>
                <a:pathLst>
                  <a:path extrusionOk="0" h="9525" w="12246">
                    <a:moveTo>
                      <a:pt x="0" y="0"/>
                    </a:moveTo>
                    <a:lnTo>
                      <a:pt x="0" y="9525"/>
                    </a:lnTo>
                    <a:lnTo>
                      <a:pt x="12245" y="952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24"/>
              <p:cNvSpPr/>
              <p:nvPr/>
            </p:nvSpPr>
            <p:spPr>
              <a:xfrm>
                <a:off x="7059967" y="4665677"/>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6" name="Google Shape;4376;p24"/>
              <p:cNvSpPr/>
              <p:nvPr/>
            </p:nvSpPr>
            <p:spPr>
              <a:xfrm>
                <a:off x="7004396" y="4665677"/>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7" name="Google Shape;4377;p24"/>
              <p:cNvSpPr/>
              <p:nvPr/>
            </p:nvSpPr>
            <p:spPr>
              <a:xfrm>
                <a:off x="6948824" y="4665677"/>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24"/>
              <p:cNvSpPr/>
              <p:nvPr/>
            </p:nvSpPr>
            <p:spPr>
              <a:xfrm>
                <a:off x="6893248" y="4665677"/>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24"/>
              <p:cNvSpPr/>
              <p:nvPr/>
            </p:nvSpPr>
            <p:spPr>
              <a:xfrm>
                <a:off x="6837677" y="4665677"/>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24"/>
              <p:cNvSpPr/>
              <p:nvPr/>
            </p:nvSpPr>
            <p:spPr>
              <a:xfrm>
                <a:off x="6782101" y="4665677"/>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24"/>
              <p:cNvSpPr/>
              <p:nvPr/>
            </p:nvSpPr>
            <p:spPr>
              <a:xfrm>
                <a:off x="6719586" y="4665677"/>
                <a:ext cx="62541" cy="55600"/>
              </a:xfrm>
              <a:custGeom>
                <a:rect b="b" l="l" r="r" t="t"/>
                <a:pathLst>
                  <a:path extrusionOk="0" h="10886" w="12245">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24"/>
              <p:cNvSpPr/>
              <p:nvPr/>
            </p:nvSpPr>
            <p:spPr>
              <a:xfrm>
                <a:off x="6670963" y="4665677"/>
                <a:ext cx="48644" cy="55600"/>
              </a:xfrm>
              <a:custGeom>
                <a:rect b="b" l="l" r="r" t="t"/>
                <a:pathLst>
                  <a:path extrusionOk="0" h="10886" w="9524">
                    <a:moveTo>
                      <a:pt x="0" y="1"/>
                    </a:moveTo>
                    <a:lnTo>
                      <a:pt x="0" y="10885"/>
                    </a:lnTo>
                    <a:lnTo>
                      <a:pt x="9523" y="1088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24"/>
              <p:cNvSpPr/>
              <p:nvPr/>
            </p:nvSpPr>
            <p:spPr>
              <a:xfrm>
                <a:off x="6615387" y="4665677"/>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24"/>
              <p:cNvSpPr/>
              <p:nvPr/>
            </p:nvSpPr>
            <p:spPr>
              <a:xfrm>
                <a:off x="6552862" y="4665677"/>
                <a:ext cx="62552" cy="55600"/>
              </a:xfrm>
              <a:custGeom>
                <a:rect b="b" l="l" r="r" t="t"/>
                <a:pathLst>
                  <a:path extrusionOk="0" h="10886" w="12247">
                    <a:moveTo>
                      <a:pt x="1" y="1"/>
                    </a:moveTo>
                    <a:lnTo>
                      <a:pt x="1" y="10885"/>
                    </a:lnTo>
                    <a:lnTo>
                      <a:pt x="12247" y="1088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24"/>
              <p:cNvSpPr/>
              <p:nvPr/>
            </p:nvSpPr>
            <p:spPr>
              <a:xfrm>
                <a:off x="6504240" y="4665677"/>
                <a:ext cx="48649" cy="5560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24"/>
              <p:cNvSpPr/>
              <p:nvPr/>
            </p:nvSpPr>
            <p:spPr>
              <a:xfrm>
                <a:off x="6448669" y="4665677"/>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24"/>
              <p:cNvSpPr/>
              <p:nvPr/>
            </p:nvSpPr>
            <p:spPr>
              <a:xfrm>
                <a:off x="6386148" y="4665677"/>
                <a:ext cx="62546" cy="55600"/>
              </a:xfrm>
              <a:custGeom>
                <a:rect b="b" l="l" r="r" t="t"/>
                <a:pathLst>
                  <a:path extrusionOk="0" h="10886" w="12246">
                    <a:moveTo>
                      <a:pt x="1" y="1"/>
                    </a:moveTo>
                    <a:lnTo>
                      <a:pt x="1"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8" name="Google Shape;4388;p24"/>
              <p:cNvSpPr/>
              <p:nvPr/>
            </p:nvSpPr>
            <p:spPr>
              <a:xfrm>
                <a:off x="6337521" y="4665677"/>
                <a:ext cx="48649" cy="5560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9" name="Google Shape;4389;p24"/>
              <p:cNvSpPr/>
              <p:nvPr/>
            </p:nvSpPr>
            <p:spPr>
              <a:xfrm>
                <a:off x="6281950" y="4665677"/>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24"/>
              <p:cNvSpPr/>
              <p:nvPr/>
            </p:nvSpPr>
            <p:spPr>
              <a:xfrm>
                <a:off x="6219430" y="4665677"/>
                <a:ext cx="62546" cy="55600"/>
              </a:xfrm>
              <a:custGeom>
                <a:rect b="b" l="l" r="r" t="t"/>
                <a:pathLst>
                  <a:path extrusionOk="0" h="10886" w="12246">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24"/>
              <p:cNvSpPr/>
              <p:nvPr/>
            </p:nvSpPr>
            <p:spPr>
              <a:xfrm>
                <a:off x="7059967" y="4603162"/>
                <a:ext cx="55600" cy="62541"/>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24"/>
              <p:cNvSpPr/>
              <p:nvPr/>
            </p:nvSpPr>
            <p:spPr>
              <a:xfrm>
                <a:off x="7004396" y="4603162"/>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24"/>
              <p:cNvSpPr/>
              <p:nvPr/>
            </p:nvSpPr>
            <p:spPr>
              <a:xfrm>
                <a:off x="6948824" y="4603162"/>
                <a:ext cx="55595" cy="62541"/>
              </a:xfrm>
              <a:custGeom>
                <a:rect b="b" l="l" r="r" t="t"/>
                <a:pathLst>
                  <a:path extrusionOk="0" h="12245" w="10885">
                    <a:moveTo>
                      <a:pt x="0" y="0"/>
                    </a:moveTo>
                    <a:lnTo>
                      <a:pt x="0" y="12245"/>
                    </a:lnTo>
                    <a:lnTo>
                      <a:pt x="10884" y="1224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24"/>
              <p:cNvSpPr/>
              <p:nvPr/>
            </p:nvSpPr>
            <p:spPr>
              <a:xfrm>
                <a:off x="6893248" y="4603162"/>
                <a:ext cx="55600" cy="62541"/>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24"/>
              <p:cNvSpPr/>
              <p:nvPr/>
            </p:nvSpPr>
            <p:spPr>
              <a:xfrm>
                <a:off x="6837677" y="4603162"/>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24"/>
              <p:cNvSpPr/>
              <p:nvPr/>
            </p:nvSpPr>
            <p:spPr>
              <a:xfrm>
                <a:off x="6782101" y="4603162"/>
                <a:ext cx="55600" cy="62541"/>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24"/>
              <p:cNvSpPr/>
              <p:nvPr/>
            </p:nvSpPr>
            <p:spPr>
              <a:xfrm>
                <a:off x="6719586" y="4603162"/>
                <a:ext cx="62541" cy="62541"/>
              </a:xfrm>
              <a:custGeom>
                <a:rect b="b" l="l" r="r" t="t"/>
                <a:pathLst>
                  <a:path extrusionOk="0" h="12245" w="12245">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24"/>
              <p:cNvSpPr/>
              <p:nvPr/>
            </p:nvSpPr>
            <p:spPr>
              <a:xfrm>
                <a:off x="6670963" y="4603162"/>
                <a:ext cx="48644" cy="62541"/>
              </a:xfrm>
              <a:custGeom>
                <a:rect b="b" l="l" r="r" t="t"/>
                <a:pathLst>
                  <a:path extrusionOk="0" h="12245" w="9524">
                    <a:moveTo>
                      <a:pt x="0" y="0"/>
                    </a:moveTo>
                    <a:lnTo>
                      <a:pt x="0" y="12245"/>
                    </a:lnTo>
                    <a:lnTo>
                      <a:pt x="9523" y="12245"/>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24"/>
              <p:cNvSpPr/>
              <p:nvPr/>
            </p:nvSpPr>
            <p:spPr>
              <a:xfrm>
                <a:off x="6615387" y="4603162"/>
                <a:ext cx="55600" cy="62541"/>
              </a:xfrm>
              <a:custGeom>
                <a:rect b="b" l="l" r="r" t="t"/>
                <a:pathLst>
                  <a:path extrusionOk="0" h="12245" w="10886">
                    <a:moveTo>
                      <a:pt x="1" y="0"/>
                    </a:moveTo>
                    <a:lnTo>
                      <a:pt x="1"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24"/>
              <p:cNvSpPr/>
              <p:nvPr/>
            </p:nvSpPr>
            <p:spPr>
              <a:xfrm>
                <a:off x="6552862" y="4603162"/>
                <a:ext cx="62552" cy="62541"/>
              </a:xfrm>
              <a:custGeom>
                <a:rect b="b" l="l" r="r" t="t"/>
                <a:pathLst>
                  <a:path extrusionOk="0" h="12245" w="12247">
                    <a:moveTo>
                      <a:pt x="1" y="0"/>
                    </a:moveTo>
                    <a:lnTo>
                      <a:pt x="1" y="12245"/>
                    </a:lnTo>
                    <a:lnTo>
                      <a:pt x="12247" y="1224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24"/>
              <p:cNvSpPr/>
              <p:nvPr/>
            </p:nvSpPr>
            <p:spPr>
              <a:xfrm>
                <a:off x="6504240" y="4603162"/>
                <a:ext cx="48649" cy="62541"/>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24"/>
              <p:cNvSpPr/>
              <p:nvPr/>
            </p:nvSpPr>
            <p:spPr>
              <a:xfrm>
                <a:off x="6448669" y="4603162"/>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24"/>
              <p:cNvSpPr/>
              <p:nvPr/>
            </p:nvSpPr>
            <p:spPr>
              <a:xfrm>
                <a:off x="6386148" y="4603162"/>
                <a:ext cx="62546" cy="62541"/>
              </a:xfrm>
              <a:custGeom>
                <a:rect b="b" l="l" r="r" t="t"/>
                <a:pathLst>
                  <a:path extrusionOk="0" h="12245" w="12246">
                    <a:moveTo>
                      <a:pt x="1" y="0"/>
                    </a:moveTo>
                    <a:lnTo>
                      <a:pt x="1"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24"/>
              <p:cNvSpPr/>
              <p:nvPr/>
            </p:nvSpPr>
            <p:spPr>
              <a:xfrm>
                <a:off x="6337521" y="4603162"/>
                <a:ext cx="48649" cy="62541"/>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24"/>
              <p:cNvSpPr/>
              <p:nvPr/>
            </p:nvSpPr>
            <p:spPr>
              <a:xfrm>
                <a:off x="6281950" y="4603162"/>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24"/>
              <p:cNvSpPr/>
              <p:nvPr/>
            </p:nvSpPr>
            <p:spPr>
              <a:xfrm>
                <a:off x="6219430" y="4603162"/>
                <a:ext cx="62546" cy="62541"/>
              </a:xfrm>
              <a:custGeom>
                <a:rect b="b" l="l" r="r" t="t"/>
                <a:pathLst>
                  <a:path extrusionOk="0" h="12245" w="12246">
                    <a:moveTo>
                      <a:pt x="0" y="0"/>
                    </a:moveTo>
                    <a:lnTo>
                      <a:pt x="0" y="12245"/>
                    </a:lnTo>
                    <a:lnTo>
                      <a:pt x="12245" y="12245"/>
                    </a:lnTo>
                    <a:lnTo>
                      <a:pt x="12245"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24"/>
              <p:cNvSpPr/>
              <p:nvPr/>
            </p:nvSpPr>
            <p:spPr>
              <a:xfrm>
                <a:off x="7059967" y="4554534"/>
                <a:ext cx="55600" cy="48649"/>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8" name="Google Shape;4408;p24"/>
              <p:cNvSpPr/>
              <p:nvPr/>
            </p:nvSpPr>
            <p:spPr>
              <a:xfrm>
                <a:off x="7004396" y="4554534"/>
                <a:ext cx="55595" cy="48649"/>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24"/>
              <p:cNvSpPr/>
              <p:nvPr/>
            </p:nvSpPr>
            <p:spPr>
              <a:xfrm>
                <a:off x="6948824" y="4554534"/>
                <a:ext cx="55595" cy="48649"/>
              </a:xfrm>
              <a:custGeom>
                <a:rect b="b" l="l" r="r" t="t"/>
                <a:pathLst>
                  <a:path extrusionOk="0" h="9525" w="10885">
                    <a:moveTo>
                      <a:pt x="0" y="0"/>
                    </a:moveTo>
                    <a:lnTo>
                      <a:pt x="0" y="9524"/>
                    </a:lnTo>
                    <a:lnTo>
                      <a:pt x="10884" y="9524"/>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0" name="Google Shape;4410;p24"/>
              <p:cNvSpPr/>
              <p:nvPr/>
            </p:nvSpPr>
            <p:spPr>
              <a:xfrm>
                <a:off x="6893248" y="4554534"/>
                <a:ext cx="55600" cy="48649"/>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24"/>
              <p:cNvSpPr/>
              <p:nvPr/>
            </p:nvSpPr>
            <p:spPr>
              <a:xfrm>
                <a:off x="6837677" y="4554534"/>
                <a:ext cx="55595" cy="48649"/>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24"/>
              <p:cNvSpPr/>
              <p:nvPr/>
            </p:nvSpPr>
            <p:spPr>
              <a:xfrm>
                <a:off x="6782101" y="4554534"/>
                <a:ext cx="55600" cy="48649"/>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24"/>
              <p:cNvSpPr/>
              <p:nvPr/>
            </p:nvSpPr>
            <p:spPr>
              <a:xfrm>
                <a:off x="6719586" y="4554534"/>
                <a:ext cx="62541" cy="48649"/>
              </a:xfrm>
              <a:custGeom>
                <a:rect b="b" l="l" r="r" t="t"/>
                <a:pathLst>
                  <a:path extrusionOk="0" h="9525" w="12245">
                    <a:moveTo>
                      <a:pt x="0" y="0"/>
                    </a:moveTo>
                    <a:lnTo>
                      <a:pt x="0"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24"/>
              <p:cNvSpPr/>
              <p:nvPr/>
            </p:nvSpPr>
            <p:spPr>
              <a:xfrm>
                <a:off x="6670963" y="4554534"/>
                <a:ext cx="48644" cy="48649"/>
              </a:xfrm>
              <a:custGeom>
                <a:rect b="b" l="l" r="r" t="t"/>
                <a:pathLst>
                  <a:path extrusionOk="0" h="9525" w="9524">
                    <a:moveTo>
                      <a:pt x="0" y="0"/>
                    </a:moveTo>
                    <a:lnTo>
                      <a:pt x="0" y="9524"/>
                    </a:lnTo>
                    <a:lnTo>
                      <a:pt x="9523" y="9524"/>
                    </a:lnTo>
                    <a:lnTo>
                      <a:pt x="9523"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24"/>
              <p:cNvSpPr/>
              <p:nvPr/>
            </p:nvSpPr>
            <p:spPr>
              <a:xfrm>
                <a:off x="6615387" y="4554534"/>
                <a:ext cx="55600" cy="48649"/>
              </a:xfrm>
              <a:custGeom>
                <a:rect b="b" l="l" r="r" t="t"/>
                <a:pathLst>
                  <a:path extrusionOk="0" h="9525" w="10886">
                    <a:moveTo>
                      <a:pt x="1" y="0"/>
                    </a:moveTo>
                    <a:lnTo>
                      <a:pt x="1"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24"/>
              <p:cNvSpPr/>
              <p:nvPr/>
            </p:nvSpPr>
            <p:spPr>
              <a:xfrm>
                <a:off x="6552862" y="4554534"/>
                <a:ext cx="62552" cy="48649"/>
              </a:xfrm>
              <a:custGeom>
                <a:rect b="b" l="l" r="r" t="t"/>
                <a:pathLst>
                  <a:path extrusionOk="0" h="9525" w="12247">
                    <a:moveTo>
                      <a:pt x="1" y="0"/>
                    </a:moveTo>
                    <a:lnTo>
                      <a:pt x="1" y="9524"/>
                    </a:lnTo>
                    <a:lnTo>
                      <a:pt x="12247" y="9524"/>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24"/>
              <p:cNvSpPr/>
              <p:nvPr/>
            </p:nvSpPr>
            <p:spPr>
              <a:xfrm>
                <a:off x="6504240" y="4554534"/>
                <a:ext cx="48649" cy="48649"/>
              </a:xfrm>
              <a:custGeom>
                <a:rect b="b" l="l" r="r" t="t"/>
                <a:pathLst>
                  <a:path extrusionOk="0" h="9525" w="9525">
                    <a:moveTo>
                      <a:pt x="1" y="0"/>
                    </a:moveTo>
                    <a:lnTo>
                      <a:pt x="1" y="9524"/>
                    </a:lnTo>
                    <a:lnTo>
                      <a:pt x="9525" y="952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24"/>
              <p:cNvSpPr/>
              <p:nvPr/>
            </p:nvSpPr>
            <p:spPr>
              <a:xfrm>
                <a:off x="6448669" y="4554534"/>
                <a:ext cx="55595" cy="48649"/>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24"/>
              <p:cNvSpPr/>
              <p:nvPr/>
            </p:nvSpPr>
            <p:spPr>
              <a:xfrm>
                <a:off x="6386148" y="4554534"/>
                <a:ext cx="62546" cy="48649"/>
              </a:xfrm>
              <a:custGeom>
                <a:rect b="b" l="l" r="r" t="t"/>
                <a:pathLst>
                  <a:path extrusionOk="0" h="9525" w="12246">
                    <a:moveTo>
                      <a:pt x="1" y="0"/>
                    </a:moveTo>
                    <a:lnTo>
                      <a:pt x="1"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24"/>
              <p:cNvSpPr/>
              <p:nvPr/>
            </p:nvSpPr>
            <p:spPr>
              <a:xfrm>
                <a:off x="6337521" y="4554534"/>
                <a:ext cx="48649" cy="48649"/>
              </a:xfrm>
              <a:custGeom>
                <a:rect b="b" l="l" r="r" t="t"/>
                <a:pathLst>
                  <a:path extrusionOk="0" h="9525" w="9525">
                    <a:moveTo>
                      <a:pt x="1" y="0"/>
                    </a:moveTo>
                    <a:lnTo>
                      <a:pt x="1" y="9524"/>
                    </a:lnTo>
                    <a:lnTo>
                      <a:pt x="9525" y="9524"/>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24"/>
              <p:cNvSpPr/>
              <p:nvPr/>
            </p:nvSpPr>
            <p:spPr>
              <a:xfrm>
                <a:off x="6281950" y="4554534"/>
                <a:ext cx="55595" cy="48649"/>
              </a:xfrm>
              <a:custGeom>
                <a:rect b="b" l="l" r="r" t="t"/>
                <a:pathLst>
                  <a:path extrusionOk="0" h="9525" w="10885">
                    <a:moveTo>
                      <a:pt x="0" y="0"/>
                    </a:moveTo>
                    <a:lnTo>
                      <a:pt x="0" y="9524"/>
                    </a:lnTo>
                    <a:lnTo>
                      <a:pt x="10885" y="9524"/>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24"/>
              <p:cNvSpPr/>
              <p:nvPr/>
            </p:nvSpPr>
            <p:spPr>
              <a:xfrm>
                <a:off x="6219430" y="4554534"/>
                <a:ext cx="62546" cy="48649"/>
              </a:xfrm>
              <a:custGeom>
                <a:rect b="b" l="l" r="r" t="t"/>
                <a:pathLst>
                  <a:path extrusionOk="0" h="9525" w="12246">
                    <a:moveTo>
                      <a:pt x="0" y="0"/>
                    </a:moveTo>
                    <a:lnTo>
                      <a:pt x="0" y="9524"/>
                    </a:lnTo>
                    <a:lnTo>
                      <a:pt x="12245" y="9524"/>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24"/>
              <p:cNvSpPr/>
              <p:nvPr/>
            </p:nvSpPr>
            <p:spPr>
              <a:xfrm>
                <a:off x="7059967" y="4498958"/>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24"/>
              <p:cNvSpPr/>
              <p:nvPr/>
            </p:nvSpPr>
            <p:spPr>
              <a:xfrm>
                <a:off x="7115543" y="4776825"/>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24"/>
              <p:cNvSpPr/>
              <p:nvPr/>
            </p:nvSpPr>
            <p:spPr>
              <a:xfrm>
                <a:off x="7115543" y="4728197"/>
                <a:ext cx="55595" cy="48649"/>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24"/>
              <p:cNvSpPr/>
              <p:nvPr/>
            </p:nvSpPr>
            <p:spPr>
              <a:xfrm>
                <a:off x="7115543" y="4665677"/>
                <a:ext cx="55595" cy="62546"/>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24"/>
              <p:cNvSpPr/>
              <p:nvPr/>
            </p:nvSpPr>
            <p:spPr>
              <a:xfrm>
                <a:off x="7115543" y="4610106"/>
                <a:ext cx="55595" cy="55595"/>
              </a:xfrm>
              <a:custGeom>
                <a:rect b="b" l="l" r="r" t="t"/>
                <a:pathLst>
                  <a:path extrusionOk="0" h="10885"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24"/>
              <p:cNvSpPr/>
              <p:nvPr/>
            </p:nvSpPr>
            <p:spPr>
              <a:xfrm>
                <a:off x="7115543" y="4561478"/>
                <a:ext cx="55595" cy="48649"/>
              </a:xfrm>
              <a:custGeom>
                <a:rect b="b" l="l" r="r" t="t"/>
                <a:pathLst>
                  <a:path extrusionOk="0" h="9525" w="10885">
                    <a:moveTo>
                      <a:pt x="0" y="0"/>
                    </a:moveTo>
                    <a:lnTo>
                      <a:pt x="0" y="9525"/>
                    </a:lnTo>
                    <a:lnTo>
                      <a:pt x="10885" y="952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24"/>
              <p:cNvSpPr/>
              <p:nvPr/>
            </p:nvSpPr>
            <p:spPr>
              <a:xfrm>
                <a:off x="7004396" y="4498958"/>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24"/>
              <p:cNvSpPr/>
              <p:nvPr/>
            </p:nvSpPr>
            <p:spPr>
              <a:xfrm>
                <a:off x="6948824" y="4498958"/>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24"/>
              <p:cNvSpPr/>
              <p:nvPr/>
            </p:nvSpPr>
            <p:spPr>
              <a:xfrm>
                <a:off x="6893248" y="4498958"/>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24"/>
              <p:cNvSpPr/>
              <p:nvPr/>
            </p:nvSpPr>
            <p:spPr>
              <a:xfrm>
                <a:off x="6837677" y="4498958"/>
                <a:ext cx="55595" cy="55600"/>
              </a:xfrm>
              <a:custGeom>
                <a:rect b="b" l="l" r="r" t="t"/>
                <a:pathLst>
                  <a:path extrusionOk="0" h="10886" w="10885">
                    <a:moveTo>
                      <a:pt x="0" y="1"/>
                    </a:moveTo>
                    <a:lnTo>
                      <a:pt x="0" y="10885"/>
                    </a:lnTo>
                    <a:lnTo>
                      <a:pt x="10885" y="10885"/>
                    </a:lnTo>
                    <a:lnTo>
                      <a:pt x="1088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24"/>
              <p:cNvSpPr/>
              <p:nvPr/>
            </p:nvSpPr>
            <p:spPr>
              <a:xfrm>
                <a:off x="6782101" y="4498958"/>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4" name="Google Shape;4434;p24"/>
              <p:cNvSpPr/>
              <p:nvPr/>
            </p:nvSpPr>
            <p:spPr>
              <a:xfrm>
                <a:off x="6719586" y="4498958"/>
                <a:ext cx="62541" cy="55600"/>
              </a:xfrm>
              <a:custGeom>
                <a:rect b="b" l="l" r="r" t="t"/>
                <a:pathLst>
                  <a:path extrusionOk="0" h="10886" w="12245">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5" name="Google Shape;4435;p24"/>
              <p:cNvSpPr/>
              <p:nvPr/>
            </p:nvSpPr>
            <p:spPr>
              <a:xfrm>
                <a:off x="6670963" y="4498958"/>
                <a:ext cx="48644" cy="55600"/>
              </a:xfrm>
              <a:custGeom>
                <a:rect b="b" l="l" r="r" t="t"/>
                <a:pathLst>
                  <a:path extrusionOk="0" h="10886" w="9524">
                    <a:moveTo>
                      <a:pt x="0" y="1"/>
                    </a:moveTo>
                    <a:lnTo>
                      <a:pt x="0" y="10885"/>
                    </a:lnTo>
                    <a:lnTo>
                      <a:pt x="9523" y="10885"/>
                    </a:lnTo>
                    <a:lnTo>
                      <a:pt x="9523"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24"/>
              <p:cNvSpPr/>
              <p:nvPr/>
            </p:nvSpPr>
            <p:spPr>
              <a:xfrm>
                <a:off x="6615387" y="4498958"/>
                <a:ext cx="55600" cy="55600"/>
              </a:xfrm>
              <a:custGeom>
                <a:rect b="b" l="l" r="r" t="t"/>
                <a:pathLst>
                  <a:path extrusionOk="0" h="10886" w="10886">
                    <a:moveTo>
                      <a:pt x="1" y="1"/>
                    </a:moveTo>
                    <a:lnTo>
                      <a:pt x="1"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24"/>
              <p:cNvSpPr/>
              <p:nvPr/>
            </p:nvSpPr>
            <p:spPr>
              <a:xfrm>
                <a:off x="6552862" y="4498958"/>
                <a:ext cx="62552" cy="55600"/>
              </a:xfrm>
              <a:custGeom>
                <a:rect b="b" l="l" r="r" t="t"/>
                <a:pathLst>
                  <a:path extrusionOk="0" h="10886" w="12247">
                    <a:moveTo>
                      <a:pt x="1" y="1"/>
                    </a:moveTo>
                    <a:lnTo>
                      <a:pt x="1" y="10885"/>
                    </a:lnTo>
                    <a:lnTo>
                      <a:pt x="12247" y="1088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24"/>
              <p:cNvSpPr/>
              <p:nvPr/>
            </p:nvSpPr>
            <p:spPr>
              <a:xfrm>
                <a:off x="6504240" y="4498958"/>
                <a:ext cx="48649" cy="5560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9" name="Google Shape;4439;p24"/>
              <p:cNvSpPr/>
              <p:nvPr/>
            </p:nvSpPr>
            <p:spPr>
              <a:xfrm>
                <a:off x="6448669" y="4498958"/>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24"/>
              <p:cNvSpPr/>
              <p:nvPr/>
            </p:nvSpPr>
            <p:spPr>
              <a:xfrm>
                <a:off x="6386148" y="4498958"/>
                <a:ext cx="62546" cy="55600"/>
              </a:xfrm>
              <a:custGeom>
                <a:rect b="b" l="l" r="r" t="t"/>
                <a:pathLst>
                  <a:path extrusionOk="0" h="10886" w="12246">
                    <a:moveTo>
                      <a:pt x="1" y="1"/>
                    </a:moveTo>
                    <a:lnTo>
                      <a:pt x="1"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1" name="Google Shape;4441;p24"/>
              <p:cNvSpPr/>
              <p:nvPr/>
            </p:nvSpPr>
            <p:spPr>
              <a:xfrm>
                <a:off x="6337521" y="4498958"/>
                <a:ext cx="48649" cy="55600"/>
              </a:xfrm>
              <a:custGeom>
                <a:rect b="b" l="l" r="r" t="t"/>
                <a:pathLst>
                  <a:path extrusionOk="0" h="10886" w="9525">
                    <a:moveTo>
                      <a:pt x="1" y="1"/>
                    </a:moveTo>
                    <a:lnTo>
                      <a:pt x="1" y="10885"/>
                    </a:lnTo>
                    <a:lnTo>
                      <a:pt x="9525" y="1088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2" name="Google Shape;4442;p24"/>
              <p:cNvSpPr/>
              <p:nvPr/>
            </p:nvSpPr>
            <p:spPr>
              <a:xfrm>
                <a:off x="6281950" y="4498958"/>
                <a:ext cx="55595" cy="55600"/>
              </a:xfrm>
              <a:custGeom>
                <a:rect b="b" l="l" r="r" t="t"/>
                <a:pathLst>
                  <a:path extrusionOk="0" h="10886" w="10885">
                    <a:moveTo>
                      <a:pt x="0" y="1"/>
                    </a:moveTo>
                    <a:lnTo>
                      <a:pt x="0" y="10885"/>
                    </a:lnTo>
                    <a:lnTo>
                      <a:pt x="10885" y="1088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24"/>
              <p:cNvSpPr/>
              <p:nvPr/>
            </p:nvSpPr>
            <p:spPr>
              <a:xfrm>
                <a:off x="6219430" y="4498958"/>
                <a:ext cx="62546" cy="55600"/>
              </a:xfrm>
              <a:custGeom>
                <a:rect b="b" l="l" r="r" t="t"/>
                <a:pathLst>
                  <a:path extrusionOk="0" h="10886" w="12246">
                    <a:moveTo>
                      <a:pt x="0" y="1"/>
                    </a:moveTo>
                    <a:lnTo>
                      <a:pt x="0" y="10885"/>
                    </a:lnTo>
                    <a:lnTo>
                      <a:pt x="12245" y="1088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24"/>
              <p:cNvSpPr/>
              <p:nvPr/>
            </p:nvSpPr>
            <p:spPr>
              <a:xfrm>
                <a:off x="6552862" y="4436437"/>
                <a:ext cx="62552" cy="62546"/>
              </a:xfrm>
              <a:custGeom>
                <a:rect b="b" l="l" r="r" t="t"/>
                <a:pathLst>
                  <a:path extrusionOk="0" h="12246" w="12247">
                    <a:moveTo>
                      <a:pt x="1" y="1"/>
                    </a:moveTo>
                    <a:lnTo>
                      <a:pt x="1" y="12246"/>
                    </a:lnTo>
                    <a:lnTo>
                      <a:pt x="12247" y="12246"/>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5" name="Google Shape;4445;p24"/>
              <p:cNvSpPr/>
              <p:nvPr/>
            </p:nvSpPr>
            <p:spPr>
              <a:xfrm>
                <a:off x="6504240" y="4436437"/>
                <a:ext cx="48649" cy="62546"/>
              </a:xfrm>
              <a:custGeom>
                <a:rect b="b" l="l" r="r" t="t"/>
                <a:pathLst>
                  <a:path extrusionOk="0" h="12246" w="9525">
                    <a:moveTo>
                      <a:pt x="1" y="1"/>
                    </a:moveTo>
                    <a:lnTo>
                      <a:pt x="1" y="12246"/>
                    </a:lnTo>
                    <a:lnTo>
                      <a:pt x="9525" y="12246"/>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24"/>
              <p:cNvSpPr/>
              <p:nvPr/>
            </p:nvSpPr>
            <p:spPr>
              <a:xfrm>
                <a:off x="6448669" y="4436437"/>
                <a:ext cx="55595" cy="62546"/>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24"/>
              <p:cNvSpPr/>
              <p:nvPr/>
            </p:nvSpPr>
            <p:spPr>
              <a:xfrm>
                <a:off x="6386148" y="4436437"/>
                <a:ext cx="62546" cy="62546"/>
              </a:xfrm>
              <a:custGeom>
                <a:rect b="b" l="l" r="r" t="t"/>
                <a:pathLst>
                  <a:path extrusionOk="0" h="12246" w="12246">
                    <a:moveTo>
                      <a:pt x="1" y="1"/>
                    </a:moveTo>
                    <a:lnTo>
                      <a:pt x="1" y="12246"/>
                    </a:lnTo>
                    <a:lnTo>
                      <a:pt x="12245" y="12246"/>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24"/>
              <p:cNvSpPr/>
              <p:nvPr/>
            </p:nvSpPr>
            <p:spPr>
              <a:xfrm>
                <a:off x="6337521" y="4436437"/>
                <a:ext cx="48649" cy="62546"/>
              </a:xfrm>
              <a:custGeom>
                <a:rect b="b" l="l" r="r" t="t"/>
                <a:pathLst>
                  <a:path extrusionOk="0" h="12246" w="9525">
                    <a:moveTo>
                      <a:pt x="1" y="1"/>
                    </a:moveTo>
                    <a:lnTo>
                      <a:pt x="1" y="12246"/>
                    </a:lnTo>
                    <a:lnTo>
                      <a:pt x="9525" y="12246"/>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24"/>
              <p:cNvSpPr/>
              <p:nvPr/>
            </p:nvSpPr>
            <p:spPr>
              <a:xfrm>
                <a:off x="6281950" y="4436437"/>
                <a:ext cx="55595" cy="62546"/>
              </a:xfrm>
              <a:custGeom>
                <a:rect b="b" l="l" r="r" t="t"/>
                <a:pathLst>
                  <a:path extrusionOk="0" h="12246" w="10885">
                    <a:moveTo>
                      <a:pt x="0" y="1"/>
                    </a:moveTo>
                    <a:lnTo>
                      <a:pt x="0" y="12246"/>
                    </a:lnTo>
                    <a:lnTo>
                      <a:pt x="10885" y="12246"/>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24"/>
              <p:cNvSpPr/>
              <p:nvPr/>
            </p:nvSpPr>
            <p:spPr>
              <a:xfrm>
                <a:off x="6219430" y="4436437"/>
                <a:ext cx="62546" cy="62546"/>
              </a:xfrm>
              <a:custGeom>
                <a:rect b="b" l="l" r="r" t="t"/>
                <a:pathLst>
                  <a:path extrusionOk="0" h="12246" w="12246">
                    <a:moveTo>
                      <a:pt x="0" y="1"/>
                    </a:moveTo>
                    <a:lnTo>
                      <a:pt x="0" y="12246"/>
                    </a:lnTo>
                    <a:lnTo>
                      <a:pt x="12245" y="12246"/>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1" name="Google Shape;4451;p24"/>
              <p:cNvSpPr/>
              <p:nvPr/>
            </p:nvSpPr>
            <p:spPr>
              <a:xfrm>
                <a:off x="6552862" y="4387810"/>
                <a:ext cx="62552" cy="48649"/>
              </a:xfrm>
              <a:custGeom>
                <a:rect b="b" l="l" r="r" t="t"/>
                <a:pathLst>
                  <a:path extrusionOk="0" h="9525" w="12247">
                    <a:moveTo>
                      <a:pt x="1" y="1"/>
                    </a:moveTo>
                    <a:lnTo>
                      <a:pt x="1" y="9525"/>
                    </a:lnTo>
                    <a:lnTo>
                      <a:pt x="12247" y="9525"/>
                    </a:lnTo>
                    <a:lnTo>
                      <a:pt x="12247"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24"/>
              <p:cNvSpPr/>
              <p:nvPr/>
            </p:nvSpPr>
            <p:spPr>
              <a:xfrm>
                <a:off x="6504240" y="4387810"/>
                <a:ext cx="48649" cy="48649"/>
              </a:xfrm>
              <a:custGeom>
                <a:rect b="b" l="l" r="r" t="t"/>
                <a:pathLst>
                  <a:path extrusionOk="0" h="9525" w="9525">
                    <a:moveTo>
                      <a:pt x="1" y="1"/>
                    </a:moveTo>
                    <a:lnTo>
                      <a:pt x="1" y="9525"/>
                    </a:lnTo>
                    <a:lnTo>
                      <a:pt x="9525" y="952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24"/>
              <p:cNvSpPr/>
              <p:nvPr/>
            </p:nvSpPr>
            <p:spPr>
              <a:xfrm>
                <a:off x="6448669" y="4387810"/>
                <a:ext cx="55595" cy="48649"/>
              </a:xfrm>
              <a:custGeom>
                <a:rect b="b" l="l" r="r" t="t"/>
                <a:pathLst>
                  <a:path extrusionOk="0" h="9525" w="10885">
                    <a:moveTo>
                      <a:pt x="0" y="1"/>
                    </a:moveTo>
                    <a:lnTo>
                      <a:pt x="0" y="9525"/>
                    </a:lnTo>
                    <a:lnTo>
                      <a:pt x="10885" y="9525"/>
                    </a:lnTo>
                    <a:lnTo>
                      <a:pt x="10885"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4" name="Google Shape;4454;p24"/>
              <p:cNvSpPr/>
              <p:nvPr/>
            </p:nvSpPr>
            <p:spPr>
              <a:xfrm>
                <a:off x="6386148" y="4387810"/>
                <a:ext cx="62546" cy="48649"/>
              </a:xfrm>
              <a:custGeom>
                <a:rect b="b" l="l" r="r" t="t"/>
                <a:pathLst>
                  <a:path extrusionOk="0" h="9525" w="12246">
                    <a:moveTo>
                      <a:pt x="1" y="1"/>
                    </a:moveTo>
                    <a:lnTo>
                      <a:pt x="1" y="9525"/>
                    </a:lnTo>
                    <a:lnTo>
                      <a:pt x="12245" y="952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5" name="Google Shape;4455;p24"/>
              <p:cNvSpPr/>
              <p:nvPr/>
            </p:nvSpPr>
            <p:spPr>
              <a:xfrm>
                <a:off x="6337521" y="4387810"/>
                <a:ext cx="48649" cy="48649"/>
              </a:xfrm>
              <a:custGeom>
                <a:rect b="b" l="l" r="r" t="t"/>
                <a:pathLst>
                  <a:path extrusionOk="0" h="9525" w="9525">
                    <a:moveTo>
                      <a:pt x="1" y="1"/>
                    </a:moveTo>
                    <a:lnTo>
                      <a:pt x="1" y="9525"/>
                    </a:lnTo>
                    <a:lnTo>
                      <a:pt x="9525" y="9525"/>
                    </a:lnTo>
                    <a:lnTo>
                      <a:pt x="952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24"/>
              <p:cNvSpPr/>
              <p:nvPr/>
            </p:nvSpPr>
            <p:spPr>
              <a:xfrm>
                <a:off x="6281950" y="4387810"/>
                <a:ext cx="55595" cy="48649"/>
              </a:xfrm>
              <a:custGeom>
                <a:rect b="b" l="l" r="r" t="t"/>
                <a:pathLst>
                  <a:path extrusionOk="0" h="9525" w="10885">
                    <a:moveTo>
                      <a:pt x="0" y="1"/>
                    </a:moveTo>
                    <a:lnTo>
                      <a:pt x="0" y="9525"/>
                    </a:lnTo>
                    <a:lnTo>
                      <a:pt x="10885" y="9525"/>
                    </a:lnTo>
                    <a:lnTo>
                      <a:pt x="1088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24"/>
              <p:cNvSpPr/>
              <p:nvPr/>
            </p:nvSpPr>
            <p:spPr>
              <a:xfrm>
                <a:off x="6219430" y="4387810"/>
                <a:ext cx="62546" cy="48649"/>
              </a:xfrm>
              <a:custGeom>
                <a:rect b="b" l="l" r="r" t="t"/>
                <a:pathLst>
                  <a:path extrusionOk="0" h="9525" w="12246">
                    <a:moveTo>
                      <a:pt x="0" y="1"/>
                    </a:moveTo>
                    <a:lnTo>
                      <a:pt x="0" y="9525"/>
                    </a:lnTo>
                    <a:lnTo>
                      <a:pt x="12245" y="9525"/>
                    </a:lnTo>
                    <a:lnTo>
                      <a:pt x="12245"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8" name="Google Shape;4458;p24"/>
              <p:cNvSpPr/>
              <p:nvPr/>
            </p:nvSpPr>
            <p:spPr>
              <a:xfrm>
                <a:off x="6163859" y="4387810"/>
                <a:ext cx="55595" cy="62546"/>
              </a:xfrm>
              <a:custGeom>
                <a:rect b="b" l="l" r="r" t="t"/>
                <a:pathLst>
                  <a:path extrusionOk="0" h="12246" w="10885">
                    <a:moveTo>
                      <a:pt x="0" y="1"/>
                    </a:moveTo>
                    <a:lnTo>
                      <a:pt x="0" y="12245"/>
                    </a:lnTo>
                    <a:lnTo>
                      <a:pt x="10884" y="1224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24"/>
              <p:cNvSpPr/>
              <p:nvPr/>
            </p:nvSpPr>
            <p:spPr>
              <a:xfrm>
                <a:off x="6163859" y="4450330"/>
                <a:ext cx="55595" cy="48649"/>
              </a:xfrm>
              <a:custGeom>
                <a:rect b="b" l="l" r="r" t="t"/>
                <a:pathLst>
                  <a:path extrusionOk="0" h="9525" w="10885">
                    <a:moveTo>
                      <a:pt x="0" y="0"/>
                    </a:moveTo>
                    <a:lnTo>
                      <a:pt x="0" y="9525"/>
                    </a:lnTo>
                    <a:lnTo>
                      <a:pt x="10884" y="952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24"/>
              <p:cNvSpPr/>
              <p:nvPr/>
            </p:nvSpPr>
            <p:spPr>
              <a:xfrm>
                <a:off x="6163859" y="4498958"/>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1" name="Google Shape;4461;p24"/>
              <p:cNvSpPr/>
              <p:nvPr/>
            </p:nvSpPr>
            <p:spPr>
              <a:xfrm>
                <a:off x="6163859" y="4554534"/>
                <a:ext cx="55595" cy="55595"/>
              </a:xfrm>
              <a:custGeom>
                <a:rect b="b" l="l" r="r" t="t"/>
                <a:pathLst>
                  <a:path extrusionOk="0" h="10885" w="10885">
                    <a:moveTo>
                      <a:pt x="0" y="0"/>
                    </a:moveTo>
                    <a:lnTo>
                      <a:pt x="0" y="10885"/>
                    </a:lnTo>
                    <a:lnTo>
                      <a:pt x="10884" y="1088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24"/>
              <p:cNvSpPr/>
              <p:nvPr/>
            </p:nvSpPr>
            <p:spPr>
              <a:xfrm>
                <a:off x="6163859" y="4610106"/>
                <a:ext cx="55595" cy="55595"/>
              </a:xfrm>
              <a:custGeom>
                <a:rect b="b" l="l" r="r" t="t"/>
                <a:pathLst>
                  <a:path extrusionOk="0" h="10885"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24"/>
              <p:cNvSpPr/>
              <p:nvPr/>
            </p:nvSpPr>
            <p:spPr>
              <a:xfrm>
                <a:off x="6163859" y="4665677"/>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24"/>
              <p:cNvSpPr/>
              <p:nvPr/>
            </p:nvSpPr>
            <p:spPr>
              <a:xfrm>
                <a:off x="6163859" y="4721253"/>
                <a:ext cx="55595" cy="55595"/>
              </a:xfrm>
              <a:custGeom>
                <a:rect b="b" l="l" r="r" t="t"/>
                <a:pathLst>
                  <a:path extrusionOk="0" h="10885" w="10885">
                    <a:moveTo>
                      <a:pt x="0" y="0"/>
                    </a:moveTo>
                    <a:lnTo>
                      <a:pt x="0" y="10885"/>
                    </a:lnTo>
                    <a:lnTo>
                      <a:pt x="10884" y="10885"/>
                    </a:lnTo>
                    <a:lnTo>
                      <a:pt x="10884"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24"/>
              <p:cNvSpPr/>
              <p:nvPr/>
            </p:nvSpPr>
            <p:spPr>
              <a:xfrm>
                <a:off x="6163859" y="4776825"/>
                <a:ext cx="55595" cy="55600"/>
              </a:xfrm>
              <a:custGeom>
                <a:rect b="b" l="l" r="r" t="t"/>
                <a:pathLst>
                  <a:path extrusionOk="0" h="10886" w="10885">
                    <a:moveTo>
                      <a:pt x="0" y="1"/>
                    </a:moveTo>
                    <a:lnTo>
                      <a:pt x="0" y="10885"/>
                    </a:lnTo>
                    <a:lnTo>
                      <a:pt x="10884" y="10885"/>
                    </a:lnTo>
                    <a:lnTo>
                      <a:pt x="10884"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24"/>
              <p:cNvSpPr/>
              <p:nvPr/>
            </p:nvSpPr>
            <p:spPr>
              <a:xfrm>
                <a:off x="6552862" y="4325295"/>
                <a:ext cx="62552" cy="62541"/>
              </a:xfrm>
              <a:custGeom>
                <a:rect b="b" l="l" r="r" t="t"/>
                <a:pathLst>
                  <a:path extrusionOk="0" h="12245" w="12247">
                    <a:moveTo>
                      <a:pt x="1" y="0"/>
                    </a:moveTo>
                    <a:lnTo>
                      <a:pt x="1" y="12245"/>
                    </a:lnTo>
                    <a:lnTo>
                      <a:pt x="12247" y="12245"/>
                    </a:lnTo>
                    <a:lnTo>
                      <a:pt x="12247"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24"/>
              <p:cNvSpPr/>
              <p:nvPr/>
            </p:nvSpPr>
            <p:spPr>
              <a:xfrm>
                <a:off x="6504240" y="4325295"/>
                <a:ext cx="48649" cy="62541"/>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24"/>
              <p:cNvSpPr/>
              <p:nvPr/>
            </p:nvSpPr>
            <p:spPr>
              <a:xfrm>
                <a:off x="6448669" y="4325295"/>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24"/>
              <p:cNvSpPr/>
              <p:nvPr/>
            </p:nvSpPr>
            <p:spPr>
              <a:xfrm>
                <a:off x="6386148" y="4325295"/>
                <a:ext cx="62546" cy="62541"/>
              </a:xfrm>
              <a:custGeom>
                <a:rect b="b" l="l" r="r" t="t"/>
                <a:pathLst>
                  <a:path extrusionOk="0" h="12245" w="12246">
                    <a:moveTo>
                      <a:pt x="1" y="0"/>
                    </a:moveTo>
                    <a:lnTo>
                      <a:pt x="1"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0" name="Google Shape;4470;p24"/>
              <p:cNvSpPr/>
              <p:nvPr/>
            </p:nvSpPr>
            <p:spPr>
              <a:xfrm>
                <a:off x="6337521" y="4325295"/>
                <a:ext cx="48649" cy="62541"/>
              </a:xfrm>
              <a:custGeom>
                <a:rect b="b" l="l" r="r" t="t"/>
                <a:pathLst>
                  <a:path extrusionOk="0" h="12245" w="9525">
                    <a:moveTo>
                      <a:pt x="1" y="0"/>
                    </a:moveTo>
                    <a:lnTo>
                      <a:pt x="1" y="12245"/>
                    </a:lnTo>
                    <a:lnTo>
                      <a:pt x="9525" y="12245"/>
                    </a:lnTo>
                    <a:lnTo>
                      <a:pt x="952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24"/>
              <p:cNvSpPr/>
              <p:nvPr/>
            </p:nvSpPr>
            <p:spPr>
              <a:xfrm>
                <a:off x="6281950" y="4325295"/>
                <a:ext cx="55595" cy="62541"/>
              </a:xfrm>
              <a:custGeom>
                <a:rect b="b" l="l" r="r" t="t"/>
                <a:pathLst>
                  <a:path extrusionOk="0" h="12245" w="10885">
                    <a:moveTo>
                      <a:pt x="0" y="0"/>
                    </a:moveTo>
                    <a:lnTo>
                      <a:pt x="0" y="12245"/>
                    </a:lnTo>
                    <a:lnTo>
                      <a:pt x="10885" y="12245"/>
                    </a:lnTo>
                    <a:lnTo>
                      <a:pt x="1088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24"/>
              <p:cNvSpPr/>
              <p:nvPr/>
            </p:nvSpPr>
            <p:spPr>
              <a:xfrm>
                <a:off x="6219430" y="4325295"/>
                <a:ext cx="62546" cy="62541"/>
              </a:xfrm>
              <a:custGeom>
                <a:rect b="b" l="l" r="r" t="t"/>
                <a:pathLst>
                  <a:path extrusionOk="0" h="12245" w="12246">
                    <a:moveTo>
                      <a:pt x="0" y="0"/>
                    </a:moveTo>
                    <a:lnTo>
                      <a:pt x="0" y="12245"/>
                    </a:lnTo>
                    <a:lnTo>
                      <a:pt x="12245" y="12245"/>
                    </a:lnTo>
                    <a:lnTo>
                      <a:pt x="12245"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3" name="Google Shape;4473;p24"/>
            <p:cNvGrpSpPr/>
            <p:nvPr/>
          </p:nvGrpSpPr>
          <p:grpSpPr>
            <a:xfrm flipH="1">
              <a:off x="0" y="1474590"/>
              <a:ext cx="9144000" cy="3853085"/>
              <a:chOff x="0" y="1474590"/>
              <a:chExt cx="9144000" cy="3853085"/>
            </a:xfrm>
          </p:grpSpPr>
          <p:sp>
            <p:nvSpPr>
              <p:cNvPr id="4474" name="Google Shape;4474;p24"/>
              <p:cNvSpPr/>
              <p:nvPr/>
            </p:nvSpPr>
            <p:spPr>
              <a:xfrm>
                <a:off x="0" y="4025575"/>
                <a:ext cx="9144000" cy="5670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24"/>
              <p:cNvSpPr/>
              <p:nvPr/>
            </p:nvSpPr>
            <p:spPr>
              <a:xfrm>
                <a:off x="0" y="4598775"/>
                <a:ext cx="9144000" cy="155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24"/>
              <p:cNvSpPr/>
              <p:nvPr/>
            </p:nvSpPr>
            <p:spPr>
              <a:xfrm>
                <a:off x="0" y="4760675"/>
                <a:ext cx="9144000" cy="5670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7" name="Google Shape;4477;p24"/>
              <p:cNvSpPr/>
              <p:nvPr/>
            </p:nvSpPr>
            <p:spPr>
              <a:xfrm>
                <a:off x="0" y="1475275"/>
                <a:ext cx="1611600" cy="5670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8" name="Google Shape;4478;p24"/>
              <p:cNvSpPr/>
              <p:nvPr/>
            </p:nvSpPr>
            <p:spPr>
              <a:xfrm>
                <a:off x="0" y="2048475"/>
                <a:ext cx="1611600" cy="155700"/>
              </a:xfrm>
              <a:prstGeom prst="rect">
                <a:avLst/>
              </a:pr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24"/>
              <p:cNvSpPr/>
              <p:nvPr/>
            </p:nvSpPr>
            <p:spPr>
              <a:xfrm>
                <a:off x="0" y="2204175"/>
                <a:ext cx="1611600" cy="1821300"/>
              </a:xfrm>
              <a:prstGeom prst="rect">
                <a:avLst/>
              </a:prstGeom>
              <a:solidFill>
                <a:schemeClr val="accent2"/>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80" name="Google Shape;4480;p24"/>
              <p:cNvGrpSpPr/>
              <p:nvPr/>
            </p:nvGrpSpPr>
            <p:grpSpPr>
              <a:xfrm>
                <a:off x="514651" y="1474590"/>
                <a:ext cx="582277" cy="2550888"/>
                <a:chOff x="573900" y="1154950"/>
                <a:chExt cx="538000" cy="2396100"/>
              </a:xfrm>
            </p:grpSpPr>
            <p:sp>
              <p:nvSpPr>
                <p:cNvPr id="4481" name="Google Shape;4481;p24"/>
                <p:cNvSpPr/>
                <p:nvPr/>
              </p:nvSpPr>
              <p:spPr>
                <a:xfrm>
                  <a:off x="573900" y="1154950"/>
                  <a:ext cx="71700" cy="2396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2" name="Google Shape;4482;p24"/>
                <p:cNvSpPr/>
                <p:nvPr/>
              </p:nvSpPr>
              <p:spPr>
                <a:xfrm>
                  <a:off x="1040200" y="1154950"/>
                  <a:ext cx="71700" cy="2396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3" name="Google Shape;4483;p24"/>
                <p:cNvSpPr/>
                <p:nvPr/>
              </p:nvSpPr>
              <p:spPr>
                <a:xfrm>
                  <a:off x="595400" y="1377388"/>
                  <a:ext cx="477000" cy="6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24"/>
                <p:cNvSpPr/>
                <p:nvPr/>
              </p:nvSpPr>
              <p:spPr>
                <a:xfrm>
                  <a:off x="595400" y="1754013"/>
                  <a:ext cx="477000" cy="6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24"/>
                <p:cNvSpPr/>
                <p:nvPr/>
              </p:nvSpPr>
              <p:spPr>
                <a:xfrm>
                  <a:off x="613325" y="2130638"/>
                  <a:ext cx="477000" cy="6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24"/>
                <p:cNvSpPr/>
                <p:nvPr/>
              </p:nvSpPr>
              <p:spPr>
                <a:xfrm>
                  <a:off x="595400" y="2507263"/>
                  <a:ext cx="477000" cy="6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7" name="Google Shape;4487;p24"/>
                <p:cNvSpPr/>
                <p:nvPr/>
              </p:nvSpPr>
              <p:spPr>
                <a:xfrm>
                  <a:off x="595400" y="2883888"/>
                  <a:ext cx="477000" cy="6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8" name="Google Shape;4488;p24"/>
                <p:cNvSpPr/>
                <p:nvPr/>
              </p:nvSpPr>
              <p:spPr>
                <a:xfrm>
                  <a:off x="613325" y="3260513"/>
                  <a:ext cx="477000" cy="68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89" name="Google Shape;4489;p24"/>
            <p:cNvSpPr/>
            <p:nvPr/>
          </p:nvSpPr>
          <p:spPr>
            <a:xfrm>
              <a:off x="4159775" y="4005175"/>
              <a:ext cx="1250700" cy="1322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BLANK_1_1_1">
    <p:spTree>
      <p:nvGrpSpPr>
        <p:cNvPr id="4490" name="Shape 4490"/>
        <p:cNvGrpSpPr/>
        <p:nvPr/>
      </p:nvGrpSpPr>
      <p:grpSpPr>
        <a:xfrm>
          <a:off x="0" y="0"/>
          <a:ext cx="0" cy="0"/>
          <a:chOff x="0" y="0"/>
          <a:chExt cx="0" cy="0"/>
        </a:xfrm>
      </p:grpSpPr>
      <p:grpSp>
        <p:nvGrpSpPr>
          <p:cNvPr id="4491" name="Google Shape;4491;p25"/>
          <p:cNvGrpSpPr/>
          <p:nvPr/>
        </p:nvGrpSpPr>
        <p:grpSpPr>
          <a:xfrm flipH="1">
            <a:off x="8293513" y="2942503"/>
            <a:ext cx="1443946" cy="721968"/>
            <a:chOff x="311697" y="-12"/>
            <a:chExt cx="4437449" cy="2218709"/>
          </a:xfrm>
        </p:grpSpPr>
        <p:sp>
          <p:nvSpPr>
            <p:cNvPr id="4492" name="Google Shape;4492;p25"/>
            <p:cNvSpPr/>
            <p:nvPr/>
          </p:nvSpPr>
          <p:spPr>
            <a:xfrm>
              <a:off x="2400974"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25"/>
            <p:cNvSpPr/>
            <p:nvPr/>
          </p:nvSpPr>
          <p:spPr>
            <a:xfrm>
              <a:off x="2253074"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25"/>
            <p:cNvSpPr/>
            <p:nvPr/>
          </p:nvSpPr>
          <p:spPr>
            <a:xfrm>
              <a:off x="208667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25"/>
            <p:cNvSpPr/>
            <p:nvPr/>
          </p:nvSpPr>
          <p:spPr>
            <a:xfrm>
              <a:off x="1957242"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6" name="Google Shape;4496;p25"/>
            <p:cNvSpPr/>
            <p:nvPr/>
          </p:nvSpPr>
          <p:spPr>
            <a:xfrm>
              <a:off x="1790857" y="2070781"/>
              <a:ext cx="166400" cy="147916"/>
            </a:xfrm>
            <a:custGeom>
              <a:rect b="b" l="l" r="r" t="t"/>
              <a:pathLst>
                <a:path extrusionOk="0" h="9523" w="10713">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7" name="Google Shape;4497;p25"/>
            <p:cNvSpPr/>
            <p:nvPr/>
          </p:nvSpPr>
          <p:spPr>
            <a:xfrm>
              <a:off x="1642910"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25"/>
            <p:cNvSpPr/>
            <p:nvPr/>
          </p:nvSpPr>
          <p:spPr>
            <a:xfrm>
              <a:off x="1513494"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25"/>
            <p:cNvSpPr/>
            <p:nvPr/>
          </p:nvSpPr>
          <p:spPr>
            <a:xfrm>
              <a:off x="134709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25"/>
            <p:cNvSpPr/>
            <p:nvPr/>
          </p:nvSpPr>
          <p:spPr>
            <a:xfrm>
              <a:off x="1199178"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1" name="Google Shape;4501;p25"/>
            <p:cNvSpPr/>
            <p:nvPr/>
          </p:nvSpPr>
          <p:spPr>
            <a:xfrm>
              <a:off x="1069761"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2" name="Google Shape;4502;p25"/>
            <p:cNvSpPr/>
            <p:nvPr/>
          </p:nvSpPr>
          <p:spPr>
            <a:xfrm>
              <a:off x="903361" y="2070781"/>
              <a:ext cx="166415" cy="147916"/>
            </a:xfrm>
            <a:custGeom>
              <a:rect b="b" l="l" r="r" t="t"/>
              <a:pathLst>
                <a:path extrusionOk="0" h="9523" w="10714">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25"/>
            <p:cNvSpPr/>
            <p:nvPr/>
          </p:nvSpPr>
          <p:spPr>
            <a:xfrm>
              <a:off x="755430"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25"/>
            <p:cNvSpPr/>
            <p:nvPr/>
          </p:nvSpPr>
          <p:spPr>
            <a:xfrm>
              <a:off x="625998"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25"/>
            <p:cNvSpPr/>
            <p:nvPr/>
          </p:nvSpPr>
          <p:spPr>
            <a:xfrm>
              <a:off x="2400974" y="192286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25"/>
            <p:cNvSpPr/>
            <p:nvPr/>
          </p:nvSpPr>
          <p:spPr>
            <a:xfrm>
              <a:off x="2253074"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25"/>
            <p:cNvSpPr/>
            <p:nvPr/>
          </p:nvSpPr>
          <p:spPr>
            <a:xfrm>
              <a:off x="2086674"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25"/>
            <p:cNvSpPr/>
            <p:nvPr/>
          </p:nvSpPr>
          <p:spPr>
            <a:xfrm>
              <a:off x="1957242" y="192286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25"/>
            <p:cNvSpPr/>
            <p:nvPr/>
          </p:nvSpPr>
          <p:spPr>
            <a:xfrm>
              <a:off x="1790857" y="1922865"/>
              <a:ext cx="166400" cy="147932"/>
            </a:xfrm>
            <a:custGeom>
              <a:rect b="b" l="l" r="r" t="t"/>
              <a:pathLst>
                <a:path extrusionOk="0" h="9524" w="10713">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0" name="Google Shape;4510;p25"/>
            <p:cNvSpPr/>
            <p:nvPr/>
          </p:nvSpPr>
          <p:spPr>
            <a:xfrm>
              <a:off x="1642910"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25"/>
            <p:cNvSpPr/>
            <p:nvPr/>
          </p:nvSpPr>
          <p:spPr>
            <a:xfrm>
              <a:off x="1513494" y="192286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25"/>
            <p:cNvSpPr/>
            <p:nvPr/>
          </p:nvSpPr>
          <p:spPr>
            <a:xfrm>
              <a:off x="1347094"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25"/>
            <p:cNvSpPr/>
            <p:nvPr/>
          </p:nvSpPr>
          <p:spPr>
            <a:xfrm>
              <a:off x="1199178"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25"/>
            <p:cNvSpPr/>
            <p:nvPr/>
          </p:nvSpPr>
          <p:spPr>
            <a:xfrm>
              <a:off x="1069761" y="192286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25"/>
            <p:cNvSpPr/>
            <p:nvPr/>
          </p:nvSpPr>
          <p:spPr>
            <a:xfrm>
              <a:off x="903361" y="1922865"/>
              <a:ext cx="166415" cy="147932"/>
            </a:xfrm>
            <a:custGeom>
              <a:rect b="b" l="l" r="r" t="t"/>
              <a:pathLst>
                <a:path extrusionOk="0" h="9524" w="10714">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25"/>
            <p:cNvSpPr/>
            <p:nvPr/>
          </p:nvSpPr>
          <p:spPr>
            <a:xfrm>
              <a:off x="755430"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25"/>
            <p:cNvSpPr/>
            <p:nvPr/>
          </p:nvSpPr>
          <p:spPr>
            <a:xfrm>
              <a:off x="625998" y="192286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8" name="Google Shape;4518;p25"/>
            <p:cNvSpPr/>
            <p:nvPr/>
          </p:nvSpPr>
          <p:spPr>
            <a:xfrm>
              <a:off x="459598"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25"/>
            <p:cNvSpPr/>
            <p:nvPr/>
          </p:nvSpPr>
          <p:spPr>
            <a:xfrm>
              <a:off x="311697"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25"/>
            <p:cNvSpPr/>
            <p:nvPr/>
          </p:nvSpPr>
          <p:spPr>
            <a:xfrm>
              <a:off x="2400974" y="175648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25"/>
            <p:cNvSpPr/>
            <p:nvPr/>
          </p:nvSpPr>
          <p:spPr>
            <a:xfrm>
              <a:off x="2253074"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25"/>
            <p:cNvSpPr/>
            <p:nvPr/>
          </p:nvSpPr>
          <p:spPr>
            <a:xfrm>
              <a:off x="2086674"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25"/>
            <p:cNvSpPr/>
            <p:nvPr/>
          </p:nvSpPr>
          <p:spPr>
            <a:xfrm>
              <a:off x="1957242" y="175648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25"/>
            <p:cNvSpPr/>
            <p:nvPr/>
          </p:nvSpPr>
          <p:spPr>
            <a:xfrm>
              <a:off x="1790857" y="175648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5" name="Google Shape;4525;p25"/>
            <p:cNvSpPr/>
            <p:nvPr/>
          </p:nvSpPr>
          <p:spPr>
            <a:xfrm>
              <a:off x="1642910"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6" name="Google Shape;4526;p25"/>
            <p:cNvSpPr/>
            <p:nvPr/>
          </p:nvSpPr>
          <p:spPr>
            <a:xfrm>
              <a:off x="1513494" y="175648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25"/>
            <p:cNvSpPr/>
            <p:nvPr/>
          </p:nvSpPr>
          <p:spPr>
            <a:xfrm>
              <a:off x="1347094"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25"/>
            <p:cNvSpPr/>
            <p:nvPr/>
          </p:nvSpPr>
          <p:spPr>
            <a:xfrm>
              <a:off x="1199178"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25"/>
            <p:cNvSpPr/>
            <p:nvPr/>
          </p:nvSpPr>
          <p:spPr>
            <a:xfrm>
              <a:off x="1069761" y="175648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25"/>
            <p:cNvSpPr/>
            <p:nvPr/>
          </p:nvSpPr>
          <p:spPr>
            <a:xfrm>
              <a:off x="903361" y="1756480"/>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25"/>
            <p:cNvSpPr/>
            <p:nvPr/>
          </p:nvSpPr>
          <p:spPr>
            <a:xfrm>
              <a:off x="755430"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25"/>
            <p:cNvSpPr/>
            <p:nvPr/>
          </p:nvSpPr>
          <p:spPr>
            <a:xfrm>
              <a:off x="625998" y="175648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3" name="Google Shape;4533;p25"/>
            <p:cNvSpPr/>
            <p:nvPr/>
          </p:nvSpPr>
          <p:spPr>
            <a:xfrm>
              <a:off x="459598"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4" name="Google Shape;4534;p25"/>
            <p:cNvSpPr/>
            <p:nvPr/>
          </p:nvSpPr>
          <p:spPr>
            <a:xfrm>
              <a:off x="311697"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25"/>
            <p:cNvSpPr/>
            <p:nvPr/>
          </p:nvSpPr>
          <p:spPr>
            <a:xfrm>
              <a:off x="2400974" y="1627048"/>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25"/>
            <p:cNvSpPr/>
            <p:nvPr/>
          </p:nvSpPr>
          <p:spPr>
            <a:xfrm>
              <a:off x="2253074"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25"/>
            <p:cNvSpPr/>
            <p:nvPr/>
          </p:nvSpPr>
          <p:spPr>
            <a:xfrm>
              <a:off x="2086674"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25"/>
            <p:cNvSpPr/>
            <p:nvPr/>
          </p:nvSpPr>
          <p:spPr>
            <a:xfrm>
              <a:off x="1957242" y="1627048"/>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25"/>
            <p:cNvSpPr/>
            <p:nvPr/>
          </p:nvSpPr>
          <p:spPr>
            <a:xfrm>
              <a:off x="1790857" y="1627048"/>
              <a:ext cx="166400" cy="129448"/>
            </a:xfrm>
            <a:custGeom>
              <a:rect b="b" l="l" r="r" t="t"/>
              <a:pathLst>
                <a:path extrusionOk="0" h="8334" w="10713">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25"/>
            <p:cNvSpPr/>
            <p:nvPr/>
          </p:nvSpPr>
          <p:spPr>
            <a:xfrm>
              <a:off x="1642910"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25"/>
            <p:cNvSpPr/>
            <p:nvPr/>
          </p:nvSpPr>
          <p:spPr>
            <a:xfrm>
              <a:off x="1513494" y="1627048"/>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25"/>
            <p:cNvSpPr/>
            <p:nvPr/>
          </p:nvSpPr>
          <p:spPr>
            <a:xfrm>
              <a:off x="1347094"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25"/>
            <p:cNvSpPr/>
            <p:nvPr/>
          </p:nvSpPr>
          <p:spPr>
            <a:xfrm>
              <a:off x="1199178"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25"/>
            <p:cNvSpPr/>
            <p:nvPr/>
          </p:nvSpPr>
          <p:spPr>
            <a:xfrm>
              <a:off x="1069761" y="1627048"/>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25"/>
            <p:cNvSpPr/>
            <p:nvPr/>
          </p:nvSpPr>
          <p:spPr>
            <a:xfrm>
              <a:off x="903361" y="1627048"/>
              <a:ext cx="166415" cy="129448"/>
            </a:xfrm>
            <a:custGeom>
              <a:rect b="b" l="l" r="r" t="t"/>
              <a:pathLst>
                <a:path extrusionOk="0" h="8334" w="10714">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25"/>
            <p:cNvSpPr/>
            <p:nvPr/>
          </p:nvSpPr>
          <p:spPr>
            <a:xfrm>
              <a:off x="755430"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25"/>
            <p:cNvSpPr/>
            <p:nvPr/>
          </p:nvSpPr>
          <p:spPr>
            <a:xfrm>
              <a:off x="625998" y="1627048"/>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25"/>
            <p:cNvSpPr/>
            <p:nvPr/>
          </p:nvSpPr>
          <p:spPr>
            <a:xfrm>
              <a:off x="459598"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25"/>
            <p:cNvSpPr/>
            <p:nvPr/>
          </p:nvSpPr>
          <p:spPr>
            <a:xfrm>
              <a:off x="311697"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0" name="Google Shape;4550;p25"/>
            <p:cNvSpPr/>
            <p:nvPr/>
          </p:nvSpPr>
          <p:spPr>
            <a:xfrm>
              <a:off x="2400974" y="1460633"/>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25"/>
            <p:cNvSpPr/>
            <p:nvPr/>
          </p:nvSpPr>
          <p:spPr>
            <a:xfrm>
              <a:off x="2253074"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25"/>
            <p:cNvSpPr/>
            <p:nvPr/>
          </p:nvSpPr>
          <p:spPr>
            <a:xfrm>
              <a:off x="2086674"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25"/>
            <p:cNvSpPr/>
            <p:nvPr/>
          </p:nvSpPr>
          <p:spPr>
            <a:xfrm>
              <a:off x="1957242" y="1460633"/>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25"/>
            <p:cNvSpPr/>
            <p:nvPr/>
          </p:nvSpPr>
          <p:spPr>
            <a:xfrm>
              <a:off x="1790857" y="1460633"/>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25"/>
            <p:cNvSpPr/>
            <p:nvPr/>
          </p:nvSpPr>
          <p:spPr>
            <a:xfrm>
              <a:off x="1642910"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25"/>
            <p:cNvSpPr/>
            <p:nvPr/>
          </p:nvSpPr>
          <p:spPr>
            <a:xfrm>
              <a:off x="1513494" y="1460633"/>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25"/>
            <p:cNvSpPr/>
            <p:nvPr/>
          </p:nvSpPr>
          <p:spPr>
            <a:xfrm>
              <a:off x="1347094"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25"/>
            <p:cNvSpPr/>
            <p:nvPr/>
          </p:nvSpPr>
          <p:spPr>
            <a:xfrm>
              <a:off x="1199178"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25"/>
            <p:cNvSpPr/>
            <p:nvPr/>
          </p:nvSpPr>
          <p:spPr>
            <a:xfrm>
              <a:off x="1069761" y="1460633"/>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25"/>
            <p:cNvSpPr/>
            <p:nvPr/>
          </p:nvSpPr>
          <p:spPr>
            <a:xfrm>
              <a:off x="903361" y="1460633"/>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25"/>
            <p:cNvSpPr/>
            <p:nvPr/>
          </p:nvSpPr>
          <p:spPr>
            <a:xfrm>
              <a:off x="755430"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25"/>
            <p:cNvSpPr/>
            <p:nvPr/>
          </p:nvSpPr>
          <p:spPr>
            <a:xfrm>
              <a:off x="625998" y="1460633"/>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25"/>
            <p:cNvSpPr/>
            <p:nvPr/>
          </p:nvSpPr>
          <p:spPr>
            <a:xfrm>
              <a:off x="459598"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25"/>
            <p:cNvSpPr/>
            <p:nvPr/>
          </p:nvSpPr>
          <p:spPr>
            <a:xfrm>
              <a:off x="311697"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25"/>
            <p:cNvSpPr/>
            <p:nvPr/>
          </p:nvSpPr>
          <p:spPr>
            <a:xfrm>
              <a:off x="2400974" y="1331201"/>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25"/>
            <p:cNvSpPr/>
            <p:nvPr/>
          </p:nvSpPr>
          <p:spPr>
            <a:xfrm>
              <a:off x="2253074"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25"/>
            <p:cNvSpPr/>
            <p:nvPr/>
          </p:nvSpPr>
          <p:spPr>
            <a:xfrm>
              <a:off x="2086674"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8" name="Google Shape;4568;p25"/>
            <p:cNvSpPr/>
            <p:nvPr/>
          </p:nvSpPr>
          <p:spPr>
            <a:xfrm>
              <a:off x="1957242" y="1331201"/>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9" name="Google Shape;4569;p25"/>
            <p:cNvSpPr/>
            <p:nvPr/>
          </p:nvSpPr>
          <p:spPr>
            <a:xfrm>
              <a:off x="1790857" y="1331201"/>
              <a:ext cx="166400" cy="129448"/>
            </a:xfrm>
            <a:custGeom>
              <a:rect b="b" l="l" r="r" t="t"/>
              <a:pathLst>
                <a:path extrusionOk="0" h="8334" w="10713">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25"/>
            <p:cNvSpPr/>
            <p:nvPr/>
          </p:nvSpPr>
          <p:spPr>
            <a:xfrm>
              <a:off x="1642910"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25"/>
            <p:cNvSpPr/>
            <p:nvPr/>
          </p:nvSpPr>
          <p:spPr>
            <a:xfrm>
              <a:off x="1513494" y="1331201"/>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25"/>
            <p:cNvSpPr/>
            <p:nvPr/>
          </p:nvSpPr>
          <p:spPr>
            <a:xfrm>
              <a:off x="1347094"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25"/>
            <p:cNvSpPr/>
            <p:nvPr/>
          </p:nvSpPr>
          <p:spPr>
            <a:xfrm>
              <a:off x="1199178"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4" name="Google Shape;4574;p25"/>
            <p:cNvSpPr/>
            <p:nvPr/>
          </p:nvSpPr>
          <p:spPr>
            <a:xfrm>
              <a:off x="1069761" y="1331201"/>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25"/>
            <p:cNvSpPr/>
            <p:nvPr/>
          </p:nvSpPr>
          <p:spPr>
            <a:xfrm>
              <a:off x="903361" y="1331201"/>
              <a:ext cx="166415" cy="129448"/>
            </a:xfrm>
            <a:custGeom>
              <a:rect b="b" l="l" r="r" t="t"/>
              <a:pathLst>
                <a:path extrusionOk="0" h="8334" w="10714">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25"/>
            <p:cNvSpPr/>
            <p:nvPr/>
          </p:nvSpPr>
          <p:spPr>
            <a:xfrm>
              <a:off x="755430"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25"/>
            <p:cNvSpPr/>
            <p:nvPr/>
          </p:nvSpPr>
          <p:spPr>
            <a:xfrm>
              <a:off x="625998" y="1331201"/>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8" name="Google Shape;4578;p25"/>
            <p:cNvSpPr/>
            <p:nvPr/>
          </p:nvSpPr>
          <p:spPr>
            <a:xfrm>
              <a:off x="459598"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25"/>
            <p:cNvSpPr/>
            <p:nvPr/>
          </p:nvSpPr>
          <p:spPr>
            <a:xfrm>
              <a:off x="2400974" y="118328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25"/>
            <p:cNvSpPr/>
            <p:nvPr/>
          </p:nvSpPr>
          <p:spPr>
            <a:xfrm>
              <a:off x="2253074"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25"/>
            <p:cNvSpPr/>
            <p:nvPr/>
          </p:nvSpPr>
          <p:spPr>
            <a:xfrm>
              <a:off x="2086674" y="118328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25"/>
            <p:cNvSpPr/>
            <p:nvPr/>
          </p:nvSpPr>
          <p:spPr>
            <a:xfrm>
              <a:off x="1957242" y="118328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25"/>
            <p:cNvSpPr/>
            <p:nvPr/>
          </p:nvSpPr>
          <p:spPr>
            <a:xfrm>
              <a:off x="1790857" y="1183285"/>
              <a:ext cx="166400" cy="147932"/>
            </a:xfrm>
            <a:custGeom>
              <a:rect b="b" l="l" r="r" t="t"/>
              <a:pathLst>
                <a:path extrusionOk="0" h="9524" w="10713">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4" name="Google Shape;4584;p25"/>
            <p:cNvSpPr/>
            <p:nvPr/>
          </p:nvSpPr>
          <p:spPr>
            <a:xfrm>
              <a:off x="1642910"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25"/>
            <p:cNvSpPr/>
            <p:nvPr/>
          </p:nvSpPr>
          <p:spPr>
            <a:xfrm>
              <a:off x="1513494" y="118328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25"/>
            <p:cNvSpPr/>
            <p:nvPr/>
          </p:nvSpPr>
          <p:spPr>
            <a:xfrm>
              <a:off x="1347094" y="118328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25"/>
            <p:cNvSpPr/>
            <p:nvPr/>
          </p:nvSpPr>
          <p:spPr>
            <a:xfrm>
              <a:off x="1199178"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25"/>
            <p:cNvSpPr/>
            <p:nvPr/>
          </p:nvSpPr>
          <p:spPr>
            <a:xfrm>
              <a:off x="1069761" y="118328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9" name="Google Shape;4589;p25"/>
            <p:cNvSpPr/>
            <p:nvPr/>
          </p:nvSpPr>
          <p:spPr>
            <a:xfrm>
              <a:off x="903361" y="1183285"/>
              <a:ext cx="166415" cy="147932"/>
            </a:xfrm>
            <a:custGeom>
              <a:rect b="b" l="l" r="r" t="t"/>
              <a:pathLst>
                <a:path extrusionOk="0" h="9524" w="10714">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0" name="Google Shape;4590;p25"/>
            <p:cNvSpPr/>
            <p:nvPr/>
          </p:nvSpPr>
          <p:spPr>
            <a:xfrm>
              <a:off x="755430"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1" name="Google Shape;4591;p25"/>
            <p:cNvSpPr/>
            <p:nvPr/>
          </p:nvSpPr>
          <p:spPr>
            <a:xfrm>
              <a:off x="626013" y="1183285"/>
              <a:ext cx="129432" cy="147932"/>
            </a:xfrm>
            <a:custGeom>
              <a:rect b="b" l="l" r="r" t="t"/>
              <a:pathLst>
                <a:path extrusionOk="0" h="9524" w="8333">
                  <a:moveTo>
                    <a:pt x="1" y="1"/>
                  </a:moveTo>
                  <a:lnTo>
                    <a:pt x="1" y="9523"/>
                  </a:lnTo>
                  <a:lnTo>
                    <a:pt x="8332" y="9523"/>
                  </a:lnTo>
                  <a:lnTo>
                    <a:pt x="8332"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2" name="Google Shape;4592;p25"/>
            <p:cNvSpPr/>
            <p:nvPr/>
          </p:nvSpPr>
          <p:spPr>
            <a:xfrm>
              <a:off x="2400974" y="101690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3" name="Google Shape;4593;p25"/>
            <p:cNvSpPr/>
            <p:nvPr/>
          </p:nvSpPr>
          <p:spPr>
            <a:xfrm>
              <a:off x="2253074"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25"/>
            <p:cNvSpPr/>
            <p:nvPr/>
          </p:nvSpPr>
          <p:spPr>
            <a:xfrm>
              <a:off x="2086674" y="101690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25"/>
            <p:cNvSpPr/>
            <p:nvPr/>
          </p:nvSpPr>
          <p:spPr>
            <a:xfrm>
              <a:off x="1957242" y="101690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25"/>
            <p:cNvSpPr/>
            <p:nvPr/>
          </p:nvSpPr>
          <p:spPr>
            <a:xfrm>
              <a:off x="1790857" y="101690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25"/>
            <p:cNvSpPr/>
            <p:nvPr/>
          </p:nvSpPr>
          <p:spPr>
            <a:xfrm>
              <a:off x="1642910"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8" name="Google Shape;4598;p25"/>
            <p:cNvSpPr/>
            <p:nvPr/>
          </p:nvSpPr>
          <p:spPr>
            <a:xfrm>
              <a:off x="1513494" y="101690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9" name="Google Shape;4599;p25"/>
            <p:cNvSpPr/>
            <p:nvPr/>
          </p:nvSpPr>
          <p:spPr>
            <a:xfrm>
              <a:off x="1347094" y="101690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25"/>
            <p:cNvSpPr/>
            <p:nvPr/>
          </p:nvSpPr>
          <p:spPr>
            <a:xfrm>
              <a:off x="1199178"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25"/>
            <p:cNvSpPr/>
            <p:nvPr/>
          </p:nvSpPr>
          <p:spPr>
            <a:xfrm>
              <a:off x="1069761" y="101690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25"/>
            <p:cNvSpPr/>
            <p:nvPr/>
          </p:nvSpPr>
          <p:spPr>
            <a:xfrm>
              <a:off x="903361" y="1016900"/>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25"/>
            <p:cNvSpPr/>
            <p:nvPr/>
          </p:nvSpPr>
          <p:spPr>
            <a:xfrm>
              <a:off x="755430"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4" name="Google Shape;4604;p25"/>
            <p:cNvSpPr/>
            <p:nvPr/>
          </p:nvSpPr>
          <p:spPr>
            <a:xfrm>
              <a:off x="2400974" y="887468"/>
              <a:ext cx="129448" cy="129448"/>
            </a:xfrm>
            <a:custGeom>
              <a:rect b="b" l="l" r="r" t="t"/>
              <a:pathLst>
                <a:path extrusionOk="0" h="8334" w="8334">
                  <a:moveTo>
                    <a:pt x="1" y="1"/>
                  </a:moveTo>
                  <a:lnTo>
                    <a:pt x="1" y="8333"/>
                  </a:lnTo>
                  <a:lnTo>
                    <a:pt x="8334" y="833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25"/>
            <p:cNvSpPr/>
            <p:nvPr/>
          </p:nvSpPr>
          <p:spPr>
            <a:xfrm>
              <a:off x="2253074"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6" name="Google Shape;4606;p25"/>
            <p:cNvSpPr/>
            <p:nvPr/>
          </p:nvSpPr>
          <p:spPr>
            <a:xfrm>
              <a:off x="2086674" y="887468"/>
              <a:ext cx="166415" cy="129448"/>
            </a:xfrm>
            <a:custGeom>
              <a:rect b="b" l="l" r="r" t="t"/>
              <a:pathLst>
                <a:path extrusionOk="0" h="8334" w="10714">
                  <a:moveTo>
                    <a:pt x="1" y="1"/>
                  </a:moveTo>
                  <a:lnTo>
                    <a:pt x="1"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7" name="Google Shape;4607;p25"/>
            <p:cNvSpPr/>
            <p:nvPr/>
          </p:nvSpPr>
          <p:spPr>
            <a:xfrm>
              <a:off x="1957242" y="887468"/>
              <a:ext cx="129448" cy="129448"/>
            </a:xfrm>
            <a:custGeom>
              <a:rect b="b" l="l" r="r" t="t"/>
              <a:pathLst>
                <a:path extrusionOk="0" h="8334" w="8334">
                  <a:moveTo>
                    <a:pt x="1" y="1"/>
                  </a:moveTo>
                  <a:lnTo>
                    <a:pt x="1" y="8333"/>
                  </a:lnTo>
                  <a:lnTo>
                    <a:pt x="8334" y="833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25"/>
            <p:cNvSpPr/>
            <p:nvPr/>
          </p:nvSpPr>
          <p:spPr>
            <a:xfrm>
              <a:off x="1790857" y="887468"/>
              <a:ext cx="166400" cy="129448"/>
            </a:xfrm>
            <a:custGeom>
              <a:rect b="b" l="l" r="r" t="t"/>
              <a:pathLst>
                <a:path extrusionOk="0" h="8334" w="10713">
                  <a:moveTo>
                    <a:pt x="0" y="1"/>
                  </a:moveTo>
                  <a:lnTo>
                    <a:pt x="0"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25"/>
            <p:cNvSpPr/>
            <p:nvPr/>
          </p:nvSpPr>
          <p:spPr>
            <a:xfrm>
              <a:off x="1642910"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25"/>
            <p:cNvSpPr/>
            <p:nvPr/>
          </p:nvSpPr>
          <p:spPr>
            <a:xfrm>
              <a:off x="1513494" y="887468"/>
              <a:ext cx="129432" cy="129448"/>
            </a:xfrm>
            <a:custGeom>
              <a:rect b="b" l="l" r="r" t="t"/>
              <a:pathLst>
                <a:path extrusionOk="0" h="8334" w="8333">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25"/>
            <p:cNvSpPr/>
            <p:nvPr/>
          </p:nvSpPr>
          <p:spPr>
            <a:xfrm>
              <a:off x="1347094" y="887468"/>
              <a:ext cx="166415" cy="129448"/>
            </a:xfrm>
            <a:custGeom>
              <a:rect b="b" l="l" r="r" t="t"/>
              <a:pathLst>
                <a:path extrusionOk="0" h="8334" w="10714">
                  <a:moveTo>
                    <a:pt x="1" y="1"/>
                  </a:moveTo>
                  <a:lnTo>
                    <a:pt x="1"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25"/>
            <p:cNvSpPr/>
            <p:nvPr/>
          </p:nvSpPr>
          <p:spPr>
            <a:xfrm>
              <a:off x="1199178"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3" name="Google Shape;4613;p25"/>
            <p:cNvSpPr/>
            <p:nvPr/>
          </p:nvSpPr>
          <p:spPr>
            <a:xfrm>
              <a:off x="1069761" y="887468"/>
              <a:ext cx="129432" cy="129448"/>
            </a:xfrm>
            <a:custGeom>
              <a:rect b="b" l="l" r="r" t="t"/>
              <a:pathLst>
                <a:path extrusionOk="0" h="8334" w="8333">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25"/>
            <p:cNvSpPr/>
            <p:nvPr/>
          </p:nvSpPr>
          <p:spPr>
            <a:xfrm>
              <a:off x="903361" y="887468"/>
              <a:ext cx="166415" cy="129448"/>
            </a:xfrm>
            <a:custGeom>
              <a:rect b="b" l="l" r="r" t="t"/>
              <a:pathLst>
                <a:path extrusionOk="0" h="8334" w="10714">
                  <a:moveTo>
                    <a:pt x="0" y="1"/>
                  </a:moveTo>
                  <a:lnTo>
                    <a:pt x="0"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5" name="Google Shape;4615;p25"/>
            <p:cNvSpPr/>
            <p:nvPr/>
          </p:nvSpPr>
          <p:spPr>
            <a:xfrm>
              <a:off x="755430"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6" name="Google Shape;4616;p25"/>
            <p:cNvSpPr/>
            <p:nvPr/>
          </p:nvSpPr>
          <p:spPr>
            <a:xfrm>
              <a:off x="2400974" y="739552"/>
              <a:ext cx="129448" cy="147932"/>
            </a:xfrm>
            <a:custGeom>
              <a:rect b="b" l="l" r="r" t="t"/>
              <a:pathLst>
                <a:path extrusionOk="0" h="9524" w="8334">
                  <a:moveTo>
                    <a:pt x="1" y="1"/>
                  </a:moveTo>
                  <a:lnTo>
                    <a:pt x="1" y="9524"/>
                  </a:lnTo>
                  <a:lnTo>
                    <a:pt x="8334" y="952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25"/>
            <p:cNvSpPr/>
            <p:nvPr/>
          </p:nvSpPr>
          <p:spPr>
            <a:xfrm>
              <a:off x="2253074"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8" name="Google Shape;4618;p25"/>
            <p:cNvSpPr/>
            <p:nvPr/>
          </p:nvSpPr>
          <p:spPr>
            <a:xfrm>
              <a:off x="2086674" y="739552"/>
              <a:ext cx="166415" cy="147932"/>
            </a:xfrm>
            <a:custGeom>
              <a:rect b="b" l="l" r="r" t="t"/>
              <a:pathLst>
                <a:path extrusionOk="0" h="9524" w="10714">
                  <a:moveTo>
                    <a:pt x="1" y="1"/>
                  </a:moveTo>
                  <a:lnTo>
                    <a:pt x="1"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25"/>
            <p:cNvSpPr/>
            <p:nvPr/>
          </p:nvSpPr>
          <p:spPr>
            <a:xfrm>
              <a:off x="1957242" y="739552"/>
              <a:ext cx="129448" cy="147932"/>
            </a:xfrm>
            <a:custGeom>
              <a:rect b="b" l="l" r="r" t="t"/>
              <a:pathLst>
                <a:path extrusionOk="0" h="9524" w="8334">
                  <a:moveTo>
                    <a:pt x="1" y="1"/>
                  </a:moveTo>
                  <a:lnTo>
                    <a:pt x="1" y="9524"/>
                  </a:lnTo>
                  <a:lnTo>
                    <a:pt x="8334" y="952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25"/>
            <p:cNvSpPr/>
            <p:nvPr/>
          </p:nvSpPr>
          <p:spPr>
            <a:xfrm>
              <a:off x="1790857" y="739552"/>
              <a:ext cx="166400" cy="147932"/>
            </a:xfrm>
            <a:custGeom>
              <a:rect b="b" l="l" r="r" t="t"/>
              <a:pathLst>
                <a:path extrusionOk="0" h="9524" w="10713">
                  <a:moveTo>
                    <a:pt x="0" y="1"/>
                  </a:moveTo>
                  <a:lnTo>
                    <a:pt x="0"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25"/>
            <p:cNvSpPr/>
            <p:nvPr/>
          </p:nvSpPr>
          <p:spPr>
            <a:xfrm>
              <a:off x="1642910"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25"/>
            <p:cNvSpPr/>
            <p:nvPr/>
          </p:nvSpPr>
          <p:spPr>
            <a:xfrm>
              <a:off x="1513494" y="739552"/>
              <a:ext cx="129432" cy="147932"/>
            </a:xfrm>
            <a:custGeom>
              <a:rect b="b" l="l" r="r" t="t"/>
              <a:pathLst>
                <a:path extrusionOk="0" h="9524" w="8333">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25"/>
            <p:cNvSpPr/>
            <p:nvPr/>
          </p:nvSpPr>
          <p:spPr>
            <a:xfrm>
              <a:off x="1347094" y="739552"/>
              <a:ext cx="166415" cy="147932"/>
            </a:xfrm>
            <a:custGeom>
              <a:rect b="b" l="l" r="r" t="t"/>
              <a:pathLst>
                <a:path extrusionOk="0" h="9524" w="10714">
                  <a:moveTo>
                    <a:pt x="1" y="1"/>
                  </a:moveTo>
                  <a:lnTo>
                    <a:pt x="1"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4" name="Google Shape;4624;p25"/>
            <p:cNvSpPr/>
            <p:nvPr/>
          </p:nvSpPr>
          <p:spPr>
            <a:xfrm>
              <a:off x="1199178"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5" name="Google Shape;4625;p25"/>
            <p:cNvSpPr/>
            <p:nvPr/>
          </p:nvSpPr>
          <p:spPr>
            <a:xfrm>
              <a:off x="1069761" y="739552"/>
              <a:ext cx="129432" cy="147932"/>
            </a:xfrm>
            <a:custGeom>
              <a:rect b="b" l="l" r="r" t="t"/>
              <a:pathLst>
                <a:path extrusionOk="0" h="9524" w="8333">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6" name="Google Shape;4626;p25"/>
            <p:cNvSpPr/>
            <p:nvPr/>
          </p:nvSpPr>
          <p:spPr>
            <a:xfrm>
              <a:off x="903361" y="739552"/>
              <a:ext cx="166415" cy="147932"/>
            </a:xfrm>
            <a:custGeom>
              <a:rect b="b" l="l" r="r" t="t"/>
              <a:pathLst>
                <a:path extrusionOk="0" h="9524" w="10714">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25"/>
            <p:cNvSpPr/>
            <p:nvPr/>
          </p:nvSpPr>
          <p:spPr>
            <a:xfrm>
              <a:off x="2400974" y="573137"/>
              <a:ext cx="129448" cy="166431"/>
            </a:xfrm>
            <a:custGeom>
              <a:rect b="b" l="l" r="r" t="t"/>
              <a:pathLst>
                <a:path extrusionOk="0" h="10715" w="8334">
                  <a:moveTo>
                    <a:pt x="1" y="1"/>
                  </a:moveTo>
                  <a:lnTo>
                    <a:pt x="1" y="10715"/>
                  </a:lnTo>
                  <a:lnTo>
                    <a:pt x="8334" y="10715"/>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8" name="Google Shape;4628;p25"/>
            <p:cNvSpPr/>
            <p:nvPr/>
          </p:nvSpPr>
          <p:spPr>
            <a:xfrm>
              <a:off x="2253074" y="573137"/>
              <a:ext cx="147916" cy="166431"/>
            </a:xfrm>
            <a:custGeom>
              <a:rect b="b" l="l" r="r" t="t"/>
              <a:pathLst>
                <a:path extrusionOk="0" h="10715" w="9523">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9" name="Google Shape;4629;p25"/>
            <p:cNvSpPr/>
            <p:nvPr/>
          </p:nvSpPr>
          <p:spPr>
            <a:xfrm>
              <a:off x="2086674" y="573137"/>
              <a:ext cx="166415" cy="166431"/>
            </a:xfrm>
            <a:custGeom>
              <a:rect b="b" l="l" r="r" t="t"/>
              <a:pathLst>
                <a:path extrusionOk="0" h="10715" w="10714">
                  <a:moveTo>
                    <a:pt x="1" y="1"/>
                  </a:moveTo>
                  <a:lnTo>
                    <a:pt x="1" y="10715"/>
                  </a:lnTo>
                  <a:lnTo>
                    <a:pt x="10713" y="10715"/>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0" name="Google Shape;4630;p25"/>
            <p:cNvSpPr/>
            <p:nvPr/>
          </p:nvSpPr>
          <p:spPr>
            <a:xfrm>
              <a:off x="1957242" y="573137"/>
              <a:ext cx="129448" cy="166431"/>
            </a:xfrm>
            <a:custGeom>
              <a:rect b="b" l="l" r="r" t="t"/>
              <a:pathLst>
                <a:path extrusionOk="0" h="10715" w="8334">
                  <a:moveTo>
                    <a:pt x="1" y="1"/>
                  </a:moveTo>
                  <a:lnTo>
                    <a:pt x="1" y="10715"/>
                  </a:lnTo>
                  <a:lnTo>
                    <a:pt x="8334" y="10715"/>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25"/>
            <p:cNvSpPr/>
            <p:nvPr/>
          </p:nvSpPr>
          <p:spPr>
            <a:xfrm>
              <a:off x="1790857" y="573137"/>
              <a:ext cx="166400" cy="166431"/>
            </a:xfrm>
            <a:custGeom>
              <a:rect b="b" l="l" r="r" t="t"/>
              <a:pathLst>
                <a:path extrusionOk="0" h="10715" w="10713">
                  <a:moveTo>
                    <a:pt x="0" y="1"/>
                  </a:moveTo>
                  <a:lnTo>
                    <a:pt x="0" y="10715"/>
                  </a:lnTo>
                  <a:lnTo>
                    <a:pt x="10713" y="10715"/>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25"/>
            <p:cNvSpPr/>
            <p:nvPr/>
          </p:nvSpPr>
          <p:spPr>
            <a:xfrm>
              <a:off x="1642910" y="573137"/>
              <a:ext cx="147932" cy="166431"/>
            </a:xfrm>
            <a:custGeom>
              <a:rect b="b" l="l" r="r" t="t"/>
              <a:pathLst>
                <a:path extrusionOk="0" h="10715" w="9524">
                  <a:moveTo>
                    <a:pt x="1" y="1"/>
                  </a:moveTo>
                  <a:lnTo>
                    <a:pt x="1" y="10715"/>
                  </a:lnTo>
                  <a:lnTo>
                    <a:pt x="9524" y="10715"/>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25"/>
            <p:cNvSpPr/>
            <p:nvPr/>
          </p:nvSpPr>
          <p:spPr>
            <a:xfrm>
              <a:off x="1513494" y="573137"/>
              <a:ext cx="129432" cy="166431"/>
            </a:xfrm>
            <a:custGeom>
              <a:rect b="b" l="l" r="r" t="t"/>
              <a:pathLst>
                <a:path extrusionOk="0" h="10715" w="8333">
                  <a:moveTo>
                    <a:pt x="0" y="1"/>
                  </a:moveTo>
                  <a:lnTo>
                    <a:pt x="0" y="10715"/>
                  </a:lnTo>
                  <a:lnTo>
                    <a:pt x="8333" y="10715"/>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4" name="Google Shape;4634;p25"/>
            <p:cNvSpPr/>
            <p:nvPr/>
          </p:nvSpPr>
          <p:spPr>
            <a:xfrm>
              <a:off x="2400974" y="443705"/>
              <a:ext cx="129448" cy="129448"/>
            </a:xfrm>
            <a:custGeom>
              <a:rect b="b" l="l" r="r" t="t"/>
              <a:pathLst>
                <a:path extrusionOk="0" h="8334" w="8334">
                  <a:moveTo>
                    <a:pt x="1" y="1"/>
                  </a:moveTo>
                  <a:lnTo>
                    <a:pt x="1" y="8334"/>
                  </a:lnTo>
                  <a:lnTo>
                    <a:pt x="8334" y="833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5" name="Google Shape;4635;p25"/>
            <p:cNvSpPr/>
            <p:nvPr/>
          </p:nvSpPr>
          <p:spPr>
            <a:xfrm>
              <a:off x="2253074" y="443705"/>
              <a:ext cx="147916" cy="129448"/>
            </a:xfrm>
            <a:custGeom>
              <a:rect b="b" l="l" r="r" t="t"/>
              <a:pathLst>
                <a:path extrusionOk="0" h="8334" w="9523">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25"/>
            <p:cNvSpPr/>
            <p:nvPr/>
          </p:nvSpPr>
          <p:spPr>
            <a:xfrm>
              <a:off x="2086674" y="443705"/>
              <a:ext cx="166415" cy="129448"/>
            </a:xfrm>
            <a:custGeom>
              <a:rect b="b" l="l" r="r" t="t"/>
              <a:pathLst>
                <a:path extrusionOk="0" h="8334" w="10714">
                  <a:moveTo>
                    <a:pt x="1" y="1"/>
                  </a:moveTo>
                  <a:lnTo>
                    <a:pt x="1" y="8334"/>
                  </a:lnTo>
                  <a:lnTo>
                    <a:pt x="10713" y="833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25"/>
            <p:cNvSpPr/>
            <p:nvPr/>
          </p:nvSpPr>
          <p:spPr>
            <a:xfrm>
              <a:off x="1957242" y="443705"/>
              <a:ext cx="129448" cy="129448"/>
            </a:xfrm>
            <a:custGeom>
              <a:rect b="b" l="l" r="r" t="t"/>
              <a:pathLst>
                <a:path extrusionOk="0" h="8334" w="8334">
                  <a:moveTo>
                    <a:pt x="1" y="1"/>
                  </a:moveTo>
                  <a:lnTo>
                    <a:pt x="1" y="8334"/>
                  </a:lnTo>
                  <a:lnTo>
                    <a:pt x="8334" y="833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8" name="Google Shape;4638;p25"/>
            <p:cNvSpPr/>
            <p:nvPr/>
          </p:nvSpPr>
          <p:spPr>
            <a:xfrm>
              <a:off x="1790857" y="443705"/>
              <a:ext cx="166400" cy="129448"/>
            </a:xfrm>
            <a:custGeom>
              <a:rect b="b" l="l" r="r" t="t"/>
              <a:pathLst>
                <a:path extrusionOk="0" h="8334" w="10713">
                  <a:moveTo>
                    <a:pt x="0" y="1"/>
                  </a:moveTo>
                  <a:lnTo>
                    <a:pt x="0" y="8334"/>
                  </a:lnTo>
                  <a:lnTo>
                    <a:pt x="10713" y="833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9" name="Google Shape;4639;p25"/>
            <p:cNvSpPr/>
            <p:nvPr/>
          </p:nvSpPr>
          <p:spPr>
            <a:xfrm>
              <a:off x="1642910" y="443705"/>
              <a:ext cx="147932" cy="129448"/>
            </a:xfrm>
            <a:custGeom>
              <a:rect b="b" l="l" r="r" t="t"/>
              <a:pathLst>
                <a:path extrusionOk="0" h="8334" w="9524">
                  <a:moveTo>
                    <a:pt x="1" y="1"/>
                  </a:moveTo>
                  <a:lnTo>
                    <a:pt x="1" y="8334"/>
                  </a:lnTo>
                  <a:lnTo>
                    <a:pt x="9524" y="833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0" name="Google Shape;4640;p25"/>
            <p:cNvSpPr/>
            <p:nvPr/>
          </p:nvSpPr>
          <p:spPr>
            <a:xfrm>
              <a:off x="1513494" y="443705"/>
              <a:ext cx="129432" cy="129448"/>
            </a:xfrm>
            <a:custGeom>
              <a:rect b="b" l="l" r="r" t="t"/>
              <a:pathLst>
                <a:path extrusionOk="0" h="8334" w="8333">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1" name="Google Shape;4641;p25"/>
            <p:cNvSpPr/>
            <p:nvPr/>
          </p:nvSpPr>
          <p:spPr>
            <a:xfrm>
              <a:off x="2400974" y="27732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2" name="Google Shape;4642;p25"/>
            <p:cNvSpPr/>
            <p:nvPr/>
          </p:nvSpPr>
          <p:spPr>
            <a:xfrm>
              <a:off x="2253074" y="27732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3" name="Google Shape;4643;p25"/>
            <p:cNvSpPr/>
            <p:nvPr/>
          </p:nvSpPr>
          <p:spPr>
            <a:xfrm>
              <a:off x="2086674" y="27732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25"/>
            <p:cNvSpPr/>
            <p:nvPr/>
          </p:nvSpPr>
          <p:spPr>
            <a:xfrm>
              <a:off x="1957242" y="27732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25"/>
            <p:cNvSpPr/>
            <p:nvPr/>
          </p:nvSpPr>
          <p:spPr>
            <a:xfrm>
              <a:off x="1790857" y="27732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25"/>
            <p:cNvSpPr/>
            <p:nvPr/>
          </p:nvSpPr>
          <p:spPr>
            <a:xfrm>
              <a:off x="1642910"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25"/>
            <p:cNvSpPr/>
            <p:nvPr/>
          </p:nvSpPr>
          <p:spPr>
            <a:xfrm>
              <a:off x="2400974" y="129404"/>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25"/>
            <p:cNvSpPr/>
            <p:nvPr/>
          </p:nvSpPr>
          <p:spPr>
            <a:xfrm>
              <a:off x="2253074" y="129404"/>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9" name="Google Shape;4649;p25"/>
            <p:cNvSpPr/>
            <p:nvPr/>
          </p:nvSpPr>
          <p:spPr>
            <a:xfrm>
              <a:off x="2086674" y="129404"/>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25"/>
            <p:cNvSpPr/>
            <p:nvPr/>
          </p:nvSpPr>
          <p:spPr>
            <a:xfrm>
              <a:off x="1957242" y="129404"/>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25"/>
            <p:cNvSpPr/>
            <p:nvPr/>
          </p:nvSpPr>
          <p:spPr>
            <a:xfrm>
              <a:off x="1790857" y="129404"/>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25"/>
            <p:cNvSpPr/>
            <p:nvPr/>
          </p:nvSpPr>
          <p:spPr>
            <a:xfrm>
              <a:off x="2400974" y="-12"/>
              <a:ext cx="129448" cy="129432"/>
            </a:xfrm>
            <a:custGeom>
              <a:rect b="b" l="l" r="r" t="t"/>
              <a:pathLst>
                <a:path extrusionOk="0" h="8333"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25"/>
            <p:cNvSpPr/>
            <p:nvPr/>
          </p:nvSpPr>
          <p:spPr>
            <a:xfrm>
              <a:off x="2253074" y="-12"/>
              <a:ext cx="147916" cy="129432"/>
            </a:xfrm>
            <a:custGeom>
              <a:rect b="b" l="l" r="r" t="t"/>
              <a:pathLst>
                <a:path extrusionOk="0" h="8333"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4" name="Google Shape;4654;p25"/>
            <p:cNvSpPr/>
            <p:nvPr/>
          </p:nvSpPr>
          <p:spPr>
            <a:xfrm>
              <a:off x="2086674" y="-12"/>
              <a:ext cx="166415" cy="129432"/>
            </a:xfrm>
            <a:custGeom>
              <a:rect b="b" l="l" r="r" t="t"/>
              <a:pathLst>
                <a:path extrusionOk="0" h="8333"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5" name="Google Shape;4655;p25"/>
            <p:cNvSpPr/>
            <p:nvPr/>
          </p:nvSpPr>
          <p:spPr>
            <a:xfrm>
              <a:off x="1957242"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25"/>
            <p:cNvSpPr/>
            <p:nvPr/>
          </p:nvSpPr>
          <p:spPr>
            <a:xfrm>
              <a:off x="2530406"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25"/>
            <p:cNvSpPr/>
            <p:nvPr/>
          </p:nvSpPr>
          <p:spPr>
            <a:xfrm>
              <a:off x="2678322"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25"/>
            <p:cNvSpPr/>
            <p:nvPr/>
          </p:nvSpPr>
          <p:spPr>
            <a:xfrm>
              <a:off x="2807755" y="2070781"/>
              <a:ext cx="166431" cy="147916"/>
            </a:xfrm>
            <a:custGeom>
              <a:rect b="b" l="l" r="r" t="t"/>
              <a:pathLst>
                <a:path extrusionOk="0" h="9523" w="10715">
                  <a:moveTo>
                    <a:pt x="0" y="0"/>
                  </a:moveTo>
                  <a:lnTo>
                    <a:pt x="0" y="9523"/>
                  </a:lnTo>
                  <a:lnTo>
                    <a:pt x="10714" y="952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25"/>
            <p:cNvSpPr/>
            <p:nvPr/>
          </p:nvSpPr>
          <p:spPr>
            <a:xfrm>
              <a:off x="2974170"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0" name="Google Shape;4660;p25"/>
            <p:cNvSpPr/>
            <p:nvPr/>
          </p:nvSpPr>
          <p:spPr>
            <a:xfrm>
              <a:off x="312208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25"/>
            <p:cNvSpPr/>
            <p:nvPr/>
          </p:nvSpPr>
          <p:spPr>
            <a:xfrm>
              <a:off x="326998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2" name="Google Shape;4662;p25"/>
            <p:cNvSpPr/>
            <p:nvPr/>
          </p:nvSpPr>
          <p:spPr>
            <a:xfrm>
              <a:off x="341790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25"/>
            <p:cNvSpPr/>
            <p:nvPr/>
          </p:nvSpPr>
          <p:spPr>
            <a:xfrm>
              <a:off x="3565818"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25"/>
            <p:cNvSpPr/>
            <p:nvPr/>
          </p:nvSpPr>
          <p:spPr>
            <a:xfrm>
              <a:off x="3713719" y="2070781"/>
              <a:ext cx="147963" cy="147916"/>
            </a:xfrm>
            <a:custGeom>
              <a:rect b="b" l="l" r="r" t="t"/>
              <a:pathLst>
                <a:path extrusionOk="0" h="9523" w="9526">
                  <a:moveTo>
                    <a:pt x="1" y="0"/>
                  </a:moveTo>
                  <a:lnTo>
                    <a:pt x="1" y="9523"/>
                  </a:lnTo>
                  <a:lnTo>
                    <a:pt x="9525" y="952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25"/>
            <p:cNvSpPr/>
            <p:nvPr/>
          </p:nvSpPr>
          <p:spPr>
            <a:xfrm>
              <a:off x="386166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6" name="Google Shape;4666;p25"/>
            <p:cNvSpPr/>
            <p:nvPr/>
          </p:nvSpPr>
          <p:spPr>
            <a:xfrm>
              <a:off x="400956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7" name="Google Shape;4667;p25"/>
            <p:cNvSpPr/>
            <p:nvPr/>
          </p:nvSpPr>
          <p:spPr>
            <a:xfrm>
              <a:off x="415748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8" name="Google Shape;4668;p25"/>
            <p:cNvSpPr/>
            <p:nvPr/>
          </p:nvSpPr>
          <p:spPr>
            <a:xfrm>
              <a:off x="4305398"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9" name="Google Shape;4669;p25"/>
            <p:cNvSpPr/>
            <p:nvPr/>
          </p:nvSpPr>
          <p:spPr>
            <a:xfrm>
              <a:off x="2530406"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0" name="Google Shape;4670;p25"/>
            <p:cNvSpPr/>
            <p:nvPr/>
          </p:nvSpPr>
          <p:spPr>
            <a:xfrm>
              <a:off x="2678322" y="192286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1" name="Google Shape;4671;p25"/>
            <p:cNvSpPr/>
            <p:nvPr/>
          </p:nvSpPr>
          <p:spPr>
            <a:xfrm>
              <a:off x="2807755" y="1922865"/>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25"/>
            <p:cNvSpPr/>
            <p:nvPr/>
          </p:nvSpPr>
          <p:spPr>
            <a:xfrm>
              <a:off x="2974170" y="192286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3" name="Google Shape;4673;p25"/>
            <p:cNvSpPr/>
            <p:nvPr/>
          </p:nvSpPr>
          <p:spPr>
            <a:xfrm>
              <a:off x="3122086"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4" name="Google Shape;4674;p25"/>
            <p:cNvSpPr/>
            <p:nvPr/>
          </p:nvSpPr>
          <p:spPr>
            <a:xfrm>
              <a:off x="3269986"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25"/>
            <p:cNvSpPr/>
            <p:nvPr/>
          </p:nvSpPr>
          <p:spPr>
            <a:xfrm>
              <a:off x="3417902"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25"/>
            <p:cNvSpPr/>
            <p:nvPr/>
          </p:nvSpPr>
          <p:spPr>
            <a:xfrm>
              <a:off x="3565818"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25"/>
            <p:cNvSpPr/>
            <p:nvPr/>
          </p:nvSpPr>
          <p:spPr>
            <a:xfrm>
              <a:off x="3713719" y="1922865"/>
              <a:ext cx="147963" cy="147932"/>
            </a:xfrm>
            <a:custGeom>
              <a:rect b="b" l="l" r="r" t="t"/>
              <a:pathLst>
                <a:path extrusionOk="0" h="9524" w="9526">
                  <a:moveTo>
                    <a:pt x="1" y="1"/>
                  </a:moveTo>
                  <a:lnTo>
                    <a:pt x="1" y="9523"/>
                  </a:lnTo>
                  <a:lnTo>
                    <a:pt x="9525" y="952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25"/>
            <p:cNvSpPr/>
            <p:nvPr/>
          </p:nvSpPr>
          <p:spPr>
            <a:xfrm>
              <a:off x="3861666"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9" name="Google Shape;4679;p25"/>
            <p:cNvSpPr/>
            <p:nvPr/>
          </p:nvSpPr>
          <p:spPr>
            <a:xfrm>
              <a:off x="4009566"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0" name="Google Shape;4680;p25"/>
            <p:cNvSpPr/>
            <p:nvPr/>
          </p:nvSpPr>
          <p:spPr>
            <a:xfrm>
              <a:off x="4157482"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25"/>
            <p:cNvSpPr/>
            <p:nvPr/>
          </p:nvSpPr>
          <p:spPr>
            <a:xfrm>
              <a:off x="4305398" y="192286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2" name="Google Shape;4682;p25"/>
            <p:cNvSpPr/>
            <p:nvPr/>
          </p:nvSpPr>
          <p:spPr>
            <a:xfrm>
              <a:off x="4453314"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25"/>
            <p:cNvSpPr/>
            <p:nvPr/>
          </p:nvSpPr>
          <p:spPr>
            <a:xfrm>
              <a:off x="4601215"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25"/>
            <p:cNvSpPr/>
            <p:nvPr/>
          </p:nvSpPr>
          <p:spPr>
            <a:xfrm>
              <a:off x="2530406"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25"/>
            <p:cNvSpPr/>
            <p:nvPr/>
          </p:nvSpPr>
          <p:spPr>
            <a:xfrm>
              <a:off x="2678322" y="175648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6" name="Google Shape;4686;p25"/>
            <p:cNvSpPr/>
            <p:nvPr/>
          </p:nvSpPr>
          <p:spPr>
            <a:xfrm>
              <a:off x="2807755" y="175648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25"/>
            <p:cNvSpPr/>
            <p:nvPr/>
          </p:nvSpPr>
          <p:spPr>
            <a:xfrm>
              <a:off x="2974170" y="175648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25"/>
            <p:cNvSpPr/>
            <p:nvPr/>
          </p:nvSpPr>
          <p:spPr>
            <a:xfrm>
              <a:off x="3122086"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9" name="Google Shape;4689;p25"/>
            <p:cNvSpPr/>
            <p:nvPr/>
          </p:nvSpPr>
          <p:spPr>
            <a:xfrm>
              <a:off x="3269986"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0" name="Google Shape;4690;p25"/>
            <p:cNvSpPr/>
            <p:nvPr/>
          </p:nvSpPr>
          <p:spPr>
            <a:xfrm>
              <a:off x="3417902"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25"/>
            <p:cNvSpPr/>
            <p:nvPr/>
          </p:nvSpPr>
          <p:spPr>
            <a:xfrm>
              <a:off x="3565818"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25"/>
            <p:cNvSpPr/>
            <p:nvPr/>
          </p:nvSpPr>
          <p:spPr>
            <a:xfrm>
              <a:off x="3713719" y="1756480"/>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25"/>
            <p:cNvSpPr/>
            <p:nvPr/>
          </p:nvSpPr>
          <p:spPr>
            <a:xfrm>
              <a:off x="3861666"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25"/>
            <p:cNvSpPr/>
            <p:nvPr/>
          </p:nvSpPr>
          <p:spPr>
            <a:xfrm>
              <a:off x="4009566"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25"/>
            <p:cNvSpPr/>
            <p:nvPr/>
          </p:nvSpPr>
          <p:spPr>
            <a:xfrm>
              <a:off x="4157482"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25"/>
            <p:cNvSpPr/>
            <p:nvPr/>
          </p:nvSpPr>
          <p:spPr>
            <a:xfrm>
              <a:off x="4305398" y="175648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7" name="Google Shape;4697;p25"/>
            <p:cNvSpPr/>
            <p:nvPr/>
          </p:nvSpPr>
          <p:spPr>
            <a:xfrm>
              <a:off x="4453314"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8" name="Google Shape;4698;p25"/>
            <p:cNvSpPr/>
            <p:nvPr/>
          </p:nvSpPr>
          <p:spPr>
            <a:xfrm>
              <a:off x="4601215"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9" name="Google Shape;4699;p25"/>
            <p:cNvSpPr/>
            <p:nvPr/>
          </p:nvSpPr>
          <p:spPr>
            <a:xfrm>
              <a:off x="2530406"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0" name="Google Shape;4700;p25"/>
            <p:cNvSpPr/>
            <p:nvPr/>
          </p:nvSpPr>
          <p:spPr>
            <a:xfrm>
              <a:off x="2678322" y="1627048"/>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1" name="Google Shape;4701;p25"/>
            <p:cNvSpPr/>
            <p:nvPr/>
          </p:nvSpPr>
          <p:spPr>
            <a:xfrm>
              <a:off x="2807755" y="1627048"/>
              <a:ext cx="166431" cy="129448"/>
            </a:xfrm>
            <a:custGeom>
              <a:rect b="b" l="l" r="r" t="t"/>
              <a:pathLst>
                <a:path extrusionOk="0" h="8334"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2" name="Google Shape;4702;p25"/>
            <p:cNvSpPr/>
            <p:nvPr/>
          </p:nvSpPr>
          <p:spPr>
            <a:xfrm>
              <a:off x="2974170" y="1627048"/>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3" name="Google Shape;4703;p25"/>
            <p:cNvSpPr/>
            <p:nvPr/>
          </p:nvSpPr>
          <p:spPr>
            <a:xfrm>
              <a:off x="3122086"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4" name="Google Shape;4704;p25"/>
            <p:cNvSpPr/>
            <p:nvPr/>
          </p:nvSpPr>
          <p:spPr>
            <a:xfrm>
              <a:off x="3269986"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5" name="Google Shape;4705;p25"/>
            <p:cNvSpPr/>
            <p:nvPr/>
          </p:nvSpPr>
          <p:spPr>
            <a:xfrm>
              <a:off x="3417902"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6" name="Google Shape;4706;p25"/>
            <p:cNvSpPr/>
            <p:nvPr/>
          </p:nvSpPr>
          <p:spPr>
            <a:xfrm>
              <a:off x="3565818"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25"/>
            <p:cNvSpPr/>
            <p:nvPr/>
          </p:nvSpPr>
          <p:spPr>
            <a:xfrm>
              <a:off x="3713719" y="1627048"/>
              <a:ext cx="147963" cy="129448"/>
            </a:xfrm>
            <a:custGeom>
              <a:rect b="b" l="l" r="r" t="t"/>
              <a:pathLst>
                <a:path extrusionOk="0" h="8334" w="9526">
                  <a:moveTo>
                    <a:pt x="1" y="0"/>
                  </a:moveTo>
                  <a:lnTo>
                    <a:pt x="1" y="8333"/>
                  </a:lnTo>
                  <a:lnTo>
                    <a:pt x="9525" y="833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8" name="Google Shape;4708;p25"/>
            <p:cNvSpPr/>
            <p:nvPr/>
          </p:nvSpPr>
          <p:spPr>
            <a:xfrm>
              <a:off x="3861666"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9" name="Google Shape;4709;p25"/>
            <p:cNvSpPr/>
            <p:nvPr/>
          </p:nvSpPr>
          <p:spPr>
            <a:xfrm>
              <a:off x="4009566"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25"/>
            <p:cNvSpPr/>
            <p:nvPr/>
          </p:nvSpPr>
          <p:spPr>
            <a:xfrm>
              <a:off x="4157482"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25"/>
            <p:cNvSpPr/>
            <p:nvPr/>
          </p:nvSpPr>
          <p:spPr>
            <a:xfrm>
              <a:off x="4305398" y="1627048"/>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25"/>
            <p:cNvSpPr/>
            <p:nvPr/>
          </p:nvSpPr>
          <p:spPr>
            <a:xfrm>
              <a:off x="4453314"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3" name="Google Shape;4713;p25"/>
            <p:cNvSpPr/>
            <p:nvPr/>
          </p:nvSpPr>
          <p:spPr>
            <a:xfrm>
              <a:off x="4601215"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4" name="Google Shape;4714;p25"/>
            <p:cNvSpPr/>
            <p:nvPr/>
          </p:nvSpPr>
          <p:spPr>
            <a:xfrm>
              <a:off x="2530406"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25"/>
            <p:cNvSpPr/>
            <p:nvPr/>
          </p:nvSpPr>
          <p:spPr>
            <a:xfrm>
              <a:off x="2678322" y="1460633"/>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6" name="Google Shape;4716;p25"/>
            <p:cNvSpPr/>
            <p:nvPr/>
          </p:nvSpPr>
          <p:spPr>
            <a:xfrm>
              <a:off x="2807755" y="1460633"/>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7" name="Google Shape;4717;p25"/>
            <p:cNvSpPr/>
            <p:nvPr/>
          </p:nvSpPr>
          <p:spPr>
            <a:xfrm>
              <a:off x="2974170" y="1460633"/>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8" name="Google Shape;4718;p25"/>
            <p:cNvSpPr/>
            <p:nvPr/>
          </p:nvSpPr>
          <p:spPr>
            <a:xfrm>
              <a:off x="3122086"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9" name="Google Shape;4719;p25"/>
            <p:cNvSpPr/>
            <p:nvPr/>
          </p:nvSpPr>
          <p:spPr>
            <a:xfrm>
              <a:off x="3269986"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0" name="Google Shape;4720;p25"/>
            <p:cNvSpPr/>
            <p:nvPr/>
          </p:nvSpPr>
          <p:spPr>
            <a:xfrm>
              <a:off x="3417902"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1" name="Google Shape;4721;p25"/>
            <p:cNvSpPr/>
            <p:nvPr/>
          </p:nvSpPr>
          <p:spPr>
            <a:xfrm>
              <a:off x="3565818"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2" name="Google Shape;4722;p25"/>
            <p:cNvSpPr/>
            <p:nvPr/>
          </p:nvSpPr>
          <p:spPr>
            <a:xfrm>
              <a:off x="3713719" y="1460633"/>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25"/>
            <p:cNvSpPr/>
            <p:nvPr/>
          </p:nvSpPr>
          <p:spPr>
            <a:xfrm>
              <a:off x="3861666"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4" name="Google Shape;4724;p25"/>
            <p:cNvSpPr/>
            <p:nvPr/>
          </p:nvSpPr>
          <p:spPr>
            <a:xfrm>
              <a:off x="4009566"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5" name="Google Shape;4725;p25"/>
            <p:cNvSpPr/>
            <p:nvPr/>
          </p:nvSpPr>
          <p:spPr>
            <a:xfrm>
              <a:off x="4157482"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25"/>
            <p:cNvSpPr/>
            <p:nvPr/>
          </p:nvSpPr>
          <p:spPr>
            <a:xfrm>
              <a:off x="4305398" y="1460633"/>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7" name="Google Shape;4727;p25"/>
            <p:cNvSpPr/>
            <p:nvPr/>
          </p:nvSpPr>
          <p:spPr>
            <a:xfrm>
              <a:off x="4453314"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25"/>
            <p:cNvSpPr/>
            <p:nvPr/>
          </p:nvSpPr>
          <p:spPr>
            <a:xfrm>
              <a:off x="4601215"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25"/>
            <p:cNvSpPr/>
            <p:nvPr/>
          </p:nvSpPr>
          <p:spPr>
            <a:xfrm>
              <a:off x="2530406"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0" name="Google Shape;4730;p25"/>
            <p:cNvSpPr/>
            <p:nvPr/>
          </p:nvSpPr>
          <p:spPr>
            <a:xfrm>
              <a:off x="2678322" y="1331201"/>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25"/>
            <p:cNvSpPr/>
            <p:nvPr/>
          </p:nvSpPr>
          <p:spPr>
            <a:xfrm>
              <a:off x="2807755" y="1331201"/>
              <a:ext cx="166431" cy="129448"/>
            </a:xfrm>
            <a:custGeom>
              <a:rect b="b" l="l" r="r" t="t"/>
              <a:pathLst>
                <a:path extrusionOk="0" h="8334"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2" name="Google Shape;4732;p25"/>
            <p:cNvSpPr/>
            <p:nvPr/>
          </p:nvSpPr>
          <p:spPr>
            <a:xfrm>
              <a:off x="2974170" y="1331201"/>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3" name="Google Shape;4733;p25"/>
            <p:cNvSpPr/>
            <p:nvPr/>
          </p:nvSpPr>
          <p:spPr>
            <a:xfrm>
              <a:off x="3122086"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25"/>
            <p:cNvSpPr/>
            <p:nvPr/>
          </p:nvSpPr>
          <p:spPr>
            <a:xfrm>
              <a:off x="3269986"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25"/>
            <p:cNvSpPr/>
            <p:nvPr/>
          </p:nvSpPr>
          <p:spPr>
            <a:xfrm>
              <a:off x="3417902"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25"/>
            <p:cNvSpPr/>
            <p:nvPr/>
          </p:nvSpPr>
          <p:spPr>
            <a:xfrm>
              <a:off x="3565818"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25"/>
            <p:cNvSpPr/>
            <p:nvPr/>
          </p:nvSpPr>
          <p:spPr>
            <a:xfrm>
              <a:off x="3713719" y="1331201"/>
              <a:ext cx="147963" cy="129448"/>
            </a:xfrm>
            <a:custGeom>
              <a:rect b="b" l="l" r="r" t="t"/>
              <a:pathLst>
                <a:path extrusionOk="0" h="8334" w="9526">
                  <a:moveTo>
                    <a:pt x="1" y="0"/>
                  </a:moveTo>
                  <a:lnTo>
                    <a:pt x="1" y="8333"/>
                  </a:lnTo>
                  <a:lnTo>
                    <a:pt x="9525" y="833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25"/>
            <p:cNvSpPr/>
            <p:nvPr/>
          </p:nvSpPr>
          <p:spPr>
            <a:xfrm>
              <a:off x="3861666"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25"/>
            <p:cNvSpPr/>
            <p:nvPr/>
          </p:nvSpPr>
          <p:spPr>
            <a:xfrm>
              <a:off x="4009566"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25"/>
            <p:cNvSpPr/>
            <p:nvPr/>
          </p:nvSpPr>
          <p:spPr>
            <a:xfrm>
              <a:off x="4157482"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25"/>
            <p:cNvSpPr/>
            <p:nvPr/>
          </p:nvSpPr>
          <p:spPr>
            <a:xfrm>
              <a:off x="4305398" y="1331201"/>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25"/>
            <p:cNvSpPr/>
            <p:nvPr/>
          </p:nvSpPr>
          <p:spPr>
            <a:xfrm>
              <a:off x="4453314"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3" name="Google Shape;4743;p25"/>
            <p:cNvSpPr/>
            <p:nvPr/>
          </p:nvSpPr>
          <p:spPr>
            <a:xfrm>
              <a:off x="4601215"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4" name="Google Shape;4744;p25"/>
            <p:cNvSpPr/>
            <p:nvPr/>
          </p:nvSpPr>
          <p:spPr>
            <a:xfrm>
              <a:off x="2530406"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5" name="Google Shape;4745;p25"/>
            <p:cNvSpPr/>
            <p:nvPr/>
          </p:nvSpPr>
          <p:spPr>
            <a:xfrm>
              <a:off x="2678322" y="118328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6" name="Google Shape;4746;p25"/>
            <p:cNvSpPr/>
            <p:nvPr/>
          </p:nvSpPr>
          <p:spPr>
            <a:xfrm>
              <a:off x="2807755" y="1183285"/>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7" name="Google Shape;4747;p25"/>
            <p:cNvSpPr/>
            <p:nvPr/>
          </p:nvSpPr>
          <p:spPr>
            <a:xfrm>
              <a:off x="2974170" y="118328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8" name="Google Shape;4748;p25"/>
            <p:cNvSpPr/>
            <p:nvPr/>
          </p:nvSpPr>
          <p:spPr>
            <a:xfrm>
              <a:off x="3122086"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9" name="Google Shape;4749;p25"/>
            <p:cNvSpPr/>
            <p:nvPr/>
          </p:nvSpPr>
          <p:spPr>
            <a:xfrm>
              <a:off x="3269986"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0" name="Google Shape;4750;p25"/>
            <p:cNvSpPr/>
            <p:nvPr/>
          </p:nvSpPr>
          <p:spPr>
            <a:xfrm>
              <a:off x="3417902"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1" name="Google Shape;4751;p25"/>
            <p:cNvSpPr/>
            <p:nvPr/>
          </p:nvSpPr>
          <p:spPr>
            <a:xfrm>
              <a:off x="3565818"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2" name="Google Shape;4752;p25"/>
            <p:cNvSpPr/>
            <p:nvPr/>
          </p:nvSpPr>
          <p:spPr>
            <a:xfrm>
              <a:off x="3713719" y="1183285"/>
              <a:ext cx="147963" cy="147932"/>
            </a:xfrm>
            <a:custGeom>
              <a:rect b="b" l="l" r="r" t="t"/>
              <a:pathLst>
                <a:path extrusionOk="0" h="9524" w="9526">
                  <a:moveTo>
                    <a:pt x="1" y="1"/>
                  </a:moveTo>
                  <a:lnTo>
                    <a:pt x="1" y="9523"/>
                  </a:lnTo>
                  <a:lnTo>
                    <a:pt x="9525" y="952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3" name="Google Shape;4753;p25"/>
            <p:cNvSpPr/>
            <p:nvPr/>
          </p:nvSpPr>
          <p:spPr>
            <a:xfrm>
              <a:off x="3861666"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4" name="Google Shape;4754;p25"/>
            <p:cNvSpPr/>
            <p:nvPr/>
          </p:nvSpPr>
          <p:spPr>
            <a:xfrm>
              <a:off x="4009566"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25"/>
            <p:cNvSpPr/>
            <p:nvPr/>
          </p:nvSpPr>
          <p:spPr>
            <a:xfrm>
              <a:off x="4157482"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25"/>
            <p:cNvSpPr/>
            <p:nvPr/>
          </p:nvSpPr>
          <p:spPr>
            <a:xfrm>
              <a:off x="4305398"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25"/>
            <p:cNvSpPr/>
            <p:nvPr/>
          </p:nvSpPr>
          <p:spPr>
            <a:xfrm>
              <a:off x="2530406"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25"/>
            <p:cNvSpPr/>
            <p:nvPr/>
          </p:nvSpPr>
          <p:spPr>
            <a:xfrm>
              <a:off x="2678322" y="101690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25"/>
            <p:cNvSpPr/>
            <p:nvPr/>
          </p:nvSpPr>
          <p:spPr>
            <a:xfrm>
              <a:off x="2807755" y="101690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0" name="Google Shape;4760;p25"/>
            <p:cNvSpPr/>
            <p:nvPr/>
          </p:nvSpPr>
          <p:spPr>
            <a:xfrm>
              <a:off x="2974170" y="101690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25"/>
            <p:cNvSpPr/>
            <p:nvPr/>
          </p:nvSpPr>
          <p:spPr>
            <a:xfrm>
              <a:off x="3122086"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2" name="Google Shape;4762;p25"/>
            <p:cNvSpPr/>
            <p:nvPr/>
          </p:nvSpPr>
          <p:spPr>
            <a:xfrm>
              <a:off x="3269986"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3" name="Google Shape;4763;p25"/>
            <p:cNvSpPr/>
            <p:nvPr/>
          </p:nvSpPr>
          <p:spPr>
            <a:xfrm>
              <a:off x="3417902"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25"/>
            <p:cNvSpPr/>
            <p:nvPr/>
          </p:nvSpPr>
          <p:spPr>
            <a:xfrm>
              <a:off x="3565818"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25"/>
            <p:cNvSpPr/>
            <p:nvPr/>
          </p:nvSpPr>
          <p:spPr>
            <a:xfrm>
              <a:off x="3713719" y="1016900"/>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6" name="Google Shape;4766;p25"/>
            <p:cNvSpPr/>
            <p:nvPr/>
          </p:nvSpPr>
          <p:spPr>
            <a:xfrm>
              <a:off x="3861666"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25"/>
            <p:cNvSpPr/>
            <p:nvPr/>
          </p:nvSpPr>
          <p:spPr>
            <a:xfrm>
              <a:off x="4009566"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8" name="Google Shape;4768;p25"/>
            <p:cNvSpPr/>
            <p:nvPr/>
          </p:nvSpPr>
          <p:spPr>
            <a:xfrm>
              <a:off x="4157482"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25"/>
            <p:cNvSpPr/>
            <p:nvPr/>
          </p:nvSpPr>
          <p:spPr>
            <a:xfrm>
              <a:off x="2530406"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0" name="Google Shape;4770;p25"/>
            <p:cNvSpPr/>
            <p:nvPr/>
          </p:nvSpPr>
          <p:spPr>
            <a:xfrm>
              <a:off x="2678322" y="887468"/>
              <a:ext cx="129448" cy="129448"/>
            </a:xfrm>
            <a:custGeom>
              <a:rect b="b" l="l" r="r" t="t"/>
              <a:pathLst>
                <a:path extrusionOk="0" h="8334" w="8334">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1" name="Google Shape;4771;p25"/>
            <p:cNvSpPr/>
            <p:nvPr/>
          </p:nvSpPr>
          <p:spPr>
            <a:xfrm>
              <a:off x="2807755" y="887468"/>
              <a:ext cx="166431" cy="129448"/>
            </a:xfrm>
            <a:custGeom>
              <a:rect b="b" l="l" r="r" t="t"/>
              <a:pathLst>
                <a:path extrusionOk="0" h="8334" w="10715">
                  <a:moveTo>
                    <a:pt x="0" y="1"/>
                  </a:moveTo>
                  <a:lnTo>
                    <a:pt x="0" y="8333"/>
                  </a:lnTo>
                  <a:lnTo>
                    <a:pt x="10714" y="833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25"/>
            <p:cNvSpPr/>
            <p:nvPr/>
          </p:nvSpPr>
          <p:spPr>
            <a:xfrm>
              <a:off x="2974170" y="887468"/>
              <a:ext cx="147932" cy="129448"/>
            </a:xfrm>
            <a:custGeom>
              <a:rect b="b" l="l" r="r" t="t"/>
              <a:pathLst>
                <a:path extrusionOk="0" h="8334" w="9524">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25"/>
            <p:cNvSpPr/>
            <p:nvPr/>
          </p:nvSpPr>
          <p:spPr>
            <a:xfrm>
              <a:off x="3122086"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25"/>
            <p:cNvSpPr/>
            <p:nvPr/>
          </p:nvSpPr>
          <p:spPr>
            <a:xfrm>
              <a:off x="3269986"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25"/>
            <p:cNvSpPr/>
            <p:nvPr/>
          </p:nvSpPr>
          <p:spPr>
            <a:xfrm>
              <a:off x="3417902"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25"/>
            <p:cNvSpPr/>
            <p:nvPr/>
          </p:nvSpPr>
          <p:spPr>
            <a:xfrm>
              <a:off x="3565818"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7" name="Google Shape;4777;p25"/>
            <p:cNvSpPr/>
            <p:nvPr/>
          </p:nvSpPr>
          <p:spPr>
            <a:xfrm>
              <a:off x="3713719" y="887468"/>
              <a:ext cx="147963" cy="129448"/>
            </a:xfrm>
            <a:custGeom>
              <a:rect b="b" l="l" r="r" t="t"/>
              <a:pathLst>
                <a:path extrusionOk="0" h="8334" w="9526">
                  <a:moveTo>
                    <a:pt x="1" y="1"/>
                  </a:moveTo>
                  <a:lnTo>
                    <a:pt x="1" y="8333"/>
                  </a:lnTo>
                  <a:lnTo>
                    <a:pt x="9525" y="833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8" name="Google Shape;4778;p25"/>
            <p:cNvSpPr/>
            <p:nvPr/>
          </p:nvSpPr>
          <p:spPr>
            <a:xfrm>
              <a:off x="3861666"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9" name="Google Shape;4779;p25"/>
            <p:cNvSpPr/>
            <p:nvPr/>
          </p:nvSpPr>
          <p:spPr>
            <a:xfrm>
              <a:off x="4009566"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0" name="Google Shape;4780;p25"/>
            <p:cNvSpPr/>
            <p:nvPr/>
          </p:nvSpPr>
          <p:spPr>
            <a:xfrm>
              <a:off x="4157482"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1" name="Google Shape;4781;p25"/>
            <p:cNvSpPr/>
            <p:nvPr/>
          </p:nvSpPr>
          <p:spPr>
            <a:xfrm>
              <a:off x="2530406" y="739552"/>
              <a:ext cx="147932" cy="147932"/>
            </a:xfrm>
            <a:custGeom>
              <a:rect b="b" l="l" r="r" t="t"/>
              <a:pathLst>
                <a:path extrusionOk="0" h="9524" w="9524">
                  <a:moveTo>
                    <a:pt x="1" y="1"/>
                  </a:moveTo>
                  <a:lnTo>
                    <a:pt x="1"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25"/>
            <p:cNvSpPr/>
            <p:nvPr/>
          </p:nvSpPr>
          <p:spPr>
            <a:xfrm>
              <a:off x="2678322" y="739552"/>
              <a:ext cx="129448" cy="147932"/>
            </a:xfrm>
            <a:custGeom>
              <a:rect b="b" l="l" r="r" t="t"/>
              <a:pathLst>
                <a:path extrusionOk="0" h="9524" w="8334">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25"/>
            <p:cNvSpPr/>
            <p:nvPr/>
          </p:nvSpPr>
          <p:spPr>
            <a:xfrm>
              <a:off x="2807755" y="739552"/>
              <a:ext cx="166431" cy="147932"/>
            </a:xfrm>
            <a:custGeom>
              <a:rect b="b" l="l" r="r" t="t"/>
              <a:pathLst>
                <a:path extrusionOk="0" h="9524" w="10715">
                  <a:moveTo>
                    <a:pt x="0" y="1"/>
                  </a:moveTo>
                  <a:lnTo>
                    <a:pt x="0" y="9524"/>
                  </a:lnTo>
                  <a:lnTo>
                    <a:pt x="10714" y="9524"/>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25"/>
            <p:cNvSpPr/>
            <p:nvPr/>
          </p:nvSpPr>
          <p:spPr>
            <a:xfrm>
              <a:off x="2974170" y="739552"/>
              <a:ext cx="147932" cy="147932"/>
            </a:xfrm>
            <a:custGeom>
              <a:rect b="b" l="l" r="r" t="t"/>
              <a:pathLst>
                <a:path extrusionOk="0" h="9524" w="9524">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5" name="Google Shape;4785;p25"/>
            <p:cNvSpPr/>
            <p:nvPr/>
          </p:nvSpPr>
          <p:spPr>
            <a:xfrm>
              <a:off x="3122086"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25"/>
            <p:cNvSpPr/>
            <p:nvPr/>
          </p:nvSpPr>
          <p:spPr>
            <a:xfrm>
              <a:off x="3269986"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7" name="Google Shape;4787;p25"/>
            <p:cNvSpPr/>
            <p:nvPr/>
          </p:nvSpPr>
          <p:spPr>
            <a:xfrm>
              <a:off x="3417902" y="739552"/>
              <a:ext cx="147932" cy="147932"/>
            </a:xfrm>
            <a:custGeom>
              <a:rect b="b" l="l" r="r" t="t"/>
              <a:pathLst>
                <a:path extrusionOk="0" h="9524" w="9524">
                  <a:moveTo>
                    <a:pt x="1" y="1"/>
                  </a:moveTo>
                  <a:lnTo>
                    <a:pt x="1"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8" name="Google Shape;4788;p25"/>
            <p:cNvSpPr/>
            <p:nvPr/>
          </p:nvSpPr>
          <p:spPr>
            <a:xfrm>
              <a:off x="3565818"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25"/>
            <p:cNvSpPr/>
            <p:nvPr/>
          </p:nvSpPr>
          <p:spPr>
            <a:xfrm>
              <a:off x="3713719" y="739552"/>
              <a:ext cx="147963" cy="147932"/>
            </a:xfrm>
            <a:custGeom>
              <a:rect b="b" l="l" r="r" t="t"/>
              <a:pathLst>
                <a:path extrusionOk="0" h="9524" w="9526">
                  <a:moveTo>
                    <a:pt x="1" y="1"/>
                  </a:moveTo>
                  <a:lnTo>
                    <a:pt x="1" y="9524"/>
                  </a:lnTo>
                  <a:lnTo>
                    <a:pt x="9525" y="9524"/>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25"/>
            <p:cNvSpPr/>
            <p:nvPr/>
          </p:nvSpPr>
          <p:spPr>
            <a:xfrm>
              <a:off x="3861666"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25"/>
            <p:cNvSpPr/>
            <p:nvPr/>
          </p:nvSpPr>
          <p:spPr>
            <a:xfrm>
              <a:off x="400956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2" name="Google Shape;4792;p25"/>
            <p:cNvSpPr/>
            <p:nvPr/>
          </p:nvSpPr>
          <p:spPr>
            <a:xfrm>
              <a:off x="2530406" y="573137"/>
              <a:ext cx="147932" cy="166431"/>
            </a:xfrm>
            <a:custGeom>
              <a:rect b="b" l="l" r="r" t="t"/>
              <a:pathLst>
                <a:path extrusionOk="0" h="10715" w="9524">
                  <a:moveTo>
                    <a:pt x="1" y="1"/>
                  </a:moveTo>
                  <a:lnTo>
                    <a:pt x="1"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3" name="Google Shape;4793;p25"/>
            <p:cNvSpPr/>
            <p:nvPr/>
          </p:nvSpPr>
          <p:spPr>
            <a:xfrm>
              <a:off x="2678322" y="573137"/>
              <a:ext cx="129448" cy="166431"/>
            </a:xfrm>
            <a:custGeom>
              <a:rect b="b" l="l" r="r" t="t"/>
              <a:pathLst>
                <a:path extrusionOk="0" h="10715" w="8334">
                  <a:moveTo>
                    <a:pt x="0" y="1"/>
                  </a:moveTo>
                  <a:lnTo>
                    <a:pt x="0" y="10715"/>
                  </a:lnTo>
                  <a:lnTo>
                    <a:pt x="8333" y="10715"/>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4" name="Google Shape;4794;p25"/>
            <p:cNvSpPr/>
            <p:nvPr/>
          </p:nvSpPr>
          <p:spPr>
            <a:xfrm>
              <a:off x="2807755" y="573137"/>
              <a:ext cx="166431" cy="166431"/>
            </a:xfrm>
            <a:custGeom>
              <a:rect b="b" l="l" r="r" t="t"/>
              <a:pathLst>
                <a:path extrusionOk="0" h="10715" w="10715">
                  <a:moveTo>
                    <a:pt x="0" y="1"/>
                  </a:moveTo>
                  <a:lnTo>
                    <a:pt x="0" y="10715"/>
                  </a:lnTo>
                  <a:lnTo>
                    <a:pt x="10714" y="10715"/>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5" name="Google Shape;4795;p25"/>
            <p:cNvSpPr/>
            <p:nvPr/>
          </p:nvSpPr>
          <p:spPr>
            <a:xfrm>
              <a:off x="2974170" y="573137"/>
              <a:ext cx="147932" cy="166431"/>
            </a:xfrm>
            <a:custGeom>
              <a:rect b="b" l="l" r="r" t="t"/>
              <a:pathLst>
                <a:path extrusionOk="0" h="10715" w="9524">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6" name="Google Shape;4796;p25"/>
            <p:cNvSpPr/>
            <p:nvPr/>
          </p:nvSpPr>
          <p:spPr>
            <a:xfrm>
              <a:off x="3122086" y="573137"/>
              <a:ext cx="147916" cy="166431"/>
            </a:xfrm>
            <a:custGeom>
              <a:rect b="b" l="l" r="r" t="t"/>
              <a:pathLst>
                <a:path extrusionOk="0" h="10715" w="9523">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7" name="Google Shape;4797;p25"/>
            <p:cNvSpPr/>
            <p:nvPr/>
          </p:nvSpPr>
          <p:spPr>
            <a:xfrm>
              <a:off x="3269986" y="573137"/>
              <a:ext cx="147932" cy="166431"/>
            </a:xfrm>
            <a:custGeom>
              <a:rect b="b" l="l" r="r" t="t"/>
              <a:pathLst>
                <a:path extrusionOk="0" h="10715" w="9524">
                  <a:moveTo>
                    <a:pt x="1" y="1"/>
                  </a:moveTo>
                  <a:lnTo>
                    <a:pt x="1" y="10715"/>
                  </a:lnTo>
                  <a:lnTo>
                    <a:pt x="9524" y="10715"/>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8" name="Google Shape;4798;p25"/>
            <p:cNvSpPr/>
            <p:nvPr/>
          </p:nvSpPr>
          <p:spPr>
            <a:xfrm>
              <a:off x="3417902" y="573137"/>
              <a:ext cx="147932" cy="166431"/>
            </a:xfrm>
            <a:custGeom>
              <a:rect b="b" l="l" r="r" t="t"/>
              <a:pathLst>
                <a:path extrusionOk="0" h="10715" w="9524">
                  <a:moveTo>
                    <a:pt x="1" y="1"/>
                  </a:moveTo>
                  <a:lnTo>
                    <a:pt x="1"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9" name="Google Shape;4799;p25"/>
            <p:cNvSpPr/>
            <p:nvPr/>
          </p:nvSpPr>
          <p:spPr>
            <a:xfrm>
              <a:off x="2530406" y="443705"/>
              <a:ext cx="147932" cy="129448"/>
            </a:xfrm>
            <a:custGeom>
              <a:rect b="b" l="l" r="r" t="t"/>
              <a:pathLst>
                <a:path extrusionOk="0" h="8334" w="9524">
                  <a:moveTo>
                    <a:pt x="1" y="1"/>
                  </a:moveTo>
                  <a:lnTo>
                    <a:pt x="1"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25"/>
            <p:cNvSpPr/>
            <p:nvPr/>
          </p:nvSpPr>
          <p:spPr>
            <a:xfrm>
              <a:off x="2678322" y="443705"/>
              <a:ext cx="129448" cy="129448"/>
            </a:xfrm>
            <a:custGeom>
              <a:rect b="b" l="l" r="r" t="t"/>
              <a:pathLst>
                <a:path extrusionOk="0" h="8334" w="8334">
                  <a:moveTo>
                    <a:pt x="0" y="1"/>
                  </a:moveTo>
                  <a:lnTo>
                    <a:pt x="0" y="8334"/>
                  </a:lnTo>
                  <a:lnTo>
                    <a:pt x="8333" y="833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1" name="Google Shape;4801;p25"/>
            <p:cNvSpPr/>
            <p:nvPr/>
          </p:nvSpPr>
          <p:spPr>
            <a:xfrm>
              <a:off x="2807755" y="443705"/>
              <a:ext cx="166431" cy="129448"/>
            </a:xfrm>
            <a:custGeom>
              <a:rect b="b" l="l" r="r" t="t"/>
              <a:pathLst>
                <a:path extrusionOk="0" h="8334" w="10715">
                  <a:moveTo>
                    <a:pt x="0" y="1"/>
                  </a:moveTo>
                  <a:lnTo>
                    <a:pt x="0" y="8334"/>
                  </a:lnTo>
                  <a:lnTo>
                    <a:pt x="10714" y="8334"/>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25"/>
            <p:cNvSpPr/>
            <p:nvPr/>
          </p:nvSpPr>
          <p:spPr>
            <a:xfrm>
              <a:off x="2974170" y="443705"/>
              <a:ext cx="147932" cy="129448"/>
            </a:xfrm>
            <a:custGeom>
              <a:rect b="b" l="l" r="r" t="t"/>
              <a:pathLst>
                <a:path extrusionOk="0" h="8334" w="9524">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25"/>
            <p:cNvSpPr/>
            <p:nvPr/>
          </p:nvSpPr>
          <p:spPr>
            <a:xfrm>
              <a:off x="3122086" y="443705"/>
              <a:ext cx="147916" cy="129448"/>
            </a:xfrm>
            <a:custGeom>
              <a:rect b="b" l="l" r="r" t="t"/>
              <a:pathLst>
                <a:path extrusionOk="0" h="8334" w="9523">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25"/>
            <p:cNvSpPr/>
            <p:nvPr/>
          </p:nvSpPr>
          <p:spPr>
            <a:xfrm>
              <a:off x="3269986" y="443705"/>
              <a:ext cx="147932" cy="129448"/>
            </a:xfrm>
            <a:custGeom>
              <a:rect b="b" l="l" r="r" t="t"/>
              <a:pathLst>
                <a:path extrusionOk="0" h="8334" w="9524">
                  <a:moveTo>
                    <a:pt x="1" y="1"/>
                  </a:moveTo>
                  <a:lnTo>
                    <a:pt x="1" y="8334"/>
                  </a:lnTo>
                  <a:lnTo>
                    <a:pt x="9524" y="833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25"/>
            <p:cNvSpPr/>
            <p:nvPr/>
          </p:nvSpPr>
          <p:spPr>
            <a:xfrm>
              <a:off x="3417902" y="443705"/>
              <a:ext cx="147932" cy="129448"/>
            </a:xfrm>
            <a:custGeom>
              <a:rect b="b" l="l" r="r" t="t"/>
              <a:pathLst>
                <a:path extrusionOk="0" h="8334" w="9524">
                  <a:moveTo>
                    <a:pt x="1" y="1"/>
                  </a:moveTo>
                  <a:lnTo>
                    <a:pt x="1"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25"/>
            <p:cNvSpPr/>
            <p:nvPr/>
          </p:nvSpPr>
          <p:spPr>
            <a:xfrm>
              <a:off x="2530406" y="27732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25"/>
            <p:cNvSpPr/>
            <p:nvPr/>
          </p:nvSpPr>
          <p:spPr>
            <a:xfrm>
              <a:off x="2678322" y="27732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8" name="Google Shape;4808;p25"/>
            <p:cNvSpPr/>
            <p:nvPr/>
          </p:nvSpPr>
          <p:spPr>
            <a:xfrm>
              <a:off x="2807755" y="27732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9" name="Google Shape;4809;p25"/>
            <p:cNvSpPr/>
            <p:nvPr/>
          </p:nvSpPr>
          <p:spPr>
            <a:xfrm>
              <a:off x="2974170" y="27732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0" name="Google Shape;4810;p25"/>
            <p:cNvSpPr/>
            <p:nvPr/>
          </p:nvSpPr>
          <p:spPr>
            <a:xfrm>
              <a:off x="3122086" y="27732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1" name="Google Shape;4811;p25"/>
            <p:cNvSpPr/>
            <p:nvPr/>
          </p:nvSpPr>
          <p:spPr>
            <a:xfrm>
              <a:off x="3269986"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25"/>
            <p:cNvSpPr/>
            <p:nvPr/>
          </p:nvSpPr>
          <p:spPr>
            <a:xfrm>
              <a:off x="2530406" y="129404"/>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3" name="Google Shape;4813;p25"/>
            <p:cNvSpPr/>
            <p:nvPr/>
          </p:nvSpPr>
          <p:spPr>
            <a:xfrm>
              <a:off x="2678322" y="129404"/>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4" name="Google Shape;4814;p25"/>
            <p:cNvSpPr/>
            <p:nvPr/>
          </p:nvSpPr>
          <p:spPr>
            <a:xfrm>
              <a:off x="2807755" y="129404"/>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25"/>
            <p:cNvSpPr/>
            <p:nvPr/>
          </p:nvSpPr>
          <p:spPr>
            <a:xfrm>
              <a:off x="2974170" y="129404"/>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25"/>
            <p:cNvSpPr/>
            <p:nvPr/>
          </p:nvSpPr>
          <p:spPr>
            <a:xfrm>
              <a:off x="3122086"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25"/>
            <p:cNvSpPr/>
            <p:nvPr/>
          </p:nvSpPr>
          <p:spPr>
            <a:xfrm>
              <a:off x="2530406" y="-12"/>
              <a:ext cx="147932" cy="129432"/>
            </a:xfrm>
            <a:custGeom>
              <a:rect b="b" l="l" r="r" t="t"/>
              <a:pathLst>
                <a:path extrusionOk="0" h="8333"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8" name="Google Shape;4818;p25"/>
            <p:cNvSpPr/>
            <p:nvPr/>
          </p:nvSpPr>
          <p:spPr>
            <a:xfrm>
              <a:off x="2678322" y="-12"/>
              <a:ext cx="129448" cy="129432"/>
            </a:xfrm>
            <a:custGeom>
              <a:rect b="b" l="l" r="r" t="t"/>
              <a:pathLst>
                <a:path extrusionOk="0" h="8333"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9" name="Google Shape;4819;p25"/>
            <p:cNvSpPr/>
            <p:nvPr/>
          </p:nvSpPr>
          <p:spPr>
            <a:xfrm>
              <a:off x="2807755" y="-12"/>
              <a:ext cx="166431" cy="129432"/>
            </a:xfrm>
            <a:custGeom>
              <a:rect b="b" l="l" r="r" t="t"/>
              <a:pathLst>
                <a:path extrusionOk="0" h="8333"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25"/>
            <p:cNvSpPr/>
            <p:nvPr/>
          </p:nvSpPr>
          <p:spPr>
            <a:xfrm>
              <a:off x="2974170" y="-12"/>
              <a:ext cx="147932" cy="129432"/>
            </a:xfrm>
            <a:custGeom>
              <a:rect b="b" l="l" r="r" t="t"/>
              <a:pathLst>
                <a:path extrusionOk="0" h="8333"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1" name="Google Shape;4821;p25"/>
          <p:cNvGrpSpPr/>
          <p:nvPr/>
        </p:nvGrpSpPr>
        <p:grpSpPr>
          <a:xfrm flipH="1">
            <a:off x="-1055437" y="935378"/>
            <a:ext cx="1443946" cy="721968"/>
            <a:chOff x="311697" y="-12"/>
            <a:chExt cx="4437449" cy="2218709"/>
          </a:xfrm>
        </p:grpSpPr>
        <p:sp>
          <p:nvSpPr>
            <p:cNvPr id="4822" name="Google Shape;4822;p25"/>
            <p:cNvSpPr/>
            <p:nvPr/>
          </p:nvSpPr>
          <p:spPr>
            <a:xfrm>
              <a:off x="2400974"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25"/>
            <p:cNvSpPr/>
            <p:nvPr/>
          </p:nvSpPr>
          <p:spPr>
            <a:xfrm>
              <a:off x="2253074"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25"/>
            <p:cNvSpPr/>
            <p:nvPr/>
          </p:nvSpPr>
          <p:spPr>
            <a:xfrm>
              <a:off x="208667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5" name="Google Shape;4825;p25"/>
            <p:cNvSpPr/>
            <p:nvPr/>
          </p:nvSpPr>
          <p:spPr>
            <a:xfrm>
              <a:off x="1957242"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6" name="Google Shape;4826;p25"/>
            <p:cNvSpPr/>
            <p:nvPr/>
          </p:nvSpPr>
          <p:spPr>
            <a:xfrm>
              <a:off x="1790857" y="2070781"/>
              <a:ext cx="166400" cy="147916"/>
            </a:xfrm>
            <a:custGeom>
              <a:rect b="b" l="l" r="r" t="t"/>
              <a:pathLst>
                <a:path extrusionOk="0" h="9523" w="10713">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25"/>
            <p:cNvSpPr/>
            <p:nvPr/>
          </p:nvSpPr>
          <p:spPr>
            <a:xfrm>
              <a:off x="1642910"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25"/>
            <p:cNvSpPr/>
            <p:nvPr/>
          </p:nvSpPr>
          <p:spPr>
            <a:xfrm>
              <a:off x="1513494"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25"/>
            <p:cNvSpPr/>
            <p:nvPr/>
          </p:nvSpPr>
          <p:spPr>
            <a:xfrm>
              <a:off x="134709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0" name="Google Shape;4830;p25"/>
            <p:cNvSpPr/>
            <p:nvPr/>
          </p:nvSpPr>
          <p:spPr>
            <a:xfrm>
              <a:off x="1199178"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1" name="Google Shape;4831;p25"/>
            <p:cNvSpPr/>
            <p:nvPr/>
          </p:nvSpPr>
          <p:spPr>
            <a:xfrm>
              <a:off x="1069761"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2" name="Google Shape;4832;p25"/>
            <p:cNvSpPr/>
            <p:nvPr/>
          </p:nvSpPr>
          <p:spPr>
            <a:xfrm>
              <a:off x="903361" y="2070781"/>
              <a:ext cx="166415" cy="147916"/>
            </a:xfrm>
            <a:custGeom>
              <a:rect b="b" l="l" r="r" t="t"/>
              <a:pathLst>
                <a:path extrusionOk="0" h="9523" w="10714">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25"/>
            <p:cNvSpPr/>
            <p:nvPr/>
          </p:nvSpPr>
          <p:spPr>
            <a:xfrm>
              <a:off x="755430"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4" name="Google Shape;4834;p25"/>
            <p:cNvSpPr/>
            <p:nvPr/>
          </p:nvSpPr>
          <p:spPr>
            <a:xfrm>
              <a:off x="625998"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5" name="Google Shape;4835;p25"/>
            <p:cNvSpPr/>
            <p:nvPr/>
          </p:nvSpPr>
          <p:spPr>
            <a:xfrm>
              <a:off x="2400974" y="192286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6" name="Google Shape;4836;p25"/>
            <p:cNvSpPr/>
            <p:nvPr/>
          </p:nvSpPr>
          <p:spPr>
            <a:xfrm>
              <a:off x="2253074"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7" name="Google Shape;4837;p25"/>
            <p:cNvSpPr/>
            <p:nvPr/>
          </p:nvSpPr>
          <p:spPr>
            <a:xfrm>
              <a:off x="2086674"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8" name="Google Shape;4838;p25"/>
            <p:cNvSpPr/>
            <p:nvPr/>
          </p:nvSpPr>
          <p:spPr>
            <a:xfrm>
              <a:off x="1957242" y="192286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9" name="Google Shape;4839;p25"/>
            <p:cNvSpPr/>
            <p:nvPr/>
          </p:nvSpPr>
          <p:spPr>
            <a:xfrm>
              <a:off x="1790857" y="1922865"/>
              <a:ext cx="166400" cy="147932"/>
            </a:xfrm>
            <a:custGeom>
              <a:rect b="b" l="l" r="r" t="t"/>
              <a:pathLst>
                <a:path extrusionOk="0" h="9524" w="10713">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0" name="Google Shape;4840;p25"/>
            <p:cNvSpPr/>
            <p:nvPr/>
          </p:nvSpPr>
          <p:spPr>
            <a:xfrm>
              <a:off x="1642910"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25"/>
            <p:cNvSpPr/>
            <p:nvPr/>
          </p:nvSpPr>
          <p:spPr>
            <a:xfrm>
              <a:off x="1513494" y="192286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2" name="Google Shape;4842;p25"/>
            <p:cNvSpPr/>
            <p:nvPr/>
          </p:nvSpPr>
          <p:spPr>
            <a:xfrm>
              <a:off x="1347094"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3" name="Google Shape;4843;p25"/>
            <p:cNvSpPr/>
            <p:nvPr/>
          </p:nvSpPr>
          <p:spPr>
            <a:xfrm>
              <a:off x="1199178"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4" name="Google Shape;4844;p25"/>
            <p:cNvSpPr/>
            <p:nvPr/>
          </p:nvSpPr>
          <p:spPr>
            <a:xfrm>
              <a:off x="1069761" y="192286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25"/>
            <p:cNvSpPr/>
            <p:nvPr/>
          </p:nvSpPr>
          <p:spPr>
            <a:xfrm>
              <a:off x="903361" y="1922865"/>
              <a:ext cx="166415" cy="147932"/>
            </a:xfrm>
            <a:custGeom>
              <a:rect b="b" l="l" r="r" t="t"/>
              <a:pathLst>
                <a:path extrusionOk="0" h="9524" w="10714">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6" name="Google Shape;4846;p25"/>
            <p:cNvSpPr/>
            <p:nvPr/>
          </p:nvSpPr>
          <p:spPr>
            <a:xfrm>
              <a:off x="755430"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7" name="Google Shape;4847;p25"/>
            <p:cNvSpPr/>
            <p:nvPr/>
          </p:nvSpPr>
          <p:spPr>
            <a:xfrm>
              <a:off x="625998" y="192286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25"/>
            <p:cNvSpPr/>
            <p:nvPr/>
          </p:nvSpPr>
          <p:spPr>
            <a:xfrm>
              <a:off x="459598"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25"/>
            <p:cNvSpPr/>
            <p:nvPr/>
          </p:nvSpPr>
          <p:spPr>
            <a:xfrm>
              <a:off x="311697"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0" name="Google Shape;4850;p25"/>
            <p:cNvSpPr/>
            <p:nvPr/>
          </p:nvSpPr>
          <p:spPr>
            <a:xfrm>
              <a:off x="2400974" y="175648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25"/>
            <p:cNvSpPr/>
            <p:nvPr/>
          </p:nvSpPr>
          <p:spPr>
            <a:xfrm>
              <a:off x="2253074"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2" name="Google Shape;4852;p25"/>
            <p:cNvSpPr/>
            <p:nvPr/>
          </p:nvSpPr>
          <p:spPr>
            <a:xfrm>
              <a:off x="2086674"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3" name="Google Shape;4853;p25"/>
            <p:cNvSpPr/>
            <p:nvPr/>
          </p:nvSpPr>
          <p:spPr>
            <a:xfrm>
              <a:off x="1957242" y="175648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25"/>
            <p:cNvSpPr/>
            <p:nvPr/>
          </p:nvSpPr>
          <p:spPr>
            <a:xfrm>
              <a:off x="1790857" y="175648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5" name="Google Shape;4855;p25"/>
            <p:cNvSpPr/>
            <p:nvPr/>
          </p:nvSpPr>
          <p:spPr>
            <a:xfrm>
              <a:off x="1642910"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25"/>
            <p:cNvSpPr/>
            <p:nvPr/>
          </p:nvSpPr>
          <p:spPr>
            <a:xfrm>
              <a:off x="1513494" y="175648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7" name="Google Shape;4857;p25"/>
            <p:cNvSpPr/>
            <p:nvPr/>
          </p:nvSpPr>
          <p:spPr>
            <a:xfrm>
              <a:off x="1347094"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8" name="Google Shape;4858;p25"/>
            <p:cNvSpPr/>
            <p:nvPr/>
          </p:nvSpPr>
          <p:spPr>
            <a:xfrm>
              <a:off x="1199178"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25"/>
            <p:cNvSpPr/>
            <p:nvPr/>
          </p:nvSpPr>
          <p:spPr>
            <a:xfrm>
              <a:off x="1069761" y="175648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25"/>
            <p:cNvSpPr/>
            <p:nvPr/>
          </p:nvSpPr>
          <p:spPr>
            <a:xfrm>
              <a:off x="903361" y="1756480"/>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1" name="Google Shape;4861;p25"/>
            <p:cNvSpPr/>
            <p:nvPr/>
          </p:nvSpPr>
          <p:spPr>
            <a:xfrm>
              <a:off x="755430"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25"/>
            <p:cNvSpPr/>
            <p:nvPr/>
          </p:nvSpPr>
          <p:spPr>
            <a:xfrm>
              <a:off x="625998" y="175648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3" name="Google Shape;4863;p25"/>
            <p:cNvSpPr/>
            <p:nvPr/>
          </p:nvSpPr>
          <p:spPr>
            <a:xfrm>
              <a:off x="459598"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4" name="Google Shape;4864;p25"/>
            <p:cNvSpPr/>
            <p:nvPr/>
          </p:nvSpPr>
          <p:spPr>
            <a:xfrm>
              <a:off x="311697"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5" name="Google Shape;4865;p25"/>
            <p:cNvSpPr/>
            <p:nvPr/>
          </p:nvSpPr>
          <p:spPr>
            <a:xfrm>
              <a:off x="2400974" y="1627048"/>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6" name="Google Shape;4866;p25"/>
            <p:cNvSpPr/>
            <p:nvPr/>
          </p:nvSpPr>
          <p:spPr>
            <a:xfrm>
              <a:off x="2253074"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7" name="Google Shape;4867;p25"/>
            <p:cNvSpPr/>
            <p:nvPr/>
          </p:nvSpPr>
          <p:spPr>
            <a:xfrm>
              <a:off x="2086674"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8" name="Google Shape;4868;p25"/>
            <p:cNvSpPr/>
            <p:nvPr/>
          </p:nvSpPr>
          <p:spPr>
            <a:xfrm>
              <a:off x="1957242" y="1627048"/>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25"/>
            <p:cNvSpPr/>
            <p:nvPr/>
          </p:nvSpPr>
          <p:spPr>
            <a:xfrm>
              <a:off x="1790857" y="1627048"/>
              <a:ext cx="166400" cy="129448"/>
            </a:xfrm>
            <a:custGeom>
              <a:rect b="b" l="l" r="r" t="t"/>
              <a:pathLst>
                <a:path extrusionOk="0" h="8334" w="10713">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0" name="Google Shape;4870;p25"/>
            <p:cNvSpPr/>
            <p:nvPr/>
          </p:nvSpPr>
          <p:spPr>
            <a:xfrm>
              <a:off x="1642910"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1" name="Google Shape;4871;p25"/>
            <p:cNvSpPr/>
            <p:nvPr/>
          </p:nvSpPr>
          <p:spPr>
            <a:xfrm>
              <a:off x="1513494" y="1627048"/>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2" name="Google Shape;4872;p25"/>
            <p:cNvSpPr/>
            <p:nvPr/>
          </p:nvSpPr>
          <p:spPr>
            <a:xfrm>
              <a:off x="1347094"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3" name="Google Shape;4873;p25"/>
            <p:cNvSpPr/>
            <p:nvPr/>
          </p:nvSpPr>
          <p:spPr>
            <a:xfrm>
              <a:off x="1199178"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4" name="Google Shape;4874;p25"/>
            <p:cNvSpPr/>
            <p:nvPr/>
          </p:nvSpPr>
          <p:spPr>
            <a:xfrm>
              <a:off x="1069761" y="1627048"/>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5" name="Google Shape;4875;p25"/>
            <p:cNvSpPr/>
            <p:nvPr/>
          </p:nvSpPr>
          <p:spPr>
            <a:xfrm>
              <a:off x="903361" y="1627048"/>
              <a:ext cx="166415" cy="129448"/>
            </a:xfrm>
            <a:custGeom>
              <a:rect b="b" l="l" r="r" t="t"/>
              <a:pathLst>
                <a:path extrusionOk="0" h="8334" w="10714">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6" name="Google Shape;4876;p25"/>
            <p:cNvSpPr/>
            <p:nvPr/>
          </p:nvSpPr>
          <p:spPr>
            <a:xfrm>
              <a:off x="755430"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25"/>
            <p:cNvSpPr/>
            <p:nvPr/>
          </p:nvSpPr>
          <p:spPr>
            <a:xfrm>
              <a:off x="625998" y="1627048"/>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25"/>
            <p:cNvSpPr/>
            <p:nvPr/>
          </p:nvSpPr>
          <p:spPr>
            <a:xfrm>
              <a:off x="459598"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25"/>
            <p:cNvSpPr/>
            <p:nvPr/>
          </p:nvSpPr>
          <p:spPr>
            <a:xfrm>
              <a:off x="311697"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0" name="Google Shape;4880;p25"/>
            <p:cNvSpPr/>
            <p:nvPr/>
          </p:nvSpPr>
          <p:spPr>
            <a:xfrm>
              <a:off x="2400974" y="1460633"/>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1" name="Google Shape;4881;p25"/>
            <p:cNvSpPr/>
            <p:nvPr/>
          </p:nvSpPr>
          <p:spPr>
            <a:xfrm>
              <a:off x="2253074"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2" name="Google Shape;4882;p25"/>
            <p:cNvSpPr/>
            <p:nvPr/>
          </p:nvSpPr>
          <p:spPr>
            <a:xfrm>
              <a:off x="2086674"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3" name="Google Shape;4883;p25"/>
            <p:cNvSpPr/>
            <p:nvPr/>
          </p:nvSpPr>
          <p:spPr>
            <a:xfrm>
              <a:off x="1957242" y="1460633"/>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4" name="Google Shape;4884;p25"/>
            <p:cNvSpPr/>
            <p:nvPr/>
          </p:nvSpPr>
          <p:spPr>
            <a:xfrm>
              <a:off x="1790857" y="1460633"/>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5" name="Google Shape;4885;p25"/>
            <p:cNvSpPr/>
            <p:nvPr/>
          </p:nvSpPr>
          <p:spPr>
            <a:xfrm>
              <a:off x="1642910"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6" name="Google Shape;4886;p25"/>
            <p:cNvSpPr/>
            <p:nvPr/>
          </p:nvSpPr>
          <p:spPr>
            <a:xfrm>
              <a:off x="1513494" y="1460633"/>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25"/>
            <p:cNvSpPr/>
            <p:nvPr/>
          </p:nvSpPr>
          <p:spPr>
            <a:xfrm>
              <a:off x="1347094"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25"/>
            <p:cNvSpPr/>
            <p:nvPr/>
          </p:nvSpPr>
          <p:spPr>
            <a:xfrm>
              <a:off x="1199178"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9" name="Google Shape;4889;p25"/>
            <p:cNvSpPr/>
            <p:nvPr/>
          </p:nvSpPr>
          <p:spPr>
            <a:xfrm>
              <a:off x="1069761" y="1460633"/>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0" name="Google Shape;4890;p25"/>
            <p:cNvSpPr/>
            <p:nvPr/>
          </p:nvSpPr>
          <p:spPr>
            <a:xfrm>
              <a:off x="903361" y="1460633"/>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1" name="Google Shape;4891;p25"/>
            <p:cNvSpPr/>
            <p:nvPr/>
          </p:nvSpPr>
          <p:spPr>
            <a:xfrm>
              <a:off x="755430"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2" name="Google Shape;4892;p25"/>
            <p:cNvSpPr/>
            <p:nvPr/>
          </p:nvSpPr>
          <p:spPr>
            <a:xfrm>
              <a:off x="625998" y="1460633"/>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25"/>
            <p:cNvSpPr/>
            <p:nvPr/>
          </p:nvSpPr>
          <p:spPr>
            <a:xfrm>
              <a:off x="459598"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25"/>
            <p:cNvSpPr/>
            <p:nvPr/>
          </p:nvSpPr>
          <p:spPr>
            <a:xfrm>
              <a:off x="311697"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25"/>
            <p:cNvSpPr/>
            <p:nvPr/>
          </p:nvSpPr>
          <p:spPr>
            <a:xfrm>
              <a:off x="2400974" y="1331201"/>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25"/>
            <p:cNvSpPr/>
            <p:nvPr/>
          </p:nvSpPr>
          <p:spPr>
            <a:xfrm>
              <a:off x="2253074"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7" name="Google Shape;4897;p25"/>
            <p:cNvSpPr/>
            <p:nvPr/>
          </p:nvSpPr>
          <p:spPr>
            <a:xfrm>
              <a:off x="2086674"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8" name="Google Shape;4898;p25"/>
            <p:cNvSpPr/>
            <p:nvPr/>
          </p:nvSpPr>
          <p:spPr>
            <a:xfrm>
              <a:off x="1957242" y="1331201"/>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9" name="Google Shape;4899;p25"/>
            <p:cNvSpPr/>
            <p:nvPr/>
          </p:nvSpPr>
          <p:spPr>
            <a:xfrm>
              <a:off x="1790857" y="1331201"/>
              <a:ext cx="166400" cy="129448"/>
            </a:xfrm>
            <a:custGeom>
              <a:rect b="b" l="l" r="r" t="t"/>
              <a:pathLst>
                <a:path extrusionOk="0" h="8334" w="10713">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0" name="Google Shape;4900;p25"/>
            <p:cNvSpPr/>
            <p:nvPr/>
          </p:nvSpPr>
          <p:spPr>
            <a:xfrm>
              <a:off x="1642910"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25"/>
            <p:cNvSpPr/>
            <p:nvPr/>
          </p:nvSpPr>
          <p:spPr>
            <a:xfrm>
              <a:off x="1513494" y="1331201"/>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2" name="Google Shape;4902;p25"/>
            <p:cNvSpPr/>
            <p:nvPr/>
          </p:nvSpPr>
          <p:spPr>
            <a:xfrm>
              <a:off x="1347094"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3" name="Google Shape;4903;p25"/>
            <p:cNvSpPr/>
            <p:nvPr/>
          </p:nvSpPr>
          <p:spPr>
            <a:xfrm>
              <a:off x="1199178"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4" name="Google Shape;4904;p25"/>
            <p:cNvSpPr/>
            <p:nvPr/>
          </p:nvSpPr>
          <p:spPr>
            <a:xfrm>
              <a:off x="1069761" y="1331201"/>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5" name="Google Shape;4905;p25"/>
            <p:cNvSpPr/>
            <p:nvPr/>
          </p:nvSpPr>
          <p:spPr>
            <a:xfrm>
              <a:off x="903361" y="1331201"/>
              <a:ext cx="166415" cy="129448"/>
            </a:xfrm>
            <a:custGeom>
              <a:rect b="b" l="l" r="r" t="t"/>
              <a:pathLst>
                <a:path extrusionOk="0" h="8334" w="10714">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6" name="Google Shape;4906;p25"/>
            <p:cNvSpPr/>
            <p:nvPr/>
          </p:nvSpPr>
          <p:spPr>
            <a:xfrm>
              <a:off x="755430"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25"/>
            <p:cNvSpPr/>
            <p:nvPr/>
          </p:nvSpPr>
          <p:spPr>
            <a:xfrm>
              <a:off x="625998" y="1331201"/>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25"/>
            <p:cNvSpPr/>
            <p:nvPr/>
          </p:nvSpPr>
          <p:spPr>
            <a:xfrm>
              <a:off x="459598"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9" name="Google Shape;4909;p25"/>
            <p:cNvSpPr/>
            <p:nvPr/>
          </p:nvSpPr>
          <p:spPr>
            <a:xfrm>
              <a:off x="2400974" y="118328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0" name="Google Shape;4910;p25"/>
            <p:cNvSpPr/>
            <p:nvPr/>
          </p:nvSpPr>
          <p:spPr>
            <a:xfrm>
              <a:off x="2253074"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25"/>
            <p:cNvSpPr/>
            <p:nvPr/>
          </p:nvSpPr>
          <p:spPr>
            <a:xfrm>
              <a:off x="2086674" y="118328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2" name="Google Shape;4912;p25"/>
            <p:cNvSpPr/>
            <p:nvPr/>
          </p:nvSpPr>
          <p:spPr>
            <a:xfrm>
              <a:off x="1957242" y="118328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3" name="Google Shape;4913;p25"/>
            <p:cNvSpPr/>
            <p:nvPr/>
          </p:nvSpPr>
          <p:spPr>
            <a:xfrm>
              <a:off x="1790857" y="1183285"/>
              <a:ext cx="166400" cy="147932"/>
            </a:xfrm>
            <a:custGeom>
              <a:rect b="b" l="l" r="r" t="t"/>
              <a:pathLst>
                <a:path extrusionOk="0" h="9524" w="10713">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4" name="Google Shape;4914;p25"/>
            <p:cNvSpPr/>
            <p:nvPr/>
          </p:nvSpPr>
          <p:spPr>
            <a:xfrm>
              <a:off x="1642910"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5" name="Google Shape;4915;p25"/>
            <p:cNvSpPr/>
            <p:nvPr/>
          </p:nvSpPr>
          <p:spPr>
            <a:xfrm>
              <a:off x="1513494" y="118328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6" name="Google Shape;4916;p25"/>
            <p:cNvSpPr/>
            <p:nvPr/>
          </p:nvSpPr>
          <p:spPr>
            <a:xfrm>
              <a:off x="1347094" y="118328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7" name="Google Shape;4917;p25"/>
            <p:cNvSpPr/>
            <p:nvPr/>
          </p:nvSpPr>
          <p:spPr>
            <a:xfrm>
              <a:off x="1199178"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8" name="Google Shape;4918;p25"/>
            <p:cNvSpPr/>
            <p:nvPr/>
          </p:nvSpPr>
          <p:spPr>
            <a:xfrm>
              <a:off x="1069761" y="118328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9" name="Google Shape;4919;p25"/>
            <p:cNvSpPr/>
            <p:nvPr/>
          </p:nvSpPr>
          <p:spPr>
            <a:xfrm>
              <a:off x="903361" y="1183285"/>
              <a:ext cx="166415" cy="147932"/>
            </a:xfrm>
            <a:custGeom>
              <a:rect b="b" l="l" r="r" t="t"/>
              <a:pathLst>
                <a:path extrusionOk="0" h="9524" w="10714">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0" name="Google Shape;4920;p25"/>
            <p:cNvSpPr/>
            <p:nvPr/>
          </p:nvSpPr>
          <p:spPr>
            <a:xfrm>
              <a:off x="755430"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1" name="Google Shape;4921;p25"/>
            <p:cNvSpPr/>
            <p:nvPr/>
          </p:nvSpPr>
          <p:spPr>
            <a:xfrm>
              <a:off x="626013" y="1183285"/>
              <a:ext cx="129432" cy="147932"/>
            </a:xfrm>
            <a:custGeom>
              <a:rect b="b" l="l" r="r" t="t"/>
              <a:pathLst>
                <a:path extrusionOk="0" h="9524" w="8333">
                  <a:moveTo>
                    <a:pt x="1" y="1"/>
                  </a:moveTo>
                  <a:lnTo>
                    <a:pt x="1" y="9523"/>
                  </a:lnTo>
                  <a:lnTo>
                    <a:pt x="8332" y="9523"/>
                  </a:lnTo>
                  <a:lnTo>
                    <a:pt x="8332"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2" name="Google Shape;4922;p25"/>
            <p:cNvSpPr/>
            <p:nvPr/>
          </p:nvSpPr>
          <p:spPr>
            <a:xfrm>
              <a:off x="2400974" y="101690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3" name="Google Shape;4923;p25"/>
            <p:cNvSpPr/>
            <p:nvPr/>
          </p:nvSpPr>
          <p:spPr>
            <a:xfrm>
              <a:off x="2253074"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4" name="Google Shape;4924;p25"/>
            <p:cNvSpPr/>
            <p:nvPr/>
          </p:nvSpPr>
          <p:spPr>
            <a:xfrm>
              <a:off x="2086674" y="101690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5" name="Google Shape;4925;p25"/>
            <p:cNvSpPr/>
            <p:nvPr/>
          </p:nvSpPr>
          <p:spPr>
            <a:xfrm>
              <a:off x="1957242" y="101690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6" name="Google Shape;4926;p25"/>
            <p:cNvSpPr/>
            <p:nvPr/>
          </p:nvSpPr>
          <p:spPr>
            <a:xfrm>
              <a:off x="1790857" y="101690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7" name="Google Shape;4927;p25"/>
            <p:cNvSpPr/>
            <p:nvPr/>
          </p:nvSpPr>
          <p:spPr>
            <a:xfrm>
              <a:off x="1642910"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8" name="Google Shape;4928;p25"/>
            <p:cNvSpPr/>
            <p:nvPr/>
          </p:nvSpPr>
          <p:spPr>
            <a:xfrm>
              <a:off x="1513494" y="101690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9" name="Google Shape;4929;p25"/>
            <p:cNvSpPr/>
            <p:nvPr/>
          </p:nvSpPr>
          <p:spPr>
            <a:xfrm>
              <a:off x="1347094" y="101690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0" name="Google Shape;4930;p25"/>
            <p:cNvSpPr/>
            <p:nvPr/>
          </p:nvSpPr>
          <p:spPr>
            <a:xfrm>
              <a:off x="1199178"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1" name="Google Shape;4931;p25"/>
            <p:cNvSpPr/>
            <p:nvPr/>
          </p:nvSpPr>
          <p:spPr>
            <a:xfrm>
              <a:off x="1069761" y="101690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2" name="Google Shape;4932;p25"/>
            <p:cNvSpPr/>
            <p:nvPr/>
          </p:nvSpPr>
          <p:spPr>
            <a:xfrm>
              <a:off x="903361" y="1016900"/>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3" name="Google Shape;4933;p25"/>
            <p:cNvSpPr/>
            <p:nvPr/>
          </p:nvSpPr>
          <p:spPr>
            <a:xfrm>
              <a:off x="755430"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4" name="Google Shape;4934;p25"/>
            <p:cNvSpPr/>
            <p:nvPr/>
          </p:nvSpPr>
          <p:spPr>
            <a:xfrm>
              <a:off x="2400974" y="887468"/>
              <a:ext cx="129448" cy="129448"/>
            </a:xfrm>
            <a:custGeom>
              <a:rect b="b" l="l" r="r" t="t"/>
              <a:pathLst>
                <a:path extrusionOk="0" h="8334" w="8334">
                  <a:moveTo>
                    <a:pt x="1" y="1"/>
                  </a:moveTo>
                  <a:lnTo>
                    <a:pt x="1" y="8333"/>
                  </a:lnTo>
                  <a:lnTo>
                    <a:pt x="8334" y="833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5" name="Google Shape;4935;p25"/>
            <p:cNvSpPr/>
            <p:nvPr/>
          </p:nvSpPr>
          <p:spPr>
            <a:xfrm>
              <a:off x="2253074"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6" name="Google Shape;4936;p25"/>
            <p:cNvSpPr/>
            <p:nvPr/>
          </p:nvSpPr>
          <p:spPr>
            <a:xfrm>
              <a:off x="2086674" y="887468"/>
              <a:ext cx="166415" cy="129448"/>
            </a:xfrm>
            <a:custGeom>
              <a:rect b="b" l="l" r="r" t="t"/>
              <a:pathLst>
                <a:path extrusionOk="0" h="8334" w="10714">
                  <a:moveTo>
                    <a:pt x="1" y="1"/>
                  </a:moveTo>
                  <a:lnTo>
                    <a:pt x="1"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7" name="Google Shape;4937;p25"/>
            <p:cNvSpPr/>
            <p:nvPr/>
          </p:nvSpPr>
          <p:spPr>
            <a:xfrm>
              <a:off x="1957242" y="887468"/>
              <a:ext cx="129448" cy="129448"/>
            </a:xfrm>
            <a:custGeom>
              <a:rect b="b" l="l" r="r" t="t"/>
              <a:pathLst>
                <a:path extrusionOk="0" h="8334" w="8334">
                  <a:moveTo>
                    <a:pt x="1" y="1"/>
                  </a:moveTo>
                  <a:lnTo>
                    <a:pt x="1" y="8333"/>
                  </a:lnTo>
                  <a:lnTo>
                    <a:pt x="8334" y="833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8" name="Google Shape;4938;p25"/>
            <p:cNvSpPr/>
            <p:nvPr/>
          </p:nvSpPr>
          <p:spPr>
            <a:xfrm>
              <a:off x="1790857" y="887468"/>
              <a:ext cx="166400" cy="129448"/>
            </a:xfrm>
            <a:custGeom>
              <a:rect b="b" l="l" r="r" t="t"/>
              <a:pathLst>
                <a:path extrusionOk="0" h="8334" w="10713">
                  <a:moveTo>
                    <a:pt x="0" y="1"/>
                  </a:moveTo>
                  <a:lnTo>
                    <a:pt x="0"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9" name="Google Shape;4939;p25"/>
            <p:cNvSpPr/>
            <p:nvPr/>
          </p:nvSpPr>
          <p:spPr>
            <a:xfrm>
              <a:off x="1642910"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0" name="Google Shape;4940;p25"/>
            <p:cNvSpPr/>
            <p:nvPr/>
          </p:nvSpPr>
          <p:spPr>
            <a:xfrm>
              <a:off x="1513494" y="887468"/>
              <a:ext cx="129432" cy="129448"/>
            </a:xfrm>
            <a:custGeom>
              <a:rect b="b" l="l" r="r" t="t"/>
              <a:pathLst>
                <a:path extrusionOk="0" h="8334" w="8333">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1" name="Google Shape;4941;p25"/>
            <p:cNvSpPr/>
            <p:nvPr/>
          </p:nvSpPr>
          <p:spPr>
            <a:xfrm>
              <a:off x="1347094" y="887468"/>
              <a:ext cx="166415" cy="129448"/>
            </a:xfrm>
            <a:custGeom>
              <a:rect b="b" l="l" r="r" t="t"/>
              <a:pathLst>
                <a:path extrusionOk="0" h="8334" w="10714">
                  <a:moveTo>
                    <a:pt x="1" y="1"/>
                  </a:moveTo>
                  <a:lnTo>
                    <a:pt x="1"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2" name="Google Shape;4942;p25"/>
            <p:cNvSpPr/>
            <p:nvPr/>
          </p:nvSpPr>
          <p:spPr>
            <a:xfrm>
              <a:off x="1199178"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3" name="Google Shape;4943;p25"/>
            <p:cNvSpPr/>
            <p:nvPr/>
          </p:nvSpPr>
          <p:spPr>
            <a:xfrm>
              <a:off x="1069761" y="887468"/>
              <a:ext cx="129432" cy="129448"/>
            </a:xfrm>
            <a:custGeom>
              <a:rect b="b" l="l" r="r" t="t"/>
              <a:pathLst>
                <a:path extrusionOk="0" h="8334" w="8333">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4" name="Google Shape;4944;p25"/>
            <p:cNvSpPr/>
            <p:nvPr/>
          </p:nvSpPr>
          <p:spPr>
            <a:xfrm>
              <a:off x="903361" y="887468"/>
              <a:ext cx="166415" cy="129448"/>
            </a:xfrm>
            <a:custGeom>
              <a:rect b="b" l="l" r="r" t="t"/>
              <a:pathLst>
                <a:path extrusionOk="0" h="8334" w="10714">
                  <a:moveTo>
                    <a:pt x="0" y="1"/>
                  </a:moveTo>
                  <a:lnTo>
                    <a:pt x="0"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5" name="Google Shape;4945;p25"/>
            <p:cNvSpPr/>
            <p:nvPr/>
          </p:nvSpPr>
          <p:spPr>
            <a:xfrm>
              <a:off x="755430"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6" name="Google Shape;4946;p25"/>
            <p:cNvSpPr/>
            <p:nvPr/>
          </p:nvSpPr>
          <p:spPr>
            <a:xfrm>
              <a:off x="2400974" y="739552"/>
              <a:ext cx="129448" cy="147932"/>
            </a:xfrm>
            <a:custGeom>
              <a:rect b="b" l="l" r="r" t="t"/>
              <a:pathLst>
                <a:path extrusionOk="0" h="9524" w="8334">
                  <a:moveTo>
                    <a:pt x="1" y="1"/>
                  </a:moveTo>
                  <a:lnTo>
                    <a:pt x="1" y="9524"/>
                  </a:lnTo>
                  <a:lnTo>
                    <a:pt x="8334" y="952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7" name="Google Shape;4947;p25"/>
            <p:cNvSpPr/>
            <p:nvPr/>
          </p:nvSpPr>
          <p:spPr>
            <a:xfrm>
              <a:off x="2253074"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8" name="Google Shape;4948;p25"/>
            <p:cNvSpPr/>
            <p:nvPr/>
          </p:nvSpPr>
          <p:spPr>
            <a:xfrm>
              <a:off x="2086674" y="739552"/>
              <a:ext cx="166415" cy="147932"/>
            </a:xfrm>
            <a:custGeom>
              <a:rect b="b" l="l" r="r" t="t"/>
              <a:pathLst>
                <a:path extrusionOk="0" h="9524" w="10714">
                  <a:moveTo>
                    <a:pt x="1" y="1"/>
                  </a:moveTo>
                  <a:lnTo>
                    <a:pt x="1"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9" name="Google Shape;4949;p25"/>
            <p:cNvSpPr/>
            <p:nvPr/>
          </p:nvSpPr>
          <p:spPr>
            <a:xfrm>
              <a:off x="1957242" y="739552"/>
              <a:ext cx="129448" cy="147932"/>
            </a:xfrm>
            <a:custGeom>
              <a:rect b="b" l="l" r="r" t="t"/>
              <a:pathLst>
                <a:path extrusionOk="0" h="9524" w="8334">
                  <a:moveTo>
                    <a:pt x="1" y="1"/>
                  </a:moveTo>
                  <a:lnTo>
                    <a:pt x="1" y="9524"/>
                  </a:lnTo>
                  <a:lnTo>
                    <a:pt x="8334" y="952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0" name="Google Shape;4950;p25"/>
            <p:cNvSpPr/>
            <p:nvPr/>
          </p:nvSpPr>
          <p:spPr>
            <a:xfrm>
              <a:off x="1790857" y="739552"/>
              <a:ext cx="166400" cy="147932"/>
            </a:xfrm>
            <a:custGeom>
              <a:rect b="b" l="l" r="r" t="t"/>
              <a:pathLst>
                <a:path extrusionOk="0" h="9524" w="10713">
                  <a:moveTo>
                    <a:pt x="0" y="1"/>
                  </a:moveTo>
                  <a:lnTo>
                    <a:pt x="0"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1" name="Google Shape;4951;p25"/>
            <p:cNvSpPr/>
            <p:nvPr/>
          </p:nvSpPr>
          <p:spPr>
            <a:xfrm>
              <a:off x="1642910"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2" name="Google Shape;4952;p25"/>
            <p:cNvSpPr/>
            <p:nvPr/>
          </p:nvSpPr>
          <p:spPr>
            <a:xfrm>
              <a:off x="1513494" y="739552"/>
              <a:ext cx="129432" cy="147932"/>
            </a:xfrm>
            <a:custGeom>
              <a:rect b="b" l="l" r="r" t="t"/>
              <a:pathLst>
                <a:path extrusionOk="0" h="9524" w="8333">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3" name="Google Shape;4953;p25"/>
            <p:cNvSpPr/>
            <p:nvPr/>
          </p:nvSpPr>
          <p:spPr>
            <a:xfrm>
              <a:off x="1347094" y="739552"/>
              <a:ext cx="166415" cy="147932"/>
            </a:xfrm>
            <a:custGeom>
              <a:rect b="b" l="l" r="r" t="t"/>
              <a:pathLst>
                <a:path extrusionOk="0" h="9524" w="10714">
                  <a:moveTo>
                    <a:pt x="1" y="1"/>
                  </a:moveTo>
                  <a:lnTo>
                    <a:pt x="1"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4" name="Google Shape;4954;p25"/>
            <p:cNvSpPr/>
            <p:nvPr/>
          </p:nvSpPr>
          <p:spPr>
            <a:xfrm>
              <a:off x="1199178"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5" name="Google Shape;4955;p25"/>
            <p:cNvSpPr/>
            <p:nvPr/>
          </p:nvSpPr>
          <p:spPr>
            <a:xfrm>
              <a:off x="1069761" y="739552"/>
              <a:ext cx="129432" cy="147932"/>
            </a:xfrm>
            <a:custGeom>
              <a:rect b="b" l="l" r="r" t="t"/>
              <a:pathLst>
                <a:path extrusionOk="0" h="9524" w="8333">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6" name="Google Shape;4956;p25"/>
            <p:cNvSpPr/>
            <p:nvPr/>
          </p:nvSpPr>
          <p:spPr>
            <a:xfrm>
              <a:off x="903361" y="739552"/>
              <a:ext cx="166415" cy="147932"/>
            </a:xfrm>
            <a:custGeom>
              <a:rect b="b" l="l" r="r" t="t"/>
              <a:pathLst>
                <a:path extrusionOk="0" h="9524" w="10714">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7" name="Google Shape;4957;p25"/>
            <p:cNvSpPr/>
            <p:nvPr/>
          </p:nvSpPr>
          <p:spPr>
            <a:xfrm>
              <a:off x="2400974" y="573137"/>
              <a:ext cx="129448" cy="166431"/>
            </a:xfrm>
            <a:custGeom>
              <a:rect b="b" l="l" r="r" t="t"/>
              <a:pathLst>
                <a:path extrusionOk="0" h="10715" w="8334">
                  <a:moveTo>
                    <a:pt x="1" y="1"/>
                  </a:moveTo>
                  <a:lnTo>
                    <a:pt x="1" y="10715"/>
                  </a:lnTo>
                  <a:lnTo>
                    <a:pt x="8334" y="10715"/>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8" name="Google Shape;4958;p25"/>
            <p:cNvSpPr/>
            <p:nvPr/>
          </p:nvSpPr>
          <p:spPr>
            <a:xfrm>
              <a:off x="2253074" y="573137"/>
              <a:ext cx="147916" cy="166431"/>
            </a:xfrm>
            <a:custGeom>
              <a:rect b="b" l="l" r="r" t="t"/>
              <a:pathLst>
                <a:path extrusionOk="0" h="10715" w="9523">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9" name="Google Shape;4959;p25"/>
            <p:cNvSpPr/>
            <p:nvPr/>
          </p:nvSpPr>
          <p:spPr>
            <a:xfrm>
              <a:off x="2086674" y="573137"/>
              <a:ext cx="166415" cy="166431"/>
            </a:xfrm>
            <a:custGeom>
              <a:rect b="b" l="l" r="r" t="t"/>
              <a:pathLst>
                <a:path extrusionOk="0" h="10715" w="10714">
                  <a:moveTo>
                    <a:pt x="1" y="1"/>
                  </a:moveTo>
                  <a:lnTo>
                    <a:pt x="1" y="10715"/>
                  </a:lnTo>
                  <a:lnTo>
                    <a:pt x="10713" y="10715"/>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0" name="Google Shape;4960;p25"/>
            <p:cNvSpPr/>
            <p:nvPr/>
          </p:nvSpPr>
          <p:spPr>
            <a:xfrm>
              <a:off x="1957242" y="573137"/>
              <a:ext cx="129448" cy="166431"/>
            </a:xfrm>
            <a:custGeom>
              <a:rect b="b" l="l" r="r" t="t"/>
              <a:pathLst>
                <a:path extrusionOk="0" h="10715" w="8334">
                  <a:moveTo>
                    <a:pt x="1" y="1"/>
                  </a:moveTo>
                  <a:lnTo>
                    <a:pt x="1" y="10715"/>
                  </a:lnTo>
                  <a:lnTo>
                    <a:pt x="8334" y="10715"/>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1" name="Google Shape;4961;p25"/>
            <p:cNvSpPr/>
            <p:nvPr/>
          </p:nvSpPr>
          <p:spPr>
            <a:xfrm>
              <a:off x="1790857" y="573137"/>
              <a:ext cx="166400" cy="166431"/>
            </a:xfrm>
            <a:custGeom>
              <a:rect b="b" l="l" r="r" t="t"/>
              <a:pathLst>
                <a:path extrusionOk="0" h="10715" w="10713">
                  <a:moveTo>
                    <a:pt x="0" y="1"/>
                  </a:moveTo>
                  <a:lnTo>
                    <a:pt x="0" y="10715"/>
                  </a:lnTo>
                  <a:lnTo>
                    <a:pt x="10713" y="10715"/>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2" name="Google Shape;4962;p25"/>
            <p:cNvSpPr/>
            <p:nvPr/>
          </p:nvSpPr>
          <p:spPr>
            <a:xfrm>
              <a:off x="1642910" y="573137"/>
              <a:ext cx="147932" cy="166431"/>
            </a:xfrm>
            <a:custGeom>
              <a:rect b="b" l="l" r="r" t="t"/>
              <a:pathLst>
                <a:path extrusionOk="0" h="10715" w="9524">
                  <a:moveTo>
                    <a:pt x="1" y="1"/>
                  </a:moveTo>
                  <a:lnTo>
                    <a:pt x="1" y="10715"/>
                  </a:lnTo>
                  <a:lnTo>
                    <a:pt x="9524" y="10715"/>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3" name="Google Shape;4963;p25"/>
            <p:cNvSpPr/>
            <p:nvPr/>
          </p:nvSpPr>
          <p:spPr>
            <a:xfrm>
              <a:off x="1513494" y="573137"/>
              <a:ext cx="129432" cy="166431"/>
            </a:xfrm>
            <a:custGeom>
              <a:rect b="b" l="l" r="r" t="t"/>
              <a:pathLst>
                <a:path extrusionOk="0" h="10715" w="8333">
                  <a:moveTo>
                    <a:pt x="0" y="1"/>
                  </a:moveTo>
                  <a:lnTo>
                    <a:pt x="0" y="10715"/>
                  </a:lnTo>
                  <a:lnTo>
                    <a:pt x="8333" y="10715"/>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4" name="Google Shape;4964;p25"/>
            <p:cNvSpPr/>
            <p:nvPr/>
          </p:nvSpPr>
          <p:spPr>
            <a:xfrm>
              <a:off x="2400974" y="443705"/>
              <a:ext cx="129448" cy="129448"/>
            </a:xfrm>
            <a:custGeom>
              <a:rect b="b" l="l" r="r" t="t"/>
              <a:pathLst>
                <a:path extrusionOk="0" h="8334" w="8334">
                  <a:moveTo>
                    <a:pt x="1" y="1"/>
                  </a:moveTo>
                  <a:lnTo>
                    <a:pt x="1" y="8334"/>
                  </a:lnTo>
                  <a:lnTo>
                    <a:pt x="8334" y="833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5" name="Google Shape;4965;p25"/>
            <p:cNvSpPr/>
            <p:nvPr/>
          </p:nvSpPr>
          <p:spPr>
            <a:xfrm>
              <a:off x="2253074" y="443705"/>
              <a:ext cx="147916" cy="129448"/>
            </a:xfrm>
            <a:custGeom>
              <a:rect b="b" l="l" r="r" t="t"/>
              <a:pathLst>
                <a:path extrusionOk="0" h="8334" w="9523">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6" name="Google Shape;4966;p25"/>
            <p:cNvSpPr/>
            <p:nvPr/>
          </p:nvSpPr>
          <p:spPr>
            <a:xfrm>
              <a:off x="2086674" y="443705"/>
              <a:ext cx="166415" cy="129448"/>
            </a:xfrm>
            <a:custGeom>
              <a:rect b="b" l="l" r="r" t="t"/>
              <a:pathLst>
                <a:path extrusionOk="0" h="8334" w="10714">
                  <a:moveTo>
                    <a:pt x="1" y="1"/>
                  </a:moveTo>
                  <a:lnTo>
                    <a:pt x="1" y="8334"/>
                  </a:lnTo>
                  <a:lnTo>
                    <a:pt x="10713" y="833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7" name="Google Shape;4967;p25"/>
            <p:cNvSpPr/>
            <p:nvPr/>
          </p:nvSpPr>
          <p:spPr>
            <a:xfrm>
              <a:off x="1957242" y="443705"/>
              <a:ext cx="129448" cy="129448"/>
            </a:xfrm>
            <a:custGeom>
              <a:rect b="b" l="l" r="r" t="t"/>
              <a:pathLst>
                <a:path extrusionOk="0" h="8334" w="8334">
                  <a:moveTo>
                    <a:pt x="1" y="1"/>
                  </a:moveTo>
                  <a:lnTo>
                    <a:pt x="1" y="8334"/>
                  </a:lnTo>
                  <a:lnTo>
                    <a:pt x="8334" y="833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8" name="Google Shape;4968;p25"/>
            <p:cNvSpPr/>
            <p:nvPr/>
          </p:nvSpPr>
          <p:spPr>
            <a:xfrm>
              <a:off x="1790857" y="443705"/>
              <a:ext cx="166400" cy="129448"/>
            </a:xfrm>
            <a:custGeom>
              <a:rect b="b" l="l" r="r" t="t"/>
              <a:pathLst>
                <a:path extrusionOk="0" h="8334" w="10713">
                  <a:moveTo>
                    <a:pt x="0" y="1"/>
                  </a:moveTo>
                  <a:lnTo>
                    <a:pt x="0" y="8334"/>
                  </a:lnTo>
                  <a:lnTo>
                    <a:pt x="10713" y="833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9" name="Google Shape;4969;p25"/>
            <p:cNvSpPr/>
            <p:nvPr/>
          </p:nvSpPr>
          <p:spPr>
            <a:xfrm>
              <a:off x="1642910" y="443705"/>
              <a:ext cx="147932" cy="129448"/>
            </a:xfrm>
            <a:custGeom>
              <a:rect b="b" l="l" r="r" t="t"/>
              <a:pathLst>
                <a:path extrusionOk="0" h="8334" w="9524">
                  <a:moveTo>
                    <a:pt x="1" y="1"/>
                  </a:moveTo>
                  <a:lnTo>
                    <a:pt x="1" y="8334"/>
                  </a:lnTo>
                  <a:lnTo>
                    <a:pt x="9524" y="833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0" name="Google Shape;4970;p25"/>
            <p:cNvSpPr/>
            <p:nvPr/>
          </p:nvSpPr>
          <p:spPr>
            <a:xfrm>
              <a:off x="1513494" y="443705"/>
              <a:ext cx="129432" cy="129448"/>
            </a:xfrm>
            <a:custGeom>
              <a:rect b="b" l="l" r="r" t="t"/>
              <a:pathLst>
                <a:path extrusionOk="0" h="8334" w="8333">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1" name="Google Shape;4971;p25"/>
            <p:cNvSpPr/>
            <p:nvPr/>
          </p:nvSpPr>
          <p:spPr>
            <a:xfrm>
              <a:off x="2400974" y="27732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2" name="Google Shape;4972;p25"/>
            <p:cNvSpPr/>
            <p:nvPr/>
          </p:nvSpPr>
          <p:spPr>
            <a:xfrm>
              <a:off x="2253074" y="27732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3" name="Google Shape;4973;p25"/>
            <p:cNvSpPr/>
            <p:nvPr/>
          </p:nvSpPr>
          <p:spPr>
            <a:xfrm>
              <a:off x="2086674" y="27732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4" name="Google Shape;4974;p25"/>
            <p:cNvSpPr/>
            <p:nvPr/>
          </p:nvSpPr>
          <p:spPr>
            <a:xfrm>
              <a:off x="1957242" y="27732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5" name="Google Shape;4975;p25"/>
            <p:cNvSpPr/>
            <p:nvPr/>
          </p:nvSpPr>
          <p:spPr>
            <a:xfrm>
              <a:off x="1790857" y="27732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25"/>
            <p:cNvSpPr/>
            <p:nvPr/>
          </p:nvSpPr>
          <p:spPr>
            <a:xfrm>
              <a:off x="1642910"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7" name="Google Shape;4977;p25"/>
            <p:cNvSpPr/>
            <p:nvPr/>
          </p:nvSpPr>
          <p:spPr>
            <a:xfrm>
              <a:off x="2400974" y="129404"/>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8" name="Google Shape;4978;p25"/>
            <p:cNvSpPr/>
            <p:nvPr/>
          </p:nvSpPr>
          <p:spPr>
            <a:xfrm>
              <a:off x="2253074" y="129404"/>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9" name="Google Shape;4979;p25"/>
            <p:cNvSpPr/>
            <p:nvPr/>
          </p:nvSpPr>
          <p:spPr>
            <a:xfrm>
              <a:off x="2086674" y="129404"/>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0" name="Google Shape;4980;p25"/>
            <p:cNvSpPr/>
            <p:nvPr/>
          </p:nvSpPr>
          <p:spPr>
            <a:xfrm>
              <a:off x="1957242" y="129404"/>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1" name="Google Shape;4981;p25"/>
            <p:cNvSpPr/>
            <p:nvPr/>
          </p:nvSpPr>
          <p:spPr>
            <a:xfrm>
              <a:off x="1790857" y="129404"/>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2" name="Google Shape;4982;p25"/>
            <p:cNvSpPr/>
            <p:nvPr/>
          </p:nvSpPr>
          <p:spPr>
            <a:xfrm>
              <a:off x="2400974" y="-12"/>
              <a:ext cx="129448" cy="129432"/>
            </a:xfrm>
            <a:custGeom>
              <a:rect b="b" l="l" r="r" t="t"/>
              <a:pathLst>
                <a:path extrusionOk="0" h="8333"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3" name="Google Shape;4983;p25"/>
            <p:cNvSpPr/>
            <p:nvPr/>
          </p:nvSpPr>
          <p:spPr>
            <a:xfrm>
              <a:off x="2253074" y="-12"/>
              <a:ext cx="147916" cy="129432"/>
            </a:xfrm>
            <a:custGeom>
              <a:rect b="b" l="l" r="r" t="t"/>
              <a:pathLst>
                <a:path extrusionOk="0" h="8333"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25"/>
            <p:cNvSpPr/>
            <p:nvPr/>
          </p:nvSpPr>
          <p:spPr>
            <a:xfrm>
              <a:off x="2086674" y="-12"/>
              <a:ext cx="166415" cy="129432"/>
            </a:xfrm>
            <a:custGeom>
              <a:rect b="b" l="l" r="r" t="t"/>
              <a:pathLst>
                <a:path extrusionOk="0" h="8333"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5" name="Google Shape;4985;p25"/>
            <p:cNvSpPr/>
            <p:nvPr/>
          </p:nvSpPr>
          <p:spPr>
            <a:xfrm>
              <a:off x="1957242"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6" name="Google Shape;4986;p25"/>
            <p:cNvSpPr/>
            <p:nvPr/>
          </p:nvSpPr>
          <p:spPr>
            <a:xfrm>
              <a:off x="2530406"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7" name="Google Shape;4987;p25"/>
            <p:cNvSpPr/>
            <p:nvPr/>
          </p:nvSpPr>
          <p:spPr>
            <a:xfrm>
              <a:off x="2678322"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25"/>
            <p:cNvSpPr/>
            <p:nvPr/>
          </p:nvSpPr>
          <p:spPr>
            <a:xfrm>
              <a:off x="2807755" y="2070781"/>
              <a:ext cx="166431" cy="147916"/>
            </a:xfrm>
            <a:custGeom>
              <a:rect b="b" l="l" r="r" t="t"/>
              <a:pathLst>
                <a:path extrusionOk="0" h="9523" w="10715">
                  <a:moveTo>
                    <a:pt x="0" y="0"/>
                  </a:moveTo>
                  <a:lnTo>
                    <a:pt x="0" y="9523"/>
                  </a:lnTo>
                  <a:lnTo>
                    <a:pt x="10714" y="952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9" name="Google Shape;4989;p25"/>
            <p:cNvSpPr/>
            <p:nvPr/>
          </p:nvSpPr>
          <p:spPr>
            <a:xfrm>
              <a:off x="2974170"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0" name="Google Shape;4990;p25"/>
            <p:cNvSpPr/>
            <p:nvPr/>
          </p:nvSpPr>
          <p:spPr>
            <a:xfrm>
              <a:off x="312208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1" name="Google Shape;4991;p25"/>
            <p:cNvSpPr/>
            <p:nvPr/>
          </p:nvSpPr>
          <p:spPr>
            <a:xfrm>
              <a:off x="326998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2" name="Google Shape;4992;p25"/>
            <p:cNvSpPr/>
            <p:nvPr/>
          </p:nvSpPr>
          <p:spPr>
            <a:xfrm>
              <a:off x="341790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25"/>
            <p:cNvSpPr/>
            <p:nvPr/>
          </p:nvSpPr>
          <p:spPr>
            <a:xfrm>
              <a:off x="3565818"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4" name="Google Shape;4994;p25"/>
            <p:cNvSpPr/>
            <p:nvPr/>
          </p:nvSpPr>
          <p:spPr>
            <a:xfrm>
              <a:off x="3713719" y="2070781"/>
              <a:ext cx="147963" cy="147916"/>
            </a:xfrm>
            <a:custGeom>
              <a:rect b="b" l="l" r="r" t="t"/>
              <a:pathLst>
                <a:path extrusionOk="0" h="9523" w="9526">
                  <a:moveTo>
                    <a:pt x="1" y="0"/>
                  </a:moveTo>
                  <a:lnTo>
                    <a:pt x="1" y="9523"/>
                  </a:lnTo>
                  <a:lnTo>
                    <a:pt x="9525" y="952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5" name="Google Shape;4995;p25"/>
            <p:cNvSpPr/>
            <p:nvPr/>
          </p:nvSpPr>
          <p:spPr>
            <a:xfrm>
              <a:off x="386166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6" name="Google Shape;4996;p25"/>
            <p:cNvSpPr/>
            <p:nvPr/>
          </p:nvSpPr>
          <p:spPr>
            <a:xfrm>
              <a:off x="400956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7" name="Google Shape;4997;p25"/>
            <p:cNvSpPr/>
            <p:nvPr/>
          </p:nvSpPr>
          <p:spPr>
            <a:xfrm>
              <a:off x="415748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8" name="Google Shape;4998;p25"/>
            <p:cNvSpPr/>
            <p:nvPr/>
          </p:nvSpPr>
          <p:spPr>
            <a:xfrm>
              <a:off x="4305398"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9" name="Google Shape;4999;p25"/>
            <p:cNvSpPr/>
            <p:nvPr/>
          </p:nvSpPr>
          <p:spPr>
            <a:xfrm>
              <a:off x="2530406"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0" name="Google Shape;5000;p25"/>
            <p:cNvSpPr/>
            <p:nvPr/>
          </p:nvSpPr>
          <p:spPr>
            <a:xfrm>
              <a:off x="2678322" y="192286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1" name="Google Shape;5001;p25"/>
            <p:cNvSpPr/>
            <p:nvPr/>
          </p:nvSpPr>
          <p:spPr>
            <a:xfrm>
              <a:off x="2807755" y="1922865"/>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25"/>
            <p:cNvSpPr/>
            <p:nvPr/>
          </p:nvSpPr>
          <p:spPr>
            <a:xfrm>
              <a:off x="2974170" y="192286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25"/>
            <p:cNvSpPr/>
            <p:nvPr/>
          </p:nvSpPr>
          <p:spPr>
            <a:xfrm>
              <a:off x="3122086"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4" name="Google Shape;5004;p25"/>
            <p:cNvSpPr/>
            <p:nvPr/>
          </p:nvSpPr>
          <p:spPr>
            <a:xfrm>
              <a:off x="3269986"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5" name="Google Shape;5005;p25"/>
            <p:cNvSpPr/>
            <p:nvPr/>
          </p:nvSpPr>
          <p:spPr>
            <a:xfrm>
              <a:off x="3417902"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6" name="Google Shape;5006;p25"/>
            <p:cNvSpPr/>
            <p:nvPr/>
          </p:nvSpPr>
          <p:spPr>
            <a:xfrm>
              <a:off x="3565818"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7" name="Google Shape;5007;p25"/>
            <p:cNvSpPr/>
            <p:nvPr/>
          </p:nvSpPr>
          <p:spPr>
            <a:xfrm>
              <a:off x="3713719" y="1922865"/>
              <a:ext cx="147963" cy="147932"/>
            </a:xfrm>
            <a:custGeom>
              <a:rect b="b" l="l" r="r" t="t"/>
              <a:pathLst>
                <a:path extrusionOk="0" h="9524" w="9526">
                  <a:moveTo>
                    <a:pt x="1" y="1"/>
                  </a:moveTo>
                  <a:lnTo>
                    <a:pt x="1" y="9523"/>
                  </a:lnTo>
                  <a:lnTo>
                    <a:pt x="9525" y="952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8" name="Google Shape;5008;p25"/>
            <p:cNvSpPr/>
            <p:nvPr/>
          </p:nvSpPr>
          <p:spPr>
            <a:xfrm>
              <a:off x="3861666"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9" name="Google Shape;5009;p25"/>
            <p:cNvSpPr/>
            <p:nvPr/>
          </p:nvSpPr>
          <p:spPr>
            <a:xfrm>
              <a:off x="4009566"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25"/>
            <p:cNvSpPr/>
            <p:nvPr/>
          </p:nvSpPr>
          <p:spPr>
            <a:xfrm>
              <a:off x="4157482"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1" name="Google Shape;5011;p25"/>
            <p:cNvSpPr/>
            <p:nvPr/>
          </p:nvSpPr>
          <p:spPr>
            <a:xfrm>
              <a:off x="4305398" y="192286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2" name="Google Shape;5012;p25"/>
            <p:cNvSpPr/>
            <p:nvPr/>
          </p:nvSpPr>
          <p:spPr>
            <a:xfrm>
              <a:off x="4453314"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3" name="Google Shape;5013;p25"/>
            <p:cNvSpPr/>
            <p:nvPr/>
          </p:nvSpPr>
          <p:spPr>
            <a:xfrm>
              <a:off x="4601215"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4" name="Google Shape;5014;p25"/>
            <p:cNvSpPr/>
            <p:nvPr/>
          </p:nvSpPr>
          <p:spPr>
            <a:xfrm>
              <a:off x="2530406"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5" name="Google Shape;5015;p25"/>
            <p:cNvSpPr/>
            <p:nvPr/>
          </p:nvSpPr>
          <p:spPr>
            <a:xfrm>
              <a:off x="2678322" y="175648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6" name="Google Shape;5016;p25"/>
            <p:cNvSpPr/>
            <p:nvPr/>
          </p:nvSpPr>
          <p:spPr>
            <a:xfrm>
              <a:off x="2807755" y="175648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7" name="Google Shape;5017;p25"/>
            <p:cNvSpPr/>
            <p:nvPr/>
          </p:nvSpPr>
          <p:spPr>
            <a:xfrm>
              <a:off x="2974170" y="175648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8" name="Google Shape;5018;p25"/>
            <p:cNvSpPr/>
            <p:nvPr/>
          </p:nvSpPr>
          <p:spPr>
            <a:xfrm>
              <a:off x="3122086"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9" name="Google Shape;5019;p25"/>
            <p:cNvSpPr/>
            <p:nvPr/>
          </p:nvSpPr>
          <p:spPr>
            <a:xfrm>
              <a:off x="3269986"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0" name="Google Shape;5020;p25"/>
            <p:cNvSpPr/>
            <p:nvPr/>
          </p:nvSpPr>
          <p:spPr>
            <a:xfrm>
              <a:off x="3417902"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1" name="Google Shape;5021;p25"/>
            <p:cNvSpPr/>
            <p:nvPr/>
          </p:nvSpPr>
          <p:spPr>
            <a:xfrm>
              <a:off x="3565818"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2" name="Google Shape;5022;p25"/>
            <p:cNvSpPr/>
            <p:nvPr/>
          </p:nvSpPr>
          <p:spPr>
            <a:xfrm>
              <a:off x="3713719" y="1756480"/>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3" name="Google Shape;5023;p25"/>
            <p:cNvSpPr/>
            <p:nvPr/>
          </p:nvSpPr>
          <p:spPr>
            <a:xfrm>
              <a:off x="3861666"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4" name="Google Shape;5024;p25"/>
            <p:cNvSpPr/>
            <p:nvPr/>
          </p:nvSpPr>
          <p:spPr>
            <a:xfrm>
              <a:off x="4009566"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5" name="Google Shape;5025;p25"/>
            <p:cNvSpPr/>
            <p:nvPr/>
          </p:nvSpPr>
          <p:spPr>
            <a:xfrm>
              <a:off x="4157482"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6" name="Google Shape;5026;p25"/>
            <p:cNvSpPr/>
            <p:nvPr/>
          </p:nvSpPr>
          <p:spPr>
            <a:xfrm>
              <a:off x="4305398" y="175648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7" name="Google Shape;5027;p25"/>
            <p:cNvSpPr/>
            <p:nvPr/>
          </p:nvSpPr>
          <p:spPr>
            <a:xfrm>
              <a:off x="4453314"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8" name="Google Shape;5028;p25"/>
            <p:cNvSpPr/>
            <p:nvPr/>
          </p:nvSpPr>
          <p:spPr>
            <a:xfrm>
              <a:off x="4601215"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25"/>
            <p:cNvSpPr/>
            <p:nvPr/>
          </p:nvSpPr>
          <p:spPr>
            <a:xfrm>
              <a:off x="2530406"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0" name="Google Shape;5030;p25"/>
            <p:cNvSpPr/>
            <p:nvPr/>
          </p:nvSpPr>
          <p:spPr>
            <a:xfrm>
              <a:off x="2678322" y="1627048"/>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1" name="Google Shape;5031;p25"/>
            <p:cNvSpPr/>
            <p:nvPr/>
          </p:nvSpPr>
          <p:spPr>
            <a:xfrm>
              <a:off x="2807755" y="1627048"/>
              <a:ext cx="166431" cy="129448"/>
            </a:xfrm>
            <a:custGeom>
              <a:rect b="b" l="l" r="r" t="t"/>
              <a:pathLst>
                <a:path extrusionOk="0" h="8334"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2" name="Google Shape;5032;p25"/>
            <p:cNvSpPr/>
            <p:nvPr/>
          </p:nvSpPr>
          <p:spPr>
            <a:xfrm>
              <a:off x="2974170" y="1627048"/>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3" name="Google Shape;5033;p25"/>
            <p:cNvSpPr/>
            <p:nvPr/>
          </p:nvSpPr>
          <p:spPr>
            <a:xfrm>
              <a:off x="3122086"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4" name="Google Shape;5034;p25"/>
            <p:cNvSpPr/>
            <p:nvPr/>
          </p:nvSpPr>
          <p:spPr>
            <a:xfrm>
              <a:off x="3269986"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25"/>
            <p:cNvSpPr/>
            <p:nvPr/>
          </p:nvSpPr>
          <p:spPr>
            <a:xfrm>
              <a:off x="3417902"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25"/>
            <p:cNvSpPr/>
            <p:nvPr/>
          </p:nvSpPr>
          <p:spPr>
            <a:xfrm>
              <a:off x="3565818"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7" name="Google Shape;5037;p25"/>
            <p:cNvSpPr/>
            <p:nvPr/>
          </p:nvSpPr>
          <p:spPr>
            <a:xfrm>
              <a:off x="3713719" y="1627048"/>
              <a:ext cx="147963" cy="129448"/>
            </a:xfrm>
            <a:custGeom>
              <a:rect b="b" l="l" r="r" t="t"/>
              <a:pathLst>
                <a:path extrusionOk="0" h="8334" w="9526">
                  <a:moveTo>
                    <a:pt x="1" y="0"/>
                  </a:moveTo>
                  <a:lnTo>
                    <a:pt x="1" y="8333"/>
                  </a:lnTo>
                  <a:lnTo>
                    <a:pt x="9525" y="833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25"/>
            <p:cNvSpPr/>
            <p:nvPr/>
          </p:nvSpPr>
          <p:spPr>
            <a:xfrm>
              <a:off x="3861666"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25"/>
            <p:cNvSpPr/>
            <p:nvPr/>
          </p:nvSpPr>
          <p:spPr>
            <a:xfrm>
              <a:off x="4009566"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0" name="Google Shape;5040;p25"/>
            <p:cNvSpPr/>
            <p:nvPr/>
          </p:nvSpPr>
          <p:spPr>
            <a:xfrm>
              <a:off x="4157482"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1" name="Google Shape;5041;p25"/>
            <p:cNvSpPr/>
            <p:nvPr/>
          </p:nvSpPr>
          <p:spPr>
            <a:xfrm>
              <a:off x="4305398" y="1627048"/>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25"/>
            <p:cNvSpPr/>
            <p:nvPr/>
          </p:nvSpPr>
          <p:spPr>
            <a:xfrm>
              <a:off x="4453314"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3" name="Google Shape;5043;p25"/>
            <p:cNvSpPr/>
            <p:nvPr/>
          </p:nvSpPr>
          <p:spPr>
            <a:xfrm>
              <a:off x="4601215"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4" name="Google Shape;5044;p25"/>
            <p:cNvSpPr/>
            <p:nvPr/>
          </p:nvSpPr>
          <p:spPr>
            <a:xfrm>
              <a:off x="2530406"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25"/>
            <p:cNvSpPr/>
            <p:nvPr/>
          </p:nvSpPr>
          <p:spPr>
            <a:xfrm>
              <a:off x="2678322" y="1460633"/>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6" name="Google Shape;5046;p25"/>
            <p:cNvSpPr/>
            <p:nvPr/>
          </p:nvSpPr>
          <p:spPr>
            <a:xfrm>
              <a:off x="2807755" y="1460633"/>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7" name="Google Shape;5047;p25"/>
            <p:cNvSpPr/>
            <p:nvPr/>
          </p:nvSpPr>
          <p:spPr>
            <a:xfrm>
              <a:off x="2974170" y="1460633"/>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8" name="Google Shape;5048;p25"/>
            <p:cNvSpPr/>
            <p:nvPr/>
          </p:nvSpPr>
          <p:spPr>
            <a:xfrm>
              <a:off x="3122086"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9" name="Google Shape;5049;p25"/>
            <p:cNvSpPr/>
            <p:nvPr/>
          </p:nvSpPr>
          <p:spPr>
            <a:xfrm>
              <a:off x="3269986"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0" name="Google Shape;5050;p25"/>
            <p:cNvSpPr/>
            <p:nvPr/>
          </p:nvSpPr>
          <p:spPr>
            <a:xfrm>
              <a:off x="3417902"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1" name="Google Shape;5051;p25"/>
            <p:cNvSpPr/>
            <p:nvPr/>
          </p:nvSpPr>
          <p:spPr>
            <a:xfrm>
              <a:off x="3565818"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2" name="Google Shape;5052;p25"/>
            <p:cNvSpPr/>
            <p:nvPr/>
          </p:nvSpPr>
          <p:spPr>
            <a:xfrm>
              <a:off x="3713719" y="1460633"/>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25"/>
            <p:cNvSpPr/>
            <p:nvPr/>
          </p:nvSpPr>
          <p:spPr>
            <a:xfrm>
              <a:off x="3861666"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4" name="Google Shape;5054;p25"/>
            <p:cNvSpPr/>
            <p:nvPr/>
          </p:nvSpPr>
          <p:spPr>
            <a:xfrm>
              <a:off x="4009566"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25"/>
            <p:cNvSpPr/>
            <p:nvPr/>
          </p:nvSpPr>
          <p:spPr>
            <a:xfrm>
              <a:off x="4157482"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6" name="Google Shape;5056;p25"/>
            <p:cNvSpPr/>
            <p:nvPr/>
          </p:nvSpPr>
          <p:spPr>
            <a:xfrm>
              <a:off x="4305398" y="1460633"/>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25"/>
            <p:cNvSpPr/>
            <p:nvPr/>
          </p:nvSpPr>
          <p:spPr>
            <a:xfrm>
              <a:off x="4453314"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8" name="Google Shape;5058;p25"/>
            <p:cNvSpPr/>
            <p:nvPr/>
          </p:nvSpPr>
          <p:spPr>
            <a:xfrm>
              <a:off x="4601215"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9" name="Google Shape;5059;p25"/>
            <p:cNvSpPr/>
            <p:nvPr/>
          </p:nvSpPr>
          <p:spPr>
            <a:xfrm>
              <a:off x="2530406"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25"/>
            <p:cNvSpPr/>
            <p:nvPr/>
          </p:nvSpPr>
          <p:spPr>
            <a:xfrm>
              <a:off x="2678322" y="1331201"/>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25"/>
            <p:cNvSpPr/>
            <p:nvPr/>
          </p:nvSpPr>
          <p:spPr>
            <a:xfrm>
              <a:off x="2807755" y="1331201"/>
              <a:ext cx="166431" cy="129448"/>
            </a:xfrm>
            <a:custGeom>
              <a:rect b="b" l="l" r="r" t="t"/>
              <a:pathLst>
                <a:path extrusionOk="0" h="8334"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2" name="Google Shape;5062;p25"/>
            <p:cNvSpPr/>
            <p:nvPr/>
          </p:nvSpPr>
          <p:spPr>
            <a:xfrm>
              <a:off x="2974170" y="1331201"/>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3" name="Google Shape;5063;p25"/>
            <p:cNvSpPr/>
            <p:nvPr/>
          </p:nvSpPr>
          <p:spPr>
            <a:xfrm>
              <a:off x="3122086"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25"/>
            <p:cNvSpPr/>
            <p:nvPr/>
          </p:nvSpPr>
          <p:spPr>
            <a:xfrm>
              <a:off x="3269986"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25"/>
            <p:cNvSpPr/>
            <p:nvPr/>
          </p:nvSpPr>
          <p:spPr>
            <a:xfrm>
              <a:off x="3417902"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6" name="Google Shape;5066;p25"/>
            <p:cNvSpPr/>
            <p:nvPr/>
          </p:nvSpPr>
          <p:spPr>
            <a:xfrm>
              <a:off x="3565818"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7" name="Google Shape;5067;p25"/>
            <p:cNvSpPr/>
            <p:nvPr/>
          </p:nvSpPr>
          <p:spPr>
            <a:xfrm>
              <a:off x="3713719" y="1331201"/>
              <a:ext cx="147963" cy="129448"/>
            </a:xfrm>
            <a:custGeom>
              <a:rect b="b" l="l" r="r" t="t"/>
              <a:pathLst>
                <a:path extrusionOk="0" h="8334" w="9526">
                  <a:moveTo>
                    <a:pt x="1" y="0"/>
                  </a:moveTo>
                  <a:lnTo>
                    <a:pt x="1" y="8333"/>
                  </a:lnTo>
                  <a:lnTo>
                    <a:pt x="9525" y="833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8" name="Google Shape;5068;p25"/>
            <p:cNvSpPr/>
            <p:nvPr/>
          </p:nvSpPr>
          <p:spPr>
            <a:xfrm>
              <a:off x="3861666"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9" name="Google Shape;5069;p25"/>
            <p:cNvSpPr/>
            <p:nvPr/>
          </p:nvSpPr>
          <p:spPr>
            <a:xfrm>
              <a:off x="4009566"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0" name="Google Shape;5070;p25"/>
            <p:cNvSpPr/>
            <p:nvPr/>
          </p:nvSpPr>
          <p:spPr>
            <a:xfrm>
              <a:off x="4157482"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1" name="Google Shape;5071;p25"/>
            <p:cNvSpPr/>
            <p:nvPr/>
          </p:nvSpPr>
          <p:spPr>
            <a:xfrm>
              <a:off x="4305398" y="1331201"/>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2" name="Google Shape;5072;p25"/>
            <p:cNvSpPr/>
            <p:nvPr/>
          </p:nvSpPr>
          <p:spPr>
            <a:xfrm>
              <a:off x="4453314"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25"/>
            <p:cNvSpPr/>
            <p:nvPr/>
          </p:nvSpPr>
          <p:spPr>
            <a:xfrm>
              <a:off x="4601215"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25"/>
            <p:cNvSpPr/>
            <p:nvPr/>
          </p:nvSpPr>
          <p:spPr>
            <a:xfrm>
              <a:off x="2530406"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5" name="Google Shape;5075;p25"/>
            <p:cNvSpPr/>
            <p:nvPr/>
          </p:nvSpPr>
          <p:spPr>
            <a:xfrm>
              <a:off x="2678322" y="118328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6" name="Google Shape;5076;p25"/>
            <p:cNvSpPr/>
            <p:nvPr/>
          </p:nvSpPr>
          <p:spPr>
            <a:xfrm>
              <a:off x="2807755" y="1183285"/>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7" name="Google Shape;5077;p25"/>
            <p:cNvSpPr/>
            <p:nvPr/>
          </p:nvSpPr>
          <p:spPr>
            <a:xfrm>
              <a:off x="2974170" y="118328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25"/>
            <p:cNvSpPr/>
            <p:nvPr/>
          </p:nvSpPr>
          <p:spPr>
            <a:xfrm>
              <a:off x="3122086"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9" name="Google Shape;5079;p25"/>
            <p:cNvSpPr/>
            <p:nvPr/>
          </p:nvSpPr>
          <p:spPr>
            <a:xfrm>
              <a:off x="3269986"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0" name="Google Shape;5080;p25"/>
            <p:cNvSpPr/>
            <p:nvPr/>
          </p:nvSpPr>
          <p:spPr>
            <a:xfrm>
              <a:off x="3417902"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1" name="Google Shape;5081;p25"/>
            <p:cNvSpPr/>
            <p:nvPr/>
          </p:nvSpPr>
          <p:spPr>
            <a:xfrm>
              <a:off x="3565818"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25"/>
            <p:cNvSpPr/>
            <p:nvPr/>
          </p:nvSpPr>
          <p:spPr>
            <a:xfrm>
              <a:off x="3713719" y="1183285"/>
              <a:ext cx="147963" cy="147932"/>
            </a:xfrm>
            <a:custGeom>
              <a:rect b="b" l="l" r="r" t="t"/>
              <a:pathLst>
                <a:path extrusionOk="0" h="9524" w="9526">
                  <a:moveTo>
                    <a:pt x="1" y="1"/>
                  </a:moveTo>
                  <a:lnTo>
                    <a:pt x="1" y="9523"/>
                  </a:lnTo>
                  <a:lnTo>
                    <a:pt x="9525" y="952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3" name="Google Shape;5083;p25"/>
            <p:cNvSpPr/>
            <p:nvPr/>
          </p:nvSpPr>
          <p:spPr>
            <a:xfrm>
              <a:off x="3861666"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4" name="Google Shape;5084;p25"/>
            <p:cNvSpPr/>
            <p:nvPr/>
          </p:nvSpPr>
          <p:spPr>
            <a:xfrm>
              <a:off x="4009566"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25"/>
            <p:cNvSpPr/>
            <p:nvPr/>
          </p:nvSpPr>
          <p:spPr>
            <a:xfrm>
              <a:off x="4157482"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6" name="Google Shape;5086;p25"/>
            <p:cNvSpPr/>
            <p:nvPr/>
          </p:nvSpPr>
          <p:spPr>
            <a:xfrm>
              <a:off x="4305398"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25"/>
            <p:cNvSpPr/>
            <p:nvPr/>
          </p:nvSpPr>
          <p:spPr>
            <a:xfrm>
              <a:off x="2530406"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8" name="Google Shape;5088;p25"/>
            <p:cNvSpPr/>
            <p:nvPr/>
          </p:nvSpPr>
          <p:spPr>
            <a:xfrm>
              <a:off x="2678322" y="101690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9" name="Google Shape;5089;p25"/>
            <p:cNvSpPr/>
            <p:nvPr/>
          </p:nvSpPr>
          <p:spPr>
            <a:xfrm>
              <a:off x="2807755" y="101690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25"/>
            <p:cNvSpPr/>
            <p:nvPr/>
          </p:nvSpPr>
          <p:spPr>
            <a:xfrm>
              <a:off x="2974170" y="101690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25"/>
            <p:cNvSpPr/>
            <p:nvPr/>
          </p:nvSpPr>
          <p:spPr>
            <a:xfrm>
              <a:off x="3122086"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2" name="Google Shape;5092;p25"/>
            <p:cNvSpPr/>
            <p:nvPr/>
          </p:nvSpPr>
          <p:spPr>
            <a:xfrm>
              <a:off x="3269986"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3" name="Google Shape;5093;p25"/>
            <p:cNvSpPr/>
            <p:nvPr/>
          </p:nvSpPr>
          <p:spPr>
            <a:xfrm>
              <a:off x="3417902"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4" name="Google Shape;5094;p25"/>
            <p:cNvSpPr/>
            <p:nvPr/>
          </p:nvSpPr>
          <p:spPr>
            <a:xfrm>
              <a:off x="3565818"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25"/>
            <p:cNvSpPr/>
            <p:nvPr/>
          </p:nvSpPr>
          <p:spPr>
            <a:xfrm>
              <a:off x="3713719" y="1016900"/>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6" name="Google Shape;5096;p25"/>
            <p:cNvSpPr/>
            <p:nvPr/>
          </p:nvSpPr>
          <p:spPr>
            <a:xfrm>
              <a:off x="3861666"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7" name="Google Shape;5097;p25"/>
            <p:cNvSpPr/>
            <p:nvPr/>
          </p:nvSpPr>
          <p:spPr>
            <a:xfrm>
              <a:off x="4009566"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25"/>
            <p:cNvSpPr/>
            <p:nvPr/>
          </p:nvSpPr>
          <p:spPr>
            <a:xfrm>
              <a:off x="4157482"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25"/>
            <p:cNvSpPr/>
            <p:nvPr/>
          </p:nvSpPr>
          <p:spPr>
            <a:xfrm>
              <a:off x="2530406"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0" name="Google Shape;5100;p25"/>
            <p:cNvSpPr/>
            <p:nvPr/>
          </p:nvSpPr>
          <p:spPr>
            <a:xfrm>
              <a:off x="2678322" y="887468"/>
              <a:ext cx="129448" cy="129448"/>
            </a:xfrm>
            <a:custGeom>
              <a:rect b="b" l="l" r="r" t="t"/>
              <a:pathLst>
                <a:path extrusionOk="0" h="8334" w="8334">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25"/>
            <p:cNvSpPr/>
            <p:nvPr/>
          </p:nvSpPr>
          <p:spPr>
            <a:xfrm>
              <a:off x="2807755" y="887468"/>
              <a:ext cx="166431" cy="129448"/>
            </a:xfrm>
            <a:custGeom>
              <a:rect b="b" l="l" r="r" t="t"/>
              <a:pathLst>
                <a:path extrusionOk="0" h="8334" w="10715">
                  <a:moveTo>
                    <a:pt x="0" y="1"/>
                  </a:moveTo>
                  <a:lnTo>
                    <a:pt x="0" y="8333"/>
                  </a:lnTo>
                  <a:lnTo>
                    <a:pt x="10714" y="833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25"/>
            <p:cNvSpPr/>
            <p:nvPr/>
          </p:nvSpPr>
          <p:spPr>
            <a:xfrm>
              <a:off x="2974170" y="887468"/>
              <a:ext cx="147932" cy="129448"/>
            </a:xfrm>
            <a:custGeom>
              <a:rect b="b" l="l" r="r" t="t"/>
              <a:pathLst>
                <a:path extrusionOk="0" h="8334" w="9524">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3" name="Google Shape;5103;p25"/>
            <p:cNvSpPr/>
            <p:nvPr/>
          </p:nvSpPr>
          <p:spPr>
            <a:xfrm>
              <a:off x="3122086"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4" name="Google Shape;5104;p25"/>
            <p:cNvSpPr/>
            <p:nvPr/>
          </p:nvSpPr>
          <p:spPr>
            <a:xfrm>
              <a:off x="3269986"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5" name="Google Shape;5105;p25"/>
            <p:cNvSpPr/>
            <p:nvPr/>
          </p:nvSpPr>
          <p:spPr>
            <a:xfrm>
              <a:off x="3417902"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25"/>
            <p:cNvSpPr/>
            <p:nvPr/>
          </p:nvSpPr>
          <p:spPr>
            <a:xfrm>
              <a:off x="3565818"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7" name="Google Shape;5107;p25"/>
            <p:cNvSpPr/>
            <p:nvPr/>
          </p:nvSpPr>
          <p:spPr>
            <a:xfrm>
              <a:off x="3713719" y="887468"/>
              <a:ext cx="147963" cy="129448"/>
            </a:xfrm>
            <a:custGeom>
              <a:rect b="b" l="l" r="r" t="t"/>
              <a:pathLst>
                <a:path extrusionOk="0" h="8334" w="9526">
                  <a:moveTo>
                    <a:pt x="1" y="1"/>
                  </a:moveTo>
                  <a:lnTo>
                    <a:pt x="1" y="8333"/>
                  </a:lnTo>
                  <a:lnTo>
                    <a:pt x="9525" y="833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8" name="Google Shape;5108;p25"/>
            <p:cNvSpPr/>
            <p:nvPr/>
          </p:nvSpPr>
          <p:spPr>
            <a:xfrm>
              <a:off x="3861666"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25"/>
            <p:cNvSpPr/>
            <p:nvPr/>
          </p:nvSpPr>
          <p:spPr>
            <a:xfrm>
              <a:off x="4009566"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25"/>
            <p:cNvSpPr/>
            <p:nvPr/>
          </p:nvSpPr>
          <p:spPr>
            <a:xfrm>
              <a:off x="4157482"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25"/>
            <p:cNvSpPr/>
            <p:nvPr/>
          </p:nvSpPr>
          <p:spPr>
            <a:xfrm>
              <a:off x="2530406" y="739552"/>
              <a:ext cx="147932" cy="147932"/>
            </a:xfrm>
            <a:custGeom>
              <a:rect b="b" l="l" r="r" t="t"/>
              <a:pathLst>
                <a:path extrusionOk="0" h="9524" w="9524">
                  <a:moveTo>
                    <a:pt x="1" y="1"/>
                  </a:moveTo>
                  <a:lnTo>
                    <a:pt x="1"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25"/>
            <p:cNvSpPr/>
            <p:nvPr/>
          </p:nvSpPr>
          <p:spPr>
            <a:xfrm>
              <a:off x="2678322" y="739552"/>
              <a:ext cx="129448" cy="147932"/>
            </a:xfrm>
            <a:custGeom>
              <a:rect b="b" l="l" r="r" t="t"/>
              <a:pathLst>
                <a:path extrusionOk="0" h="9524" w="8334">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3" name="Google Shape;5113;p25"/>
            <p:cNvSpPr/>
            <p:nvPr/>
          </p:nvSpPr>
          <p:spPr>
            <a:xfrm>
              <a:off x="2807755" y="739552"/>
              <a:ext cx="166431" cy="147932"/>
            </a:xfrm>
            <a:custGeom>
              <a:rect b="b" l="l" r="r" t="t"/>
              <a:pathLst>
                <a:path extrusionOk="0" h="9524" w="10715">
                  <a:moveTo>
                    <a:pt x="0" y="1"/>
                  </a:moveTo>
                  <a:lnTo>
                    <a:pt x="0" y="9524"/>
                  </a:lnTo>
                  <a:lnTo>
                    <a:pt x="10714" y="9524"/>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25"/>
            <p:cNvSpPr/>
            <p:nvPr/>
          </p:nvSpPr>
          <p:spPr>
            <a:xfrm>
              <a:off x="2974170" y="739552"/>
              <a:ext cx="147932" cy="147932"/>
            </a:xfrm>
            <a:custGeom>
              <a:rect b="b" l="l" r="r" t="t"/>
              <a:pathLst>
                <a:path extrusionOk="0" h="9524" w="9524">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25"/>
            <p:cNvSpPr/>
            <p:nvPr/>
          </p:nvSpPr>
          <p:spPr>
            <a:xfrm>
              <a:off x="3122086"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6" name="Google Shape;5116;p25"/>
            <p:cNvSpPr/>
            <p:nvPr/>
          </p:nvSpPr>
          <p:spPr>
            <a:xfrm>
              <a:off x="3269986"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7" name="Google Shape;5117;p25"/>
            <p:cNvSpPr/>
            <p:nvPr/>
          </p:nvSpPr>
          <p:spPr>
            <a:xfrm>
              <a:off x="3417902" y="739552"/>
              <a:ext cx="147932" cy="147932"/>
            </a:xfrm>
            <a:custGeom>
              <a:rect b="b" l="l" r="r" t="t"/>
              <a:pathLst>
                <a:path extrusionOk="0" h="9524" w="9524">
                  <a:moveTo>
                    <a:pt x="1" y="1"/>
                  </a:moveTo>
                  <a:lnTo>
                    <a:pt x="1"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25"/>
            <p:cNvSpPr/>
            <p:nvPr/>
          </p:nvSpPr>
          <p:spPr>
            <a:xfrm>
              <a:off x="3565818"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25"/>
            <p:cNvSpPr/>
            <p:nvPr/>
          </p:nvSpPr>
          <p:spPr>
            <a:xfrm>
              <a:off x="3713719" y="739552"/>
              <a:ext cx="147963" cy="147932"/>
            </a:xfrm>
            <a:custGeom>
              <a:rect b="b" l="l" r="r" t="t"/>
              <a:pathLst>
                <a:path extrusionOk="0" h="9524" w="9526">
                  <a:moveTo>
                    <a:pt x="1" y="1"/>
                  </a:moveTo>
                  <a:lnTo>
                    <a:pt x="1" y="9524"/>
                  </a:lnTo>
                  <a:lnTo>
                    <a:pt x="9525" y="9524"/>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0" name="Google Shape;5120;p25"/>
            <p:cNvSpPr/>
            <p:nvPr/>
          </p:nvSpPr>
          <p:spPr>
            <a:xfrm>
              <a:off x="3861666"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1" name="Google Shape;5121;p25"/>
            <p:cNvSpPr/>
            <p:nvPr/>
          </p:nvSpPr>
          <p:spPr>
            <a:xfrm>
              <a:off x="400956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2" name="Google Shape;5122;p25"/>
            <p:cNvSpPr/>
            <p:nvPr/>
          </p:nvSpPr>
          <p:spPr>
            <a:xfrm>
              <a:off x="2530406" y="573137"/>
              <a:ext cx="147932" cy="166431"/>
            </a:xfrm>
            <a:custGeom>
              <a:rect b="b" l="l" r="r" t="t"/>
              <a:pathLst>
                <a:path extrusionOk="0" h="10715" w="9524">
                  <a:moveTo>
                    <a:pt x="1" y="1"/>
                  </a:moveTo>
                  <a:lnTo>
                    <a:pt x="1"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25"/>
            <p:cNvSpPr/>
            <p:nvPr/>
          </p:nvSpPr>
          <p:spPr>
            <a:xfrm>
              <a:off x="2678322" y="573137"/>
              <a:ext cx="129448" cy="166431"/>
            </a:xfrm>
            <a:custGeom>
              <a:rect b="b" l="l" r="r" t="t"/>
              <a:pathLst>
                <a:path extrusionOk="0" h="10715" w="8334">
                  <a:moveTo>
                    <a:pt x="0" y="1"/>
                  </a:moveTo>
                  <a:lnTo>
                    <a:pt x="0" y="10715"/>
                  </a:lnTo>
                  <a:lnTo>
                    <a:pt x="8333" y="10715"/>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4" name="Google Shape;5124;p25"/>
            <p:cNvSpPr/>
            <p:nvPr/>
          </p:nvSpPr>
          <p:spPr>
            <a:xfrm>
              <a:off x="2807755" y="573137"/>
              <a:ext cx="166431" cy="166431"/>
            </a:xfrm>
            <a:custGeom>
              <a:rect b="b" l="l" r="r" t="t"/>
              <a:pathLst>
                <a:path extrusionOk="0" h="10715" w="10715">
                  <a:moveTo>
                    <a:pt x="0" y="1"/>
                  </a:moveTo>
                  <a:lnTo>
                    <a:pt x="0" y="10715"/>
                  </a:lnTo>
                  <a:lnTo>
                    <a:pt x="10714" y="10715"/>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5" name="Google Shape;5125;p25"/>
            <p:cNvSpPr/>
            <p:nvPr/>
          </p:nvSpPr>
          <p:spPr>
            <a:xfrm>
              <a:off x="2974170" y="573137"/>
              <a:ext cx="147932" cy="166431"/>
            </a:xfrm>
            <a:custGeom>
              <a:rect b="b" l="l" r="r" t="t"/>
              <a:pathLst>
                <a:path extrusionOk="0" h="10715" w="9524">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25"/>
            <p:cNvSpPr/>
            <p:nvPr/>
          </p:nvSpPr>
          <p:spPr>
            <a:xfrm>
              <a:off x="3122086" y="573137"/>
              <a:ext cx="147916" cy="166431"/>
            </a:xfrm>
            <a:custGeom>
              <a:rect b="b" l="l" r="r" t="t"/>
              <a:pathLst>
                <a:path extrusionOk="0" h="10715" w="9523">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25"/>
            <p:cNvSpPr/>
            <p:nvPr/>
          </p:nvSpPr>
          <p:spPr>
            <a:xfrm>
              <a:off x="3269986" y="573137"/>
              <a:ext cx="147932" cy="166431"/>
            </a:xfrm>
            <a:custGeom>
              <a:rect b="b" l="l" r="r" t="t"/>
              <a:pathLst>
                <a:path extrusionOk="0" h="10715" w="9524">
                  <a:moveTo>
                    <a:pt x="1" y="1"/>
                  </a:moveTo>
                  <a:lnTo>
                    <a:pt x="1" y="10715"/>
                  </a:lnTo>
                  <a:lnTo>
                    <a:pt x="9524" y="10715"/>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8" name="Google Shape;5128;p25"/>
            <p:cNvSpPr/>
            <p:nvPr/>
          </p:nvSpPr>
          <p:spPr>
            <a:xfrm>
              <a:off x="3417902" y="573137"/>
              <a:ext cx="147932" cy="166431"/>
            </a:xfrm>
            <a:custGeom>
              <a:rect b="b" l="l" r="r" t="t"/>
              <a:pathLst>
                <a:path extrusionOk="0" h="10715" w="9524">
                  <a:moveTo>
                    <a:pt x="1" y="1"/>
                  </a:moveTo>
                  <a:lnTo>
                    <a:pt x="1"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25"/>
            <p:cNvSpPr/>
            <p:nvPr/>
          </p:nvSpPr>
          <p:spPr>
            <a:xfrm>
              <a:off x="2530406" y="443705"/>
              <a:ext cx="147932" cy="129448"/>
            </a:xfrm>
            <a:custGeom>
              <a:rect b="b" l="l" r="r" t="t"/>
              <a:pathLst>
                <a:path extrusionOk="0" h="8334" w="9524">
                  <a:moveTo>
                    <a:pt x="1" y="1"/>
                  </a:moveTo>
                  <a:lnTo>
                    <a:pt x="1"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0" name="Google Shape;5130;p25"/>
            <p:cNvSpPr/>
            <p:nvPr/>
          </p:nvSpPr>
          <p:spPr>
            <a:xfrm>
              <a:off x="2678322" y="443705"/>
              <a:ext cx="129448" cy="129448"/>
            </a:xfrm>
            <a:custGeom>
              <a:rect b="b" l="l" r="r" t="t"/>
              <a:pathLst>
                <a:path extrusionOk="0" h="8334" w="8334">
                  <a:moveTo>
                    <a:pt x="0" y="1"/>
                  </a:moveTo>
                  <a:lnTo>
                    <a:pt x="0" y="8334"/>
                  </a:lnTo>
                  <a:lnTo>
                    <a:pt x="8333" y="833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1" name="Google Shape;5131;p25"/>
            <p:cNvSpPr/>
            <p:nvPr/>
          </p:nvSpPr>
          <p:spPr>
            <a:xfrm>
              <a:off x="2807755" y="443705"/>
              <a:ext cx="166431" cy="129448"/>
            </a:xfrm>
            <a:custGeom>
              <a:rect b="b" l="l" r="r" t="t"/>
              <a:pathLst>
                <a:path extrusionOk="0" h="8334" w="10715">
                  <a:moveTo>
                    <a:pt x="0" y="1"/>
                  </a:moveTo>
                  <a:lnTo>
                    <a:pt x="0" y="8334"/>
                  </a:lnTo>
                  <a:lnTo>
                    <a:pt x="10714" y="8334"/>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25"/>
            <p:cNvSpPr/>
            <p:nvPr/>
          </p:nvSpPr>
          <p:spPr>
            <a:xfrm>
              <a:off x="2974170" y="443705"/>
              <a:ext cx="147932" cy="129448"/>
            </a:xfrm>
            <a:custGeom>
              <a:rect b="b" l="l" r="r" t="t"/>
              <a:pathLst>
                <a:path extrusionOk="0" h="8334" w="9524">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3" name="Google Shape;5133;p25"/>
            <p:cNvSpPr/>
            <p:nvPr/>
          </p:nvSpPr>
          <p:spPr>
            <a:xfrm>
              <a:off x="3122086" y="443705"/>
              <a:ext cx="147916" cy="129448"/>
            </a:xfrm>
            <a:custGeom>
              <a:rect b="b" l="l" r="r" t="t"/>
              <a:pathLst>
                <a:path extrusionOk="0" h="8334" w="9523">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4" name="Google Shape;5134;p25"/>
            <p:cNvSpPr/>
            <p:nvPr/>
          </p:nvSpPr>
          <p:spPr>
            <a:xfrm>
              <a:off x="3269986" y="443705"/>
              <a:ext cx="147932" cy="129448"/>
            </a:xfrm>
            <a:custGeom>
              <a:rect b="b" l="l" r="r" t="t"/>
              <a:pathLst>
                <a:path extrusionOk="0" h="8334" w="9524">
                  <a:moveTo>
                    <a:pt x="1" y="1"/>
                  </a:moveTo>
                  <a:lnTo>
                    <a:pt x="1" y="8334"/>
                  </a:lnTo>
                  <a:lnTo>
                    <a:pt x="9524" y="833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25"/>
            <p:cNvSpPr/>
            <p:nvPr/>
          </p:nvSpPr>
          <p:spPr>
            <a:xfrm>
              <a:off x="3417902" y="443705"/>
              <a:ext cx="147932" cy="129448"/>
            </a:xfrm>
            <a:custGeom>
              <a:rect b="b" l="l" r="r" t="t"/>
              <a:pathLst>
                <a:path extrusionOk="0" h="8334" w="9524">
                  <a:moveTo>
                    <a:pt x="1" y="1"/>
                  </a:moveTo>
                  <a:lnTo>
                    <a:pt x="1"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6" name="Google Shape;5136;p25"/>
            <p:cNvSpPr/>
            <p:nvPr/>
          </p:nvSpPr>
          <p:spPr>
            <a:xfrm>
              <a:off x="2530406" y="27732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25"/>
            <p:cNvSpPr/>
            <p:nvPr/>
          </p:nvSpPr>
          <p:spPr>
            <a:xfrm>
              <a:off x="2678322" y="27732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25"/>
            <p:cNvSpPr/>
            <p:nvPr/>
          </p:nvSpPr>
          <p:spPr>
            <a:xfrm>
              <a:off x="2807755" y="27732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9" name="Google Shape;5139;p25"/>
            <p:cNvSpPr/>
            <p:nvPr/>
          </p:nvSpPr>
          <p:spPr>
            <a:xfrm>
              <a:off x="2974170" y="27732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25"/>
            <p:cNvSpPr/>
            <p:nvPr/>
          </p:nvSpPr>
          <p:spPr>
            <a:xfrm>
              <a:off x="3122086" y="27732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25"/>
            <p:cNvSpPr/>
            <p:nvPr/>
          </p:nvSpPr>
          <p:spPr>
            <a:xfrm>
              <a:off x="3269986"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2" name="Google Shape;5142;p25"/>
            <p:cNvSpPr/>
            <p:nvPr/>
          </p:nvSpPr>
          <p:spPr>
            <a:xfrm>
              <a:off x="2530406" y="129404"/>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3" name="Google Shape;5143;p25"/>
            <p:cNvSpPr/>
            <p:nvPr/>
          </p:nvSpPr>
          <p:spPr>
            <a:xfrm>
              <a:off x="2678322" y="129404"/>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4" name="Google Shape;5144;p25"/>
            <p:cNvSpPr/>
            <p:nvPr/>
          </p:nvSpPr>
          <p:spPr>
            <a:xfrm>
              <a:off x="2807755" y="129404"/>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25"/>
            <p:cNvSpPr/>
            <p:nvPr/>
          </p:nvSpPr>
          <p:spPr>
            <a:xfrm>
              <a:off x="2974170" y="129404"/>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25"/>
            <p:cNvSpPr/>
            <p:nvPr/>
          </p:nvSpPr>
          <p:spPr>
            <a:xfrm>
              <a:off x="3122086"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7" name="Google Shape;5147;p25"/>
            <p:cNvSpPr/>
            <p:nvPr/>
          </p:nvSpPr>
          <p:spPr>
            <a:xfrm>
              <a:off x="2530406" y="-12"/>
              <a:ext cx="147932" cy="129432"/>
            </a:xfrm>
            <a:custGeom>
              <a:rect b="b" l="l" r="r" t="t"/>
              <a:pathLst>
                <a:path extrusionOk="0" h="8333"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8" name="Google Shape;5148;p25"/>
            <p:cNvSpPr/>
            <p:nvPr/>
          </p:nvSpPr>
          <p:spPr>
            <a:xfrm>
              <a:off x="2678322" y="-12"/>
              <a:ext cx="129448" cy="129432"/>
            </a:xfrm>
            <a:custGeom>
              <a:rect b="b" l="l" r="r" t="t"/>
              <a:pathLst>
                <a:path extrusionOk="0" h="8333"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9" name="Google Shape;5149;p25"/>
            <p:cNvSpPr/>
            <p:nvPr/>
          </p:nvSpPr>
          <p:spPr>
            <a:xfrm>
              <a:off x="2807755" y="-12"/>
              <a:ext cx="166431" cy="129432"/>
            </a:xfrm>
            <a:custGeom>
              <a:rect b="b" l="l" r="r" t="t"/>
              <a:pathLst>
                <a:path extrusionOk="0" h="8333"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0" name="Google Shape;5150;p25"/>
            <p:cNvSpPr/>
            <p:nvPr/>
          </p:nvSpPr>
          <p:spPr>
            <a:xfrm>
              <a:off x="2974170" y="-12"/>
              <a:ext cx="147932" cy="129432"/>
            </a:xfrm>
            <a:custGeom>
              <a:rect b="b" l="l" r="r" t="t"/>
              <a:pathLst>
                <a:path extrusionOk="0" h="8333"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1" name="Google Shape;5151;p25"/>
          <p:cNvGrpSpPr/>
          <p:nvPr/>
        </p:nvGrpSpPr>
        <p:grpSpPr>
          <a:xfrm flipH="1">
            <a:off x="4062359" y="461843"/>
            <a:ext cx="1019282" cy="509637"/>
            <a:chOff x="311697" y="-12"/>
            <a:chExt cx="4437449" cy="2218709"/>
          </a:xfrm>
        </p:grpSpPr>
        <p:sp>
          <p:nvSpPr>
            <p:cNvPr id="5152" name="Google Shape;5152;p25"/>
            <p:cNvSpPr/>
            <p:nvPr/>
          </p:nvSpPr>
          <p:spPr>
            <a:xfrm>
              <a:off x="2400974"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3" name="Google Shape;5153;p25"/>
            <p:cNvSpPr/>
            <p:nvPr/>
          </p:nvSpPr>
          <p:spPr>
            <a:xfrm>
              <a:off x="2253074"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25"/>
            <p:cNvSpPr/>
            <p:nvPr/>
          </p:nvSpPr>
          <p:spPr>
            <a:xfrm>
              <a:off x="208667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5" name="Google Shape;5155;p25"/>
            <p:cNvSpPr/>
            <p:nvPr/>
          </p:nvSpPr>
          <p:spPr>
            <a:xfrm>
              <a:off x="1957242" y="2070781"/>
              <a:ext cx="129448" cy="147916"/>
            </a:xfrm>
            <a:custGeom>
              <a:rect b="b" l="l" r="r" t="t"/>
              <a:pathLst>
                <a:path extrusionOk="0" h="9523" w="8334">
                  <a:moveTo>
                    <a:pt x="1" y="0"/>
                  </a:moveTo>
                  <a:lnTo>
                    <a:pt x="1" y="9523"/>
                  </a:lnTo>
                  <a:lnTo>
                    <a:pt x="8334" y="952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6" name="Google Shape;5156;p25"/>
            <p:cNvSpPr/>
            <p:nvPr/>
          </p:nvSpPr>
          <p:spPr>
            <a:xfrm>
              <a:off x="1790857" y="2070781"/>
              <a:ext cx="166400" cy="147916"/>
            </a:xfrm>
            <a:custGeom>
              <a:rect b="b" l="l" r="r" t="t"/>
              <a:pathLst>
                <a:path extrusionOk="0" h="9523" w="10713">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25"/>
            <p:cNvSpPr/>
            <p:nvPr/>
          </p:nvSpPr>
          <p:spPr>
            <a:xfrm>
              <a:off x="1642910"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8" name="Google Shape;5158;p25"/>
            <p:cNvSpPr/>
            <p:nvPr/>
          </p:nvSpPr>
          <p:spPr>
            <a:xfrm>
              <a:off x="1513494"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9" name="Google Shape;5159;p25"/>
            <p:cNvSpPr/>
            <p:nvPr/>
          </p:nvSpPr>
          <p:spPr>
            <a:xfrm>
              <a:off x="1347094" y="2070781"/>
              <a:ext cx="166415" cy="147916"/>
            </a:xfrm>
            <a:custGeom>
              <a:rect b="b" l="l" r="r" t="t"/>
              <a:pathLst>
                <a:path extrusionOk="0" h="9523" w="10714">
                  <a:moveTo>
                    <a:pt x="1" y="0"/>
                  </a:moveTo>
                  <a:lnTo>
                    <a:pt x="1"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25"/>
            <p:cNvSpPr/>
            <p:nvPr/>
          </p:nvSpPr>
          <p:spPr>
            <a:xfrm>
              <a:off x="1199178"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1" name="Google Shape;5161;p25"/>
            <p:cNvSpPr/>
            <p:nvPr/>
          </p:nvSpPr>
          <p:spPr>
            <a:xfrm>
              <a:off x="1069761" y="2070781"/>
              <a:ext cx="129432" cy="147916"/>
            </a:xfrm>
            <a:custGeom>
              <a:rect b="b" l="l" r="r" t="t"/>
              <a:pathLst>
                <a:path extrusionOk="0" h="9523" w="8333">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25"/>
            <p:cNvSpPr/>
            <p:nvPr/>
          </p:nvSpPr>
          <p:spPr>
            <a:xfrm>
              <a:off x="903361" y="2070781"/>
              <a:ext cx="166415" cy="147916"/>
            </a:xfrm>
            <a:custGeom>
              <a:rect b="b" l="l" r="r" t="t"/>
              <a:pathLst>
                <a:path extrusionOk="0" h="9523" w="10714">
                  <a:moveTo>
                    <a:pt x="0" y="0"/>
                  </a:moveTo>
                  <a:lnTo>
                    <a:pt x="0" y="9523"/>
                  </a:lnTo>
                  <a:lnTo>
                    <a:pt x="10713" y="9523"/>
                  </a:lnTo>
                  <a:lnTo>
                    <a:pt x="1071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25"/>
            <p:cNvSpPr/>
            <p:nvPr/>
          </p:nvSpPr>
          <p:spPr>
            <a:xfrm>
              <a:off x="755430"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4" name="Google Shape;5164;p25"/>
            <p:cNvSpPr/>
            <p:nvPr/>
          </p:nvSpPr>
          <p:spPr>
            <a:xfrm>
              <a:off x="625998"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5" name="Google Shape;5165;p25"/>
            <p:cNvSpPr/>
            <p:nvPr/>
          </p:nvSpPr>
          <p:spPr>
            <a:xfrm>
              <a:off x="2400974" y="192286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25"/>
            <p:cNvSpPr/>
            <p:nvPr/>
          </p:nvSpPr>
          <p:spPr>
            <a:xfrm>
              <a:off x="2253074"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25"/>
            <p:cNvSpPr/>
            <p:nvPr/>
          </p:nvSpPr>
          <p:spPr>
            <a:xfrm>
              <a:off x="2086674"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8" name="Google Shape;5168;p25"/>
            <p:cNvSpPr/>
            <p:nvPr/>
          </p:nvSpPr>
          <p:spPr>
            <a:xfrm>
              <a:off x="1957242" y="192286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9" name="Google Shape;5169;p25"/>
            <p:cNvSpPr/>
            <p:nvPr/>
          </p:nvSpPr>
          <p:spPr>
            <a:xfrm>
              <a:off x="1790857" y="1922865"/>
              <a:ext cx="166400" cy="147932"/>
            </a:xfrm>
            <a:custGeom>
              <a:rect b="b" l="l" r="r" t="t"/>
              <a:pathLst>
                <a:path extrusionOk="0" h="9524" w="10713">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0" name="Google Shape;5170;p25"/>
            <p:cNvSpPr/>
            <p:nvPr/>
          </p:nvSpPr>
          <p:spPr>
            <a:xfrm>
              <a:off x="1642910"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1" name="Google Shape;5171;p25"/>
            <p:cNvSpPr/>
            <p:nvPr/>
          </p:nvSpPr>
          <p:spPr>
            <a:xfrm>
              <a:off x="1513494" y="192286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2" name="Google Shape;5172;p25"/>
            <p:cNvSpPr/>
            <p:nvPr/>
          </p:nvSpPr>
          <p:spPr>
            <a:xfrm>
              <a:off x="1347094"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3" name="Google Shape;5173;p25"/>
            <p:cNvSpPr/>
            <p:nvPr/>
          </p:nvSpPr>
          <p:spPr>
            <a:xfrm>
              <a:off x="1199178"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4" name="Google Shape;5174;p25"/>
            <p:cNvSpPr/>
            <p:nvPr/>
          </p:nvSpPr>
          <p:spPr>
            <a:xfrm>
              <a:off x="1069761" y="192286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5" name="Google Shape;5175;p25"/>
            <p:cNvSpPr/>
            <p:nvPr/>
          </p:nvSpPr>
          <p:spPr>
            <a:xfrm>
              <a:off x="903361" y="1922865"/>
              <a:ext cx="166415" cy="147932"/>
            </a:xfrm>
            <a:custGeom>
              <a:rect b="b" l="l" r="r" t="t"/>
              <a:pathLst>
                <a:path extrusionOk="0" h="9524" w="10714">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25"/>
            <p:cNvSpPr/>
            <p:nvPr/>
          </p:nvSpPr>
          <p:spPr>
            <a:xfrm>
              <a:off x="755430"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7" name="Google Shape;5177;p25"/>
            <p:cNvSpPr/>
            <p:nvPr/>
          </p:nvSpPr>
          <p:spPr>
            <a:xfrm>
              <a:off x="625998" y="192286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8" name="Google Shape;5178;p25"/>
            <p:cNvSpPr/>
            <p:nvPr/>
          </p:nvSpPr>
          <p:spPr>
            <a:xfrm>
              <a:off x="459598" y="192286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9" name="Google Shape;5179;p25"/>
            <p:cNvSpPr/>
            <p:nvPr/>
          </p:nvSpPr>
          <p:spPr>
            <a:xfrm>
              <a:off x="311697" y="1922865"/>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0" name="Google Shape;5180;p25"/>
            <p:cNvSpPr/>
            <p:nvPr/>
          </p:nvSpPr>
          <p:spPr>
            <a:xfrm>
              <a:off x="2400974" y="175648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1" name="Google Shape;5181;p25"/>
            <p:cNvSpPr/>
            <p:nvPr/>
          </p:nvSpPr>
          <p:spPr>
            <a:xfrm>
              <a:off x="2253074"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25"/>
            <p:cNvSpPr/>
            <p:nvPr/>
          </p:nvSpPr>
          <p:spPr>
            <a:xfrm>
              <a:off x="2086674"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25"/>
            <p:cNvSpPr/>
            <p:nvPr/>
          </p:nvSpPr>
          <p:spPr>
            <a:xfrm>
              <a:off x="1957242" y="175648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4" name="Google Shape;5184;p25"/>
            <p:cNvSpPr/>
            <p:nvPr/>
          </p:nvSpPr>
          <p:spPr>
            <a:xfrm>
              <a:off x="1790857" y="175648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5" name="Google Shape;5185;p25"/>
            <p:cNvSpPr/>
            <p:nvPr/>
          </p:nvSpPr>
          <p:spPr>
            <a:xfrm>
              <a:off x="1642910"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25"/>
            <p:cNvSpPr/>
            <p:nvPr/>
          </p:nvSpPr>
          <p:spPr>
            <a:xfrm>
              <a:off x="1513494" y="175648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25"/>
            <p:cNvSpPr/>
            <p:nvPr/>
          </p:nvSpPr>
          <p:spPr>
            <a:xfrm>
              <a:off x="1347094"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25"/>
            <p:cNvSpPr/>
            <p:nvPr/>
          </p:nvSpPr>
          <p:spPr>
            <a:xfrm>
              <a:off x="1199178"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25"/>
            <p:cNvSpPr/>
            <p:nvPr/>
          </p:nvSpPr>
          <p:spPr>
            <a:xfrm>
              <a:off x="1069761" y="175648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0" name="Google Shape;5190;p25"/>
            <p:cNvSpPr/>
            <p:nvPr/>
          </p:nvSpPr>
          <p:spPr>
            <a:xfrm>
              <a:off x="903361" y="1756480"/>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25"/>
            <p:cNvSpPr/>
            <p:nvPr/>
          </p:nvSpPr>
          <p:spPr>
            <a:xfrm>
              <a:off x="755430"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2" name="Google Shape;5192;p25"/>
            <p:cNvSpPr/>
            <p:nvPr/>
          </p:nvSpPr>
          <p:spPr>
            <a:xfrm>
              <a:off x="625998" y="175648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3" name="Google Shape;5193;p25"/>
            <p:cNvSpPr/>
            <p:nvPr/>
          </p:nvSpPr>
          <p:spPr>
            <a:xfrm>
              <a:off x="459598" y="175648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25"/>
            <p:cNvSpPr/>
            <p:nvPr/>
          </p:nvSpPr>
          <p:spPr>
            <a:xfrm>
              <a:off x="311697"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5" name="Google Shape;5195;p25"/>
            <p:cNvSpPr/>
            <p:nvPr/>
          </p:nvSpPr>
          <p:spPr>
            <a:xfrm>
              <a:off x="2400974" y="1627048"/>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6" name="Google Shape;5196;p25"/>
            <p:cNvSpPr/>
            <p:nvPr/>
          </p:nvSpPr>
          <p:spPr>
            <a:xfrm>
              <a:off x="2253074"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7" name="Google Shape;5197;p25"/>
            <p:cNvSpPr/>
            <p:nvPr/>
          </p:nvSpPr>
          <p:spPr>
            <a:xfrm>
              <a:off x="2086674"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8" name="Google Shape;5198;p25"/>
            <p:cNvSpPr/>
            <p:nvPr/>
          </p:nvSpPr>
          <p:spPr>
            <a:xfrm>
              <a:off x="1957242" y="1627048"/>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9" name="Google Shape;5199;p25"/>
            <p:cNvSpPr/>
            <p:nvPr/>
          </p:nvSpPr>
          <p:spPr>
            <a:xfrm>
              <a:off x="1790857" y="1627048"/>
              <a:ext cx="166400" cy="129448"/>
            </a:xfrm>
            <a:custGeom>
              <a:rect b="b" l="l" r="r" t="t"/>
              <a:pathLst>
                <a:path extrusionOk="0" h="8334" w="10713">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0" name="Google Shape;5200;p25"/>
            <p:cNvSpPr/>
            <p:nvPr/>
          </p:nvSpPr>
          <p:spPr>
            <a:xfrm>
              <a:off x="1642910"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1" name="Google Shape;5201;p25"/>
            <p:cNvSpPr/>
            <p:nvPr/>
          </p:nvSpPr>
          <p:spPr>
            <a:xfrm>
              <a:off x="1513494" y="1627048"/>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2" name="Google Shape;5202;p25"/>
            <p:cNvSpPr/>
            <p:nvPr/>
          </p:nvSpPr>
          <p:spPr>
            <a:xfrm>
              <a:off x="1347094"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25"/>
            <p:cNvSpPr/>
            <p:nvPr/>
          </p:nvSpPr>
          <p:spPr>
            <a:xfrm>
              <a:off x="1199178"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4" name="Google Shape;5204;p25"/>
            <p:cNvSpPr/>
            <p:nvPr/>
          </p:nvSpPr>
          <p:spPr>
            <a:xfrm>
              <a:off x="1069761" y="1627048"/>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25"/>
            <p:cNvSpPr/>
            <p:nvPr/>
          </p:nvSpPr>
          <p:spPr>
            <a:xfrm>
              <a:off x="903361" y="1627048"/>
              <a:ext cx="166415" cy="129448"/>
            </a:xfrm>
            <a:custGeom>
              <a:rect b="b" l="l" r="r" t="t"/>
              <a:pathLst>
                <a:path extrusionOk="0" h="8334" w="10714">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6" name="Google Shape;5206;p25"/>
            <p:cNvSpPr/>
            <p:nvPr/>
          </p:nvSpPr>
          <p:spPr>
            <a:xfrm>
              <a:off x="755430"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7" name="Google Shape;5207;p25"/>
            <p:cNvSpPr/>
            <p:nvPr/>
          </p:nvSpPr>
          <p:spPr>
            <a:xfrm>
              <a:off x="625998" y="1627048"/>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8" name="Google Shape;5208;p25"/>
            <p:cNvSpPr/>
            <p:nvPr/>
          </p:nvSpPr>
          <p:spPr>
            <a:xfrm>
              <a:off x="459598" y="1627048"/>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9" name="Google Shape;5209;p25"/>
            <p:cNvSpPr/>
            <p:nvPr/>
          </p:nvSpPr>
          <p:spPr>
            <a:xfrm>
              <a:off x="311697"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0" name="Google Shape;5210;p25"/>
            <p:cNvSpPr/>
            <p:nvPr/>
          </p:nvSpPr>
          <p:spPr>
            <a:xfrm>
              <a:off x="2400974" y="1460633"/>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1" name="Google Shape;5211;p25"/>
            <p:cNvSpPr/>
            <p:nvPr/>
          </p:nvSpPr>
          <p:spPr>
            <a:xfrm>
              <a:off x="2253074"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2" name="Google Shape;5212;p25"/>
            <p:cNvSpPr/>
            <p:nvPr/>
          </p:nvSpPr>
          <p:spPr>
            <a:xfrm>
              <a:off x="2086674"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25"/>
            <p:cNvSpPr/>
            <p:nvPr/>
          </p:nvSpPr>
          <p:spPr>
            <a:xfrm>
              <a:off x="1957242" y="1460633"/>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4" name="Google Shape;5214;p25"/>
            <p:cNvSpPr/>
            <p:nvPr/>
          </p:nvSpPr>
          <p:spPr>
            <a:xfrm>
              <a:off x="1790857" y="1460633"/>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5" name="Google Shape;5215;p25"/>
            <p:cNvSpPr/>
            <p:nvPr/>
          </p:nvSpPr>
          <p:spPr>
            <a:xfrm>
              <a:off x="1642910"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25"/>
            <p:cNvSpPr/>
            <p:nvPr/>
          </p:nvSpPr>
          <p:spPr>
            <a:xfrm>
              <a:off x="1513494" y="1460633"/>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7" name="Google Shape;5217;p25"/>
            <p:cNvSpPr/>
            <p:nvPr/>
          </p:nvSpPr>
          <p:spPr>
            <a:xfrm>
              <a:off x="1347094"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8" name="Google Shape;5218;p25"/>
            <p:cNvSpPr/>
            <p:nvPr/>
          </p:nvSpPr>
          <p:spPr>
            <a:xfrm>
              <a:off x="1199178"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25"/>
            <p:cNvSpPr/>
            <p:nvPr/>
          </p:nvSpPr>
          <p:spPr>
            <a:xfrm>
              <a:off x="1069761" y="1460633"/>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0" name="Google Shape;5220;p25"/>
            <p:cNvSpPr/>
            <p:nvPr/>
          </p:nvSpPr>
          <p:spPr>
            <a:xfrm>
              <a:off x="903361" y="1460633"/>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1" name="Google Shape;5221;p25"/>
            <p:cNvSpPr/>
            <p:nvPr/>
          </p:nvSpPr>
          <p:spPr>
            <a:xfrm>
              <a:off x="755430"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2" name="Google Shape;5222;p25"/>
            <p:cNvSpPr/>
            <p:nvPr/>
          </p:nvSpPr>
          <p:spPr>
            <a:xfrm>
              <a:off x="625998" y="1460633"/>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3" name="Google Shape;5223;p25"/>
            <p:cNvSpPr/>
            <p:nvPr/>
          </p:nvSpPr>
          <p:spPr>
            <a:xfrm>
              <a:off x="459598" y="1460633"/>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25"/>
            <p:cNvSpPr/>
            <p:nvPr/>
          </p:nvSpPr>
          <p:spPr>
            <a:xfrm>
              <a:off x="311697"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25"/>
            <p:cNvSpPr/>
            <p:nvPr/>
          </p:nvSpPr>
          <p:spPr>
            <a:xfrm>
              <a:off x="2400974" y="1331201"/>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6" name="Google Shape;5226;p25"/>
            <p:cNvSpPr/>
            <p:nvPr/>
          </p:nvSpPr>
          <p:spPr>
            <a:xfrm>
              <a:off x="2253074"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7" name="Google Shape;5227;p25"/>
            <p:cNvSpPr/>
            <p:nvPr/>
          </p:nvSpPr>
          <p:spPr>
            <a:xfrm>
              <a:off x="2086674"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25"/>
            <p:cNvSpPr/>
            <p:nvPr/>
          </p:nvSpPr>
          <p:spPr>
            <a:xfrm>
              <a:off x="1957242" y="1331201"/>
              <a:ext cx="129448" cy="129448"/>
            </a:xfrm>
            <a:custGeom>
              <a:rect b="b" l="l" r="r" t="t"/>
              <a:pathLst>
                <a:path extrusionOk="0" h="8334"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25"/>
            <p:cNvSpPr/>
            <p:nvPr/>
          </p:nvSpPr>
          <p:spPr>
            <a:xfrm>
              <a:off x="1790857" y="1331201"/>
              <a:ext cx="166400" cy="129448"/>
            </a:xfrm>
            <a:custGeom>
              <a:rect b="b" l="l" r="r" t="t"/>
              <a:pathLst>
                <a:path extrusionOk="0" h="8334" w="10713">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25"/>
            <p:cNvSpPr/>
            <p:nvPr/>
          </p:nvSpPr>
          <p:spPr>
            <a:xfrm>
              <a:off x="1642910"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25"/>
            <p:cNvSpPr/>
            <p:nvPr/>
          </p:nvSpPr>
          <p:spPr>
            <a:xfrm>
              <a:off x="1513494" y="1331201"/>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25"/>
            <p:cNvSpPr/>
            <p:nvPr/>
          </p:nvSpPr>
          <p:spPr>
            <a:xfrm>
              <a:off x="1347094"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3" name="Google Shape;5233;p25"/>
            <p:cNvSpPr/>
            <p:nvPr/>
          </p:nvSpPr>
          <p:spPr>
            <a:xfrm>
              <a:off x="1199178"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4" name="Google Shape;5234;p25"/>
            <p:cNvSpPr/>
            <p:nvPr/>
          </p:nvSpPr>
          <p:spPr>
            <a:xfrm>
              <a:off x="1069761" y="1331201"/>
              <a:ext cx="129432" cy="129448"/>
            </a:xfrm>
            <a:custGeom>
              <a:rect b="b" l="l" r="r" t="t"/>
              <a:pathLst>
                <a:path extrusionOk="0" h="8334" w="8333">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25"/>
            <p:cNvSpPr/>
            <p:nvPr/>
          </p:nvSpPr>
          <p:spPr>
            <a:xfrm>
              <a:off x="903361" y="1331201"/>
              <a:ext cx="166415" cy="129448"/>
            </a:xfrm>
            <a:custGeom>
              <a:rect b="b" l="l" r="r" t="t"/>
              <a:pathLst>
                <a:path extrusionOk="0" h="8334" w="10714">
                  <a:moveTo>
                    <a:pt x="0" y="0"/>
                  </a:moveTo>
                  <a:lnTo>
                    <a:pt x="0"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6" name="Google Shape;5236;p25"/>
            <p:cNvSpPr/>
            <p:nvPr/>
          </p:nvSpPr>
          <p:spPr>
            <a:xfrm>
              <a:off x="755430"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7" name="Google Shape;5237;p25"/>
            <p:cNvSpPr/>
            <p:nvPr/>
          </p:nvSpPr>
          <p:spPr>
            <a:xfrm>
              <a:off x="625998" y="1331201"/>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25"/>
            <p:cNvSpPr/>
            <p:nvPr/>
          </p:nvSpPr>
          <p:spPr>
            <a:xfrm>
              <a:off x="459598" y="1331201"/>
              <a:ext cx="166415" cy="129448"/>
            </a:xfrm>
            <a:custGeom>
              <a:rect b="b" l="l" r="r" t="t"/>
              <a:pathLst>
                <a:path extrusionOk="0" h="8334"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9" name="Google Shape;5239;p25"/>
            <p:cNvSpPr/>
            <p:nvPr/>
          </p:nvSpPr>
          <p:spPr>
            <a:xfrm>
              <a:off x="2400974" y="118328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25"/>
            <p:cNvSpPr/>
            <p:nvPr/>
          </p:nvSpPr>
          <p:spPr>
            <a:xfrm>
              <a:off x="2253074"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25"/>
            <p:cNvSpPr/>
            <p:nvPr/>
          </p:nvSpPr>
          <p:spPr>
            <a:xfrm>
              <a:off x="2086674" y="118328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25"/>
            <p:cNvSpPr/>
            <p:nvPr/>
          </p:nvSpPr>
          <p:spPr>
            <a:xfrm>
              <a:off x="1957242" y="1183285"/>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25"/>
            <p:cNvSpPr/>
            <p:nvPr/>
          </p:nvSpPr>
          <p:spPr>
            <a:xfrm>
              <a:off x="1790857" y="1183285"/>
              <a:ext cx="166400" cy="147932"/>
            </a:xfrm>
            <a:custGeom>
              <a:rect b="b" l="l" r="r" t="t"/>
              <a:pathLst>
                <a:path extrusionOk="0" h="9524" w="10713">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25"/>
            <p:cNvSpPr/>
            <p:nvPr/>
          </p:nvSpPr>
          <p:spPr>
            <a:xfrm>
              <a:off x="1642910"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5" name="Google Shape;5245;p25"/>
            <p:cNvSpPr/>
            <p:nvPr/>
          </p:nvSpPr>
          <p:spPr>
            <a:xfrm>
              <a:off x="1513494" y="118328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6" name="Google Shape;5246;p25"/>
            <p:cNvSpPr/>
            <p:nvPr/>
          </p:nvSpPr>
          <p:spPr>
            <a:xfrm>
              <a:off x="1347094" y="1183285"/>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25"/>
            <p:cNvSpPr/>
            <p:nvPr/>
          </p:nvSpPr>
          <p:spPr>
            <a:xfrm>
              <a:off x="1199178"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25"/>
            <p:cNvSpPr/>
            <p:nvPr/>
          </p:nvSpPr>
          <p:spPr>
            <a:xfrm>
              <a:off x="1069761" y="1183285"/>
              <a:ext cx="129432" cy="147932"/>
            </a:xfrm>
            <a:custGeom>
              <a:rect b="b" l="l" r="r" t="t"/>
              <a:pathLst>
                <a:path extrusionOk="0" h="9524" w="8333">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25"/>
            <p:cNvSpPr/>
            <p:nvPr/>
          </p:nvSpPr>
          <p:spPr>
            <a:xfrm>
              <a:off x="903361" y="1183285"/>
              <a:ext cx="166415" cy="147932"/>
            </a:xfrm>
            <a:custGeom>
              <a:rect b="b" l="l" r="r" t="t"/>
              <a:pathLst>
                <a:path extrusionOk="0" h="9524" w="10714">
                  <a:moveTo>
                    <a:pt x="0" y="1"/>
                  </a:moveTo>
                  <a:lnTo>
                    <a:pt x="0"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25"/>
            <p:cNvSpPr/>
            <p:nvPr/>
          </p:nvSpPr>
          <p:spPr>
            <a:xfrm>
              <a:off x="755430"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1" name="Google Shape;5251;p25"/>
            <p:cNvSpPr/>
            <p:nvPr/>
          </p:nvSpPr>
          <p:spPr>
            <a:xfrm>
              <a:off x="626013" y="1183285"/>
              <a:ext cx="129432" cy="147932"/>
            </a:xfrm>
            <a:custGeom>
              <a:rect b="b" l="l" r="r" t="t"/>
              <a:pathLst>
                <a:path extrusionOk="0" h="9524" w="8333">
                  <a:moveTo>
                    <a:pt x="1" y="1"/>
                  </a:moveTo>
                  <a:lnTo>
                    <a:pt x="1" y="9523"/>
                  </a:lnTo>
                  <a:lnTo>
                    <a:pt x="8332" y="9523"/>
                  </a:lnTo>
                  <a:lnTo>
                    <a:pt x="8332"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2" name="Google Shape;5252;p25"/>
            <p:cNvSpPr/>
            <p:nvPr/>
          </p:nvSpPr>
          <p:spPr>
            <a:xfrm>
              <a:off x="2400974" y="101690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25"/>
            <p:cNvSpPr/>
            <p:nvPr/>
          </p:nvSpPr>
          <p:spPr>
            <a:xfrm>
              <a:off x="2253074"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25"/>
            <p:cNvSpPr/>
            <p:nvPr/>
          </p:nvSpPr>
          <p:spPr>
            <a:xfrm>
              <a:off x="2086674" y="101690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25"/>
            <p:cNvSpPr/>
            <p:nvPr/>
          </p:nvSpPr>
          <p:spPr>
            <a:xfrm>
              <a:off x="1957242" y="101690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6" name="Google Shape;5256;p25"/>
            <p:cNvSpPr/>
            <p:nvPr/>
          </p:nvSpPr>
          <p:spPr>
            <a:xfrm>
              <a:off x="1790857" y="101690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7" name="Google Shape;5257;p25"/>
            <p:cNvSpPr/>
            <p:nvPr/>
          </p:nvSpPr>
          <p:spPr>
            <a:xfrm>
              <a:off x="1642910"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25"/>
            <p:cNvSpPr/>
            <p:nvPr/>
          </p:nvSpPr>
          <p:spPr>
            <a:xfrm>
              <a:off x="1513494" y="101690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25"/>
            <p:cNvSpPr/>
            <p:nvPr/>
          </p:nvSpPr>
          <p:spPr>
            <a:xfrm>
              <a:off x="1347094" y="101690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25"/>
            <p:cNvSpPr/>
            <p:nvPr/>
          </p:nvSpPr>
          <p:spPr>
            <a:xfrm>
              <a:off x="1199178"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1" name="Google Shape;5261;p25"/>
            <p:cNvSpPr/>
            <p:nvPr/>
          </p:nvSpPr>
          <p:spPr>
            <a:xfrm>
              <a:off x="1069761" y="1016900"/>
              <a:ext cx="129432" cy="166400"/>
            </a:xfrm>
            <a:custGeom>
              <a:rect b="b" l="l" r="r" t="t"/>
              <a:pathLst>
                <a:path extrusionOk="0" h="10713" w="8333">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25"/>
            <p:cNvSpPr/>
            <p:nvPr/>
          </p:nvSpPr>
          <p:spPr>
            <a:xfrm>
              <a:off x="903361" y="1016900"/>
              <a:ext cx="166415" cy="166400"/>
            </a:xfrm>
            <a:custGeom>
              <a:rect b="b" l="l" r="r" t="t"/>
              <a:pathLst>
                <a:path extrusionOk="0" h="10713" w="10714">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25"/>
            <p:cNvSpPr/>
            <p:nvPr/>
          </p:nvSpPr>
          <p:spPr>
            <a:xfrm>
              <a:off x="755430"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4" name="Google Shape;5264;p25"/>
            <p:cNvSpPr/>
            <p:nvPr/>
          </p:nvSpPr>
          <p:spPr>
            <a:xfrm>
              <a:off x="2400974" y="887468"/>
              <a:ext cx="129448" cy="129448"/>
            </a:xfrm>
            <a:custGeom>
              <a:rect b="b" l="l" r="r" t="t"/>
              <a:pathLst>
                <a:path extrusionOk="0" h="8334" w="8334">
                  <a:moveTo>
                    <a:pt x="1" y="1"/>
                  </a:moveTo>
                  <a:lnTo>
                    <a:pt x="1" y="8333"/>
                  </a:lnTo>
                  <a:lnTo>
                    <a:pt x="8334" y="833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5" name="Google Shape;5265;p25"/>
            <p:cNvSpPr/>
            <p:nvPr/>
          </p:nvSpPr>
          <p:spPr>
            <a:xfrm>
              <a:off x="2253074"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25"/>
            <p:cNvSpPr/>
            <p:nvPr/>
          </p:nvSpPr>
          <p:spPr>
            <a:xfrm>
              <a:off x="2086674" y="887468"/>
              <a:ext cx="166415" cy="129448"/>
            </a:xfrm>
            <a:custGeom>
              <a:rect b="b" l="l" r="r" t="t"/>
              <a:pathLst>
                <a:path extrusionOk="0" h="8334" w="10714">
                  <a:moveTo>
                    <a:pt x="1" y="1"/>
                  </a:moveTo>
                  <a:lnTo>
                    <a:pt x="1"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25"/>
            <p:cNvSpPr/>
            <p:nvPr/>
          </p:nvSpPr>
          <p:spPr>
            <a:xfrm>
              <a:off x="1957242" y="887468"/>
              <a:ext cx="129448" cy="129448"/>
            </a:xfrm>
            <a:custGeom>
              <a:rect b="b" l="l" r="r" t="t"/>
              <a:pathLst>
                <a:path extrusionOk="0" h="8334" w="8334">
                  <a:moveTo>
                    <a:pt x="1" y="1"/>
                  </a:moveTo>
                  <a:lnTo>
                    <a:pt x="1" y="8333"/>
                  </a:lnTo>
                  <a:lnTo>
                    <a:pt x="8334" y="833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8" name="Google Shape;5268;p25"/>
            <p:cNvSpPr/>
            <p:nvPr/>
          </p:nvSpPr>
          <p:spPr>
            <a:xfrm>
              <a:off x="1790857" y="887468"/>
              <a:ext cx="166400" cy="129448"/>
            </a:xfrm>
            <a:custGeom>
              <a:rect b="b" l="l" r="r" t="t"/>
              <a:pathLst>
                <a:path extrusionOk="0" h="8334" w="10713">
                  <a:moveTo>
                    <a:pt x="0" y="1"/>
                  </a:moveTo>
                  <a:lnTo>
                    <a:pt x="0"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9" name="Google Shape;5269;p25"/>
            <p:cNvSpPr/>
            <p:nvPr/>
          </p:nvSpPr>
          <p:spPr>
            <a:xfrm>
              <a:off x="1642910"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25"/>
            <p:cNvSpPr/>
            <p:nvPr/>
          </p:nvSpPr>
          <p:spPr>
            <a:xfrm>
              <a:off x="1513494" y="887468"/>
              <a:ext cx="129432" cy="129448"/>
            </a:xfrm>
            <a:custGeom>
              <a:rect b="b" l="l" r="r" t="t"/>
              <a:pathLst>
                <a:path extrusionOk="0" h="8334" w="8333">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25"/>
            <p:cNvSpPr/>
            <p:nvPr/>
          </p:nvSpPr>
          <p:spPr>
            <a:xfrm>
              <a:off x="1347094" y="887468"/>
              <a:ext cx="166415" cy="129448"/>
            </a:xfrm>
            <a:custGeom>
              <a:rect b="b" l="l" r="r" t="t"/>
              <a:pathLst>
                <a:path extrusionOk="0" h="8334" w="10714">
                  <a:moveTo>
                    <a:pt x="1" y="1"/>
                  </a:moveTo>
                  <a:lnTo>
                    <a:pt x="1"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25"/>
            <p:cNvSpPr/>
            <p:nvPr/>
          </p:nvSpPr>
          <p:spPr>
            <a:xfrm>
              <a:off x="1199178"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25"/>
            <p:cNvSpPr/>
            <p:nvPr/>
          </p:nvSpPr>
          <p:spPr>
            <a:xfrm>
              <a:off x="1069761" y="887468"/>
              <a:ext cx="129432" cy="129448"/>
            </a:xfrm>
            <a:custGeom>
              <a:rect b="b" l="l" r="r" t="t"/>
              <a:pathLst>
                <a:path extrusionOk="0" h="8334" w="8333">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4" name="Google Shape;5274;p25"/>
            <p:cNvSpPr/>
            <p:nvPr/>
          </p:nvSpPr>
          <p:spPr>
            <a:xfrm>
              <a:off x="903361" y="887468"/>
              <a:ext cx="166415" cy="129448"/>
            </a:xfrm>
            <a:custGeom>
              <a:rect b="b" l="l" r="r" t="t"/>
              <a:pathLst>
                <a:path extrusionOk="0" h="8334" w="10714">
                  <a:moveTo>
                    <a:pt x="0" y="1"/>
                  </a:moveTo>
                  <a:lnTo>
                    <a:pt x="0" y="8333"/>
                  </a:lnTo>
                  <a:lnTo>
                    <a:pt x="10713" y="833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5" name="Google Shape;5275;p25"/>
            <p:cNvSpPr/>
            <p:nvPr/>
          </p:nvSpPr>
          <p:spPr>
            <a:xfrm>
              <a:off x="755430"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6" name="Google Shape;5276;p25"/>
            <p:cNvSpPr/>
            <p:nvPr/>
          </p:nvSpPr>
          <p:spPr>
            <a:xfrm>
              <a:off x="2400974" y="739552"/>
              <a:ext cx="129448" cy="147932"/>
            </a:xfrm>
            <a:custGeom>
              <a:rect b="b" l="l" r="r" t="t"/>
              <a:pathLst>
                <a:path extrusionOk="0" h="9524" w="8334">
                  <a:moveTo>
                    <a:pt x="1" y="1"/>
                  </a:moveTo>
                  <a:lnTo>
                    <a:pt x="1" y="9524"/>
                  </a:lnTo>
                  <a:lnTo>
                    <a:pt x="8334" y="952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25"/>
            <p:cNvSpPr/>
            <p:nvPr/>
          </p:nvSpPr>
          <p:spPr>
            <a:xfrm>
              <a:off x="2253074"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25"/>
            <p:cNvSpPr/>
            <p:nvPr/>
          </p:nvSpPr>
          <p:spPr>
            <a:xfrm>
              <a:off x="2086674" y="739552"/>
              <a:ext cx="166415" cy="147932"/>
            </a:xfrm>
            <a:custGeom>
              <a:rect b="b" l="l" r="r" t="t"/>
              <a:pathLst>
                <a:path extrusionOk="0" h="9524" w="10714">
                  <a:moveTo>
                    <a:pt x="1" y="1"/>
                  </a:moveTo>
                  <a:lnTo>
                    <a:pt x="1"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9" name="Google Shape;5279;p25"/>
            <p:cNvSpPr/>
            <p:nvPr/>
          </p:nvSpPr>
          <p:spPr>
            <a:xfrm>
              <a:off x="1957242" y="739552"/>
              <a:ext cx="129448" cy="147932"/>
            </a:xfrm>
            <a:custGeom>
              <a:rect b="b" l="l" r="r" t="t"/>
              <a:pathLst>
                <a:path extrusionOk="0" h="9524" w="8334">
                  <a:moveTo>
                    <a:pt x="1" y="1"/>
                  </a:moveTo>
                  <a:lnTo>
                    <a:pt x="1" y="9524"/>
                  </a:lnTo>
                  <a:lnTo>
                    <a:pt x="8334" y="952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0" name="Google Shape;5280;p25"/>
            <p:cNvSpPr/>
            <p:nvPr/>
          </p:nvSpPr>
          <p:spPr>
            <a:xfrm>
              <a:off x="1790857" y="739552"/>
              <a:ext cx="166400" cy="147932"/>
            </a:xfrm>
            <a:custGeom>
              <a:rect b="b" l="l" r="r" t="t"/>
              <a:pathLst>
                <a:path extrusionOk="0" h="9524" w="10713">
                  <a:moveTo>
                    <a:pt x="0" y="1"/>
                  </a:moveTo>
                  <a:lnTo>
                    <a:pt x="0"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1" name="Google Shape;5281;p25"/>
            <p:cNvSpPr/>
            <p:nvPr/>
          </p:nvSpPr>
          <p:spPr>
            <a:xfrm>
              <a:off x="1642910"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2" name="Google Shape;5282;p25"/>
            <p:cNvSpPr/>
            <p:nvPr/>
          </p:nvSpPr>
          <p:spPr>
            <a:xfrm>
              <a:off x="1513494" y="739552"/>
              <a:ext cx="129432" cy="147932"/>
            </a:xfrm>
            <a:custGeom>
              <a:rect b="b" l="l" r="r" t="t"/>
              <a:pathLst>
                <a:path extrusionOk="0" h="9524" w="8333">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3" name="Google Shape;5283;p25"/>
            <p:cNvSpPr/>
            <p:nvPr/>
          </p:nvSpPr>
          <p:spPr>
            <a:xfrm>
              <a:off x="1347094" y="739552"/>
              <a:ext cx="166415" cy="147932"/>
            </a:xfrm>
            <a:custGeom>
              <a:rect b="b" l="l" r="r" t="t"/>
              <a:pathLst>
                <a:path extrusionOk="0" h="9524" w="10714">
                  <a:moveTo>
                    <a:pt x="1" y="1"/>
                  </a:moveTo>
                  <a:lnTo>
                    <a:pt x="1" y="9524"/>
                  </a:lnTo>
                  <a:lnTo>
                    <a:pt x="10713" y="952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25"/>
            <p:cNvSpPr/>
            <p:nvPr/>
          </p:nvSpPr>
          <p:spPr>
            <a:xfrm>
              <a:off x="1199178"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p25"/>
            <p:cNvSpPr/>
            <p:nvPr/>
          </p:nvSpPr>
          <p:spPr>
            <a:xfrm>
              <a:off x="1069761" y="739552"/>
              <a:ext cx="129432" cy="147932"/>
            </a:xfrm>
            <a:custGeom>
              <a:rect b="b" l="l" r="r" t="t"/>
              <a:pathLst>
                <a:path extrusionOk="0" h="9524" w="8333">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6" name="Google Shape;5286;p25"/>
            <p:cNvSpPr/>
            <p:nvPr/>
          </p:nvSpPr>
          <p:spPr>
            <a:xfrm>
              <a:off x="903361" y="739552"/>
              <a:ext cx="166415" cy="147932"/>
            </a:xfrm>
            <a:custGeom>
              <a:rect b="b" l="l" r="r" t="t"/>
              <a:pathLst>
                <a:path extrusionOk="0" h="9524" w="10714">
                  <a:moveTo>
                    <a:pt x="0" y="1"/>
                  </a:moveTo>
                  <a:lnTo>
                    <a:pt x="0" y="9524"/>
                  </a:lnTo>
                  <a:lnTo>
                    <a:pt x="10713" y="9524"/>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7" name="Google Shape;5287;p25"/>
            <p:cNvSpPr/>
            <p:nvPr/>
          </p:nvSpPr>
          <p:spPr>
            <a:xfrm>
              <a:off x="2400974" y="573137"/>
              <a:ext cx="129448" cy="166431"/>
            </a:xfrm>
            <a:custGeom>
              <a:rect b="b" l="l" r="r" t="t"/>
              <a:pathLst>
                <a:path extrusionOk="0" h="10715" w="8334">
                  <a:moveTo>
                    <a:pt x="1" y="1"/>
                  </a:moveTo>
                  <a:lnTo>
                    <a:pt x="1" y="10715"/>
                  </a:lnTo>
                  <a:lnTo>
                    <a:pt x="8334" y="10715"/>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25"/>
            <p:cNvSpPr/>
            <p:nvPr/>
          </p:nvSpPr>
          <p:spPr>
            <a:xfrm>
              <a:off x="2253074" y="573137"/>
              <a:ext cx="147916" cy="166431"/>
            </a:xfrm>
            <a:custGeom>
              <a:rect b="b" l="l" r="r" t="t"/>
              <a:pathLst>
                <a:path extrusionOk="0" h="10715" w="9523">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9" name="Google Shape;5289;p25"/>
            <p:cNvSpPr/>
            <p:nvPr/>
          </p:nvSpPr>
          <p:spPr>
            <a:xfrm>
              <a:off x="2086674" y="573137"/>
              <a:ext cx="166415" cy="166431"/>
            </a:xfrm>
            <a:custGeom>
              <a:rect b="b" l="l" r="r" t="t"/>
              <a:pathLst>
                <a:path extrusionOk="0" h="10715" w="10714">
                  <a:moveTo>
                    <a:pt x="1" y="1"/>
                  </a:moveTo>
                  <a:lnTo>
                    <a:pt x="1" y="10715"/>
                  </a:lnTo>
                  <a:lnTo>
                    <a:pt x="10713" y="10715"/>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0" name="Google Shape;5290;p25"/>
            <p:cNvSpPr/>
            <p:nvPr/>
          </p:nvSpPr>
          <p:spPr>
            <a:xfrm>
              <a:off x="1957242" y="573137"/>
              <a:ext cx="129448" cy="166431"/>
            </a:xfrm>
            <a:custGeom>
              <a:rect b="b" l="l" r="r" t="t"/>
              <a:pathLst>
                <a:path extrusionOk="0" h="10715" w="8334">
                  <a:moveTo>
                    <a:pt x="1" y="1"/>
                  </a:moveTo>
                  <a:lnTo>
                    <a:pt x="1" y="10715"/>
                  </a:lnTo>
                  <a:lnTo>
                    <a:pt x="8334" y="10715"/>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1" name="Google Shape;5291;p25"/>
            <p:cNvSpPr/>
            <p:nvPr/>
          </p:nvSpPr>
          <p:spPr>
            <a:xfrm>
              <a:off x="1790857" y="573137"/>
              <a:ext cx="166400" cy="166431"/>
            </a:xfrm>
            <a:custGeom>
              <a:rect b="b" l="l" r="r" t="t"/>
              <a:pathLst>
                <a:path extrusionOk="0" h="10715" w="10713">
                  <a:moveTo>
                    <a:pt x="0" y="1"/>
                  </a:moveTo>
                  <a:lnTo>
                    <a:pt x="0" y="10715"/>
                  </a:lnTo>
                  <a:lnTo>
                    <a:pt x="10713" y="10715"/>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2" name="Google Shape;5292;p25"/>
            <p:cNvSpPr/>
            <p:nvPr/>
          </p:nvSpPr>
          <p:spPr>
            <a:xfrm>
              <a:off x="1642910" y="573137"/>
              <a:ext cx="147932" cy="166431"/>
            </a:xfrm>
            <a:custGeom>
              <a:rect b="b" l="l" r="r" t="t"/>
              <a:pathLst>
                <a:path extrusionOk="0" h="10715" w="9524">
                  <a:moveTo>
                    <a:pt x="1" y="1"/>
                  </a:moveTo>
                  <a:lnTo>
                    <a:pt x="1" y="10715"/>
                  </a:lnTo>
                  <a:lnTo>
                    <a:pt x="9524" y="10715"/>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3" name="Google Shape;5293;p25"/>
            <p:cNvSpPr/>
            <p:nvPr/>
          </p:nvSpPr>
          <p:spPr>
            <a:xfrm>
              <a:off x="1513494" y="573137"/>
              <a:ext cx="129432" cy="166431"/>
            </a:xfrm>
            <a:custGeom>
              <a:rect b="b" l="l" r="r" t="t"/>
              <a:pathLst>
                <a:path extrusionOk="0" h="10715" w="8333">
                  <a:moveTo>
                    <a:pt x="0" y="1"/>
                  </a:moveTo>
                  <a:lnTo>
                    <a:pt x="0" y="10715"/>
                  </a:lnTo>
                  <a:lnTo>
                    <a:pt x="8333" y="10715"/>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25"/>
            <p:cNvSpPr/>
            <p:nvPr/>
          </p:nvSpPr>
          <p:spPr>
            <a:xfrm>
              <a:off x="2400974" y="443705"/>
              <a:ext cx="129448" cy="129448"/>
            </a:xfrm>
            <a:custGeom>
              <a:rect b="b" l="l" r="r" t="t"/>
              <a:pathLst>
                <a:path extrusionOk="0" h="8334" w="8334">
                  <a:moveTo>
                    <a:pt x="1" y="1"/>
                  </a:moveTo>
                  <a:lnTo>
                    <a:pt x="1" y="8334"/>
                  </a:lnTo>
                  <a:lnTo>
                    <a:pt x="8334" y="833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25"/>
            <p:cNvSpPr/>
            <p:nvPr/>
          </p:nvSpPr>
          <p:spPr>
            <a:xfrm>
              <a:off x="2253074" y="443705"/>
              <a:ext cx="147916" cy="129448"/>
            </a:xfrm>
            <a:custGeom>
              <a:rect b="b" l="l" r="r" t="t"/>
              <a:pathLst>
                <a:path extrusionOk="0" h="8334" w="9523">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25"/>
            <p:cNvSpPr/>
            <p:nvPr/>
          </p:nvSpPr>
          <p:spPr>
            <a:xfrm>
              <a:off x="2086674" y="443705"/>
              <a:ext cx="166415" cy="129448"/>
            </a:xfrm>
            <a:custGeom>
              <a:rect b="b" l="l" r="r" t="t"/>
              <a:pathLst>
                <a:path extrusionOk="0" h="8334" w="10714">
                  <a:moveTo>
                    <a:pt x="1" y="1"/>
                  </a:moveTo>
                  <a:lnTo>
                    <a:pt x="1" y="8334"/>
                  </a:lnTo>
                  <a:lnTo>
                    <a:pt x="10713" y="833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25"/>
            <p:cNvSpPr/>
            <p:nvPr/>
          </p:nvSpPr>
          <p:spPr>
            <a:xfrm>
              <a:off x="1957242" y="443705"/>
              <a:ext cx="129448" cy="129448"/>
            </a:xfrm>
            <a:custGeom>
              <a:rect b="b" l="l" r="r" t="t"/>
              <a:pathLst>
                <a:path extrusionOk="0" h="8334" w="8334">
                  <a:moveTo>
                    <a:pt x="1" y="1"/>
                  </a:moveTo>
                  <a:lnTo>
                    <a:pt x="1" y="8334"/>
                  </a:lnTo>
                  <a:lnTo>
                    <a:pt x="8334" y="8334"/>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8" name="Google Shape;5298;p25"/>
            <p:cNvSpPr/>
            <p:nvPr/>
          </p:nvSpPr>
          <p:spPr>
            <a:xfrm>
              <a:off x="1790857" y="443705"/>
              <a:ext cx="166400" cy="129448"/>
            </a:xfrm>
            <a:custGeom>
              <a:rect b="b" l="l" r="r" t="t"/>
              <a:pathLst>
                <a:path extrusionOk="0" h="8334" w="10713">
                  <a:moveTo>
                    <a:pt x="0" y="1"/>
                  </a:moveTo>
                  <a:lnTo>
                    <a:pt x="0" y="8334"/>
                  </a:lnTo>
                  <a:lnTo>
                    <a:pt x="10713" y="8334"/>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9" name="Google Shape;5299;p25"/>
            <p:cNvSpPr/>
            <p:nvPr/>
          </p:nvSpPr>
          <p:spPr>
            <a:xfrm>
              <a:off x="1642910" y="443705"/>
              <a:ext cx="147932" cy="129448"/>
            </a:xfrm>
            <a:custGeom>
              <a:rect b="b" l="l" r="r" t="t"/>
              <a:pathLst>
                <a:path extrusionOk="0" h="8334" w="9524">
                  <a:moveTo>
                    <a:pt x="1" y="1"/>
                  </a:moveTo>
                  <a:lnTo>
                    <a:pt x="1" y="8334"/>
                  </a:lnTo>
                  <a:lnTo>
                    <a:pt x="9524" y="833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25"/>
            <p:cNvSpPr/>
            <p:nvPr/>
          </p:nvSpPr>
          <p:spPr>
            <a:xfrm>
              <a:off x="1513494" y="443705"/>
              <a:ext cx="129432" cy="129448"/>
            </a:xfrm>
            <a:custGeom>
              <a:rect b="b" l="l" r="r" t="t"/>
              <a:pathLst>
                <a:path extrusionOk="0" h="8334" w="8333">
                  <a:moveTo>
                    <a:pt x="0" y="1"/>
                  </a:moveTo>
                  <a:lnTo>
                    <a:pt x="0" y="8334"/>
                  </a:lnTo>
                  <a:lnTo>
                    <a:pt x="8333" y="8334"/>
                  </a:lnTo>
                  <a:lnTo>
                    <a:pt x="833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25"/>
            <p:cNvSpPr/>
            <p:nvPr/>
          </p:nvSpPr>
          <p:spPr>
            <a:xfrm>
              <a:off x="2400974" y="27732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2" name="Google Shape;5302;p25"/>
            <p:cNvSpPr/>
            <p:nvPr/>
          </p:nvSpPr>
          <p:spPr>
            <a:xfrm>
              <a:off x="2253074" y="27732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3" name="Google Shape;5303;p25"/>
            <p:cNvSpPr/>
            <p:nvPr/>
          </p:nvSpPr>
          <p:spPr>
            <a:xfrm>
              <a:off x="2086674" y="277320"/>
              <a:ext cx="166415" cy="166400"/>
            </a:xfrm>
            <a:custGeom>
              <a:rect b="b" l="l" r="r" t="t"/>
              <a:pathLst>
                <a:path extrusionOk="0" h="10713" w="10714">
                  <a:moveTo>
                    <a:pt x="1" y="0"/>
                  </a:moveTo>
                  <a:lnTo>
                    <a:pt x="1"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4" name="Google Shape;5304;p25"/>
            <p:cNvSpPr/>
            <p:nvPr/>
          </p:nvSpPr>
          <p:spPr>
            <a:xfrm>
              <a:off x="1957242" y="277320"/>
              <a:ext cx="129448" cy="166400"/>
            </a:xfrm>
            <a:custGeom>
              <a:rect b="b" l="l" r="r" t="t"/>
              <a:pathLst>
                <a:path extrusionOk="0" h="10713" w="8334">
                  <a:moveTo>
                    <a:pt x="1" y="0"/>
                  </a:moveTo>
                  <a:lnTo>
                    <a:pt x="1" y="10713"/>
                  </a:lnTo>
                  <a:lnTo>
                    <a:pt x="8334" y="1071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25"/>
            <p:cNvSpPr/>
            <p:nvPr/>
          </p:nvSpPr>
          <p:spPr>
            <a:xfrm>
              <a:off x="1790857" y="277320"/>
              <a:ext cx="166400" cy="166400"/>
            </a:xfrm>
            <a:custGeom>
              <a:rect b="b" l="l" r="r" t="t"/>
              <a:pathLst>
                <a:path extrusionOk="0" h="10713" w="10713">
                  <a:moveTo>
                    <a:pt x="0" y="0"/>
                  </a:moveTo>
                  <a:lnTo>
                    <a:pt x="0" y="10713"/>
                  </a:lnTo>
                  <a:lnTo>
                    <a:pt x="10713" y="1071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25"/>
            <p:cNvSpPr/>
            <p:nvPr/>
          </p:nvSpPr>
          <p:spPr>
            <a:xfrm>
              <a:off x="1642910"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25"/>
            <p:cNvSpPr/>
            <p:nvPr/>
          </p:nvSpPr>
          <p:spPr>
            <a:xfrm>
              <a:off x="2400974" y="129404"/>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25"/>
            <p:cNvSpPr/>
            <p:nvPr/>
          </p:nvSpPr>
          <p:spPr>
            <a:xfrm>
              <a:off x="2253074" y="129404"/>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9" name="Google Shape;5309;p25"/>
            <p:cNvSpPr/>
            <p:nvPr/>
          </p:nvSpPr>
          <p:spPr>
            <a:xfrm>
              <a:off x="2086674" y="129404"/>
              <a:ext cx="166415" cy="147932"/>
            </a:xfrm>
            <a:custGeom>
              <a:rect b="b" l="l" r="r" t="t"/>
              <a:pathLst>
                <a:path extrusionOk="0" h="9524" w="10714">
                  <a:moveTo>
                    <a:pt x="1" y="1"/>
                  </a:moveTo>
                  <a:lnTo>
                    <a:pt x="1" y="9523"/>
                  </a:lnTo>
                  <a:lnTo>
                    <a:pt x="10713" y="9523"/>
                  </a:lnTo>
                  <a:lnTo>
                    <a:pt x="1071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0" name="Google Shape;5310;p25"/>
            <p:cNvSpPr/>
            <p:nvPr/>
          </p:nvSpPr>
          <p:spPr>
            <a:xfrm>
              <a:off x="1957242" y="129404"/>
              <a:ext cx="129448" cy="147932"/>
            </a:xfrm>
            <a:custGeom>
              <a:rect b="b" l="l" r="r" t="t"/>
              <a:pathLst>
                <a:path extrusionOk="0" h="9524" w="8334">
                  <a:moveTo>
                    <a:pt x="1" y="1"/>
                  </a:moveTo>
                  <a:lnTo>
                    <a:pt x="1" y="9523"/>
                  </a:lnTo>
                  <a:lnTo>
                    <a:pt x="8334" y="9523"/>
                  </a:lnTo>
                  <a:lnTo>
                    <a:pt x="833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25"/>
            <p:cNvSpPr/>
            <p:nvPr/>
          </p:nvSpPr>
          <p:spPr>
            <a:xfrm>
              <a:off x="1790857" y="129404"/>
              <a:ext cx="166400" cy="147932"/>
            </a:xfrm>
            <a:custGeom>
              <a:rect b="b" l="l" r="r" t="t"/>
              <a:pathLst>
                <a:path extrusionOk="0" h="9524" w="10713">
                  <a:moveTo>
                    <a:pt x="0" y="1"/>
                  </a:moveTo>
                  <a:lnTo>
                    <a:pt x="0" y="9523"/>
                  </a:lnTo>
                  <a:lnTo>
                    <a:pt x="10713" y="9523"/>
                  </a:lnTo>
                  <a:lnTo>
                    <a:pt x="1071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25"/>
            <p:cNvSpPr/>
            <p:nvPr/>
          </p:nvSpPr>
          <p:spPr>
            <a:xfrm>
              <a:off x="2400974" y="-12"/>
              <a:ext cx="129448" cy="129432"/>
            </a:xfrm>
            <a:custGeom>
              <a:rect b="b" l="l" r="r" t="t"/>
              <a:pathLst>
                <a:path extrusionOk="0" h="8333" w="8334">
                  <a:moveTo>
                    <a:pt x="1" y="0"/>
                  </a:moveTo>
                  <a:lnTo>
                    <a:pt x="1" y="8333"/>
                  </a:lnTo>
                  <a:lnTo>
                    <a:pt x="8334" y="8333"/>
                  </a:lnTo>
                  <a:lnTo>
                    <a:pt x="833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25"/>
            <p:cNvSpPr/>
            <p:nvPr/>
          </p:nvSpPr>
          <p:spPr>
            <a:xfrm>
              <a:off x="2253074" y="-12"/>
              <a:ext cx="147916" cy="129432"/>
            </a:xfrm>
            <a:custGeom>
              <a:rect b="b" l="l" r="r" t="t"/>
              <a:pathLst>
                <a:path extrusionOk="0" h="8333"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25"/>
            <p:cNvSpPr/>
            <p:nvPr/>
          </p:nvSpPr>
          <p:spPr>
            <a:xfrm>
              <a:off x="2086674" y="-12"/>
              <a:ext cx="166415" cy="129432"/>
            </a:xfrm>
            <a:custGeom>
              <a:rect b="b" l="l" r="r" t="t"/>
              <a:pathLst>
                <a:path extrusionOk="0" h="8333" w="10714">
                  <a:moveTo>
                    <a:pt x="1" y="0"/>
                  </a:moveTo>
                  <a:lnTo>
                    <a:pt x="1" y="8333"/>
                  </a:lnTo>
                  <a:lnTo>
                    <a:pt x="10713" y="8333"/>
                  </a:lnTo>
                  <a:lnTo>
                    <a:pt x="1071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5" name="Google Shape;5315;p25"/>
            <p:cNvSpPr/>
            <p:nvPr/>
          </p:nvSpPr>
          <p:spPr>
            <a:xfrm>
              <a:off x="1957242" y="-12"/>
              <a:ext cx="129448" cy="129432"/>
            </a:xfrm>
            <a:custGeom>
              <a:rect b="b" l="l" r="r" t="t"/>
              <a:pathLst>
                <a:path extrusionOk="0" h="8333" w="8334">
                  <a:moveTo>
                    <a:pt x="1" y="0"/>
                  </a:moveTo>
                  <a:lnTo>
                    <a:pt x="1" y="8333"/>
                  </a:lnTo>
                  <a:lnTo>
                    <a:pt x="8334" y="8333"/>
                  </a:lnTo>
                  <a:lnTo>
                    <a:pt x="833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6" name="Google Shape;5316;p25"/>
            <p:cNvSpPr/>
            <p:nvPr/>
          </p:nvSpPr>
          <p:spPr>
            <a:xfrm>
              <a:off x="2530406"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7" name="Google Shape;5317;p25"/>
            <p:cNvSpPr/>
            <p:nvPr/>
          </p:nvSpPr>
          <p:spPr>
            <a:xfrm>
              <a:off x="2678322" y="2070781"/>
              <a:ext cx="129448" cy="147916"/>
            </a:xfrm>
            <a:custGeom>
              <a:rect b="b" l="l" r="r" t="t"/>
              <a:pathLst>
                <a:path extrusionOk="0" h="9523" w="8334">
                  <a:moveTo>
                    <a:pt x="0" y="0"/>
                  </a:moveTo>
                  <a:lnTo>
                    <a:pt x="0" y="9523"/>
                  </a:lnTo>
                  <a:lnTo>
                    <a:pt x="8333" y="9523"/>
                  </a:lnTo>
                  <a:lnTo>
                    <a:pt x="833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25"/>
            <p:cNvSpPr/>
            <p:nvPr/>
          </p:nvSpPr>
          <p:spPr>
            <a:xfrm>
              <a:off x="2807755" y="2070781"/>
              <a:ext cx="166431" cy="147916"/>
            </a:xfrm>
            <a:custGeom>
              <a:rect b="b" l="l" r="r" t="t"/>
              <a:pathLst>
                <a:path extrusionOk="0" h="9523" w="10715">
                  <a:moveTo>
                    <a:pt x="0" y="0"/>
                  </a:moveTo>
                  <a:lnTo>
                    <a:pt x="0" y="9523"/>
                  </a:lnTo>
                  <a:lnTo>
                    <a:pt x="10714" y="9523"/>
                  </a:lnTo>
                  <a:lnTo>
                    <a:pt x="1071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9" name="Google Shape;5319;p25"/>
            <p:cNvSpPr/>
            <p:nvPr/>
          </p:nvSpPr>
          <p:spPr>
            <a:xfrm>
              <a:off x="2974170"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25"/>
            <p:cNvSpPr/>
            <p:nvPr/>
          </p:nvSpPr>
          <p:spPr>
            <a:xfrm>
              <a:off x="312208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25"/>
            <p:cNvSpPr/>
            <p:nvPr/>
          </p:nvSpPr>
          <p:spPr>
            <a:xfrm>
              <a:off x="326998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25"/>
            <p:cNvSpPr/>
            <p:nvPr/>
          </p:nvSpPr>
          <p:spPr>
            <a:xfrm>
              <a:off x="341790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3" name="Google Shape;5323;p25"/>
            <p:cNvSpPr/>
            <p:nvPr/>
          </p:nvSpPr>
          <p:spPr>
            <a:xfrm>
              <a:off x="3565818"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4" name="Google Shape;5324;p25"/>
            <p:cNvSpPr/>
            <p:nvPr/>
          </p:nvSpPr>
          <p:spPr>
            <a:xfrm>
              <a:off x="3713719" y="2070781"/>
              <a:ext cx="147963" cy="147916"/>
            </a:xfrm>
            <a:custGeom>
              <a:rect b="b" l="l" r="r" t="t"/>
              <a:pathLst>
                <a:path extrusionOk="0" h="9523" w="9526">
                  <a:moveTo>
                    <a:pt x="1" y="0"/>
                  </a:moveTo>
                  <a:lnTo>
                    <a:pt x="1" y="9523"/>
                  </a:lnTo>
                  <a:lnTo>
                    <a:pt x="9525" y="9523"/>
                  </a:lnTo>
                  <a:lnTo>
                    <a:pt x="9525"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25"/>
            <p:cNvSpPr/>
            <p:nvPr/>
          </p:nvSpPr>
          <p:spPr>
            <a:xfrm>
              <a:off x="3861666" y="2070781"/>
              <a:ext cx="147916" cy="147916"/>
            </a:xfrm>
            <a:custGeom>
              <a:rect b="b" l="l" r="r" t="t"/>
              <a:pathLst>
                <a:path extrusionOk="0" h="9523" w="9523">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25"/>
            <p:cNvSpPr/>
            <p:nvPr/>
          </p:nvSpPr>
          <p:spPr>
            <a:xfrm>
              <a:off x="4009566" y="2070781"/>
              <a:ext cx="147932" cy="147916"/>
            </a:xfrm>
            <a:custGeom>
              <a:rect b="b" l="l" r="r" t="t"/>
              <a:pathLst>
                <a:path extrusionOk="0" h="9523" w="9524">
                  <a:moveTo>
                    <a:pt x="1" y="0"/>
                  </a:moveTo>
                  <a:lnTo>
                    <a:pt x="1" y="9523"/>
                  </a:lnTo>
                  <a:lnTo>
                    <a:pt x="9524" y="952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25"/>
            <p:cNvSpPr/>
            <p:nvPr/>
          </p:nvSpPr>
          <p:spPr>
            <a:xfrm>
              <a:off x="4157482" y="2070781"/>
              <a:ext cx="147932" cy="147916"/>
            </a:xfrm>
            <a:custGeom>
              <a:rect b="b" l="l" r="r" t="t"/>
              <a:pathLst>
                <a:path extrusionOk="0" h="9523" w="9524">
                  <a:moveTo>
                    <a:pt x="1" y="0"/>
                  </a:moveTo>
                  <a:lnTo>
                    <a:pt x="1"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8" name="Google Shape;5328;p25"/>
            <p:cNvSpPr/>
            <p:nvPr/>
          </p:nvSpPr>
          <p:spPr>
            <a:xfrm>
              <a:off x="4305398" y="2070781"/>
              <a:ext cx="147932" cy="147916"/>
            </a:xfrm>
            <a:custGeom>
              <a:rect b="b" l="l" r="r" t="t"/>
              <a:pathLst>
                <a:path extrusionOk="0" h="9523" w="9524">
                  <a:moveTo>
                    <a:pt x="0" y="0"/>
                  </a:moveTo>
                  <a:lnTo>
                    <a:pt x="0" y="9523"/>
                  </a:lnTo>
                  <a:lnTo>
                    <a:pt x="9523" y="952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9" name="Google Shape;5329;p25"/>
            <p:cNvSpPr/>
            <p:nvPr/>
          </p:nvSpPr>
          <p:spPr>
            <a:xfrm>
              <a:off x="2530406"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25"/>
            <p:cNvSpPr/>
            <p:nvPr/>
          </p:nvSpPr>
          <p:spPr>
            <a:xfrm>
              <a:off x="2678322" y="192286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25"/>
            <p:cNvSpPr/>
            <p:nvPr/>
          </p:nvSpPr>
          <p:spPr>
            <a:xfrm>
              <a:off x="2807755" y="1922865"/>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25"/>
            <p:cNvSpPr/>
            <p:nvPr/>
          </p:nvSpPr>
          <p:spPr>
            <a:xfrm>
              <a:off x="2974170" y="192286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3" name="Google Shape;5333;p25"/>
            <p:cNvSpPr/>
            <p:nvPr/>
          </p:nvSpPr>
          <p:spPr>
            <a:xfrm>
              <a:off x="3122086"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4" name="Google Shape;5334;p25"/>
            <p:cNvSpPr/>
            <p:nvPr/>
          </p:nvSpPr>
          <p:spPr>
            <a:xfrm>
              <a:off x="3269986"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5" name="Google Shape;5335;p25"/>
            <p:cNvSpPr/>
            <p:nvPr/>
          </p:nvSpPr>
          <p:spPr>
            <a:xfrm>
              <a:off x="3417902"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6" name="Google Shape;5336;p25"/>
            <p:cNvSpPr/>
            <p:nvPr/>
          </p:nvSpPr>
          <p:spPr>
            <a:xfrm>
              <a:off x="3565818"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7" name="Google Shape;5337;p25"/>
            <p:cNvSpPr/>
            <p:nvPr/>
          </p:nvSpPr>
          <p:spPr>
            <a:xfrm>
              <a:off x="3713719" y="1922865"/>
              <a:ext cx="147963" cy="147932"/>
            </a:xfrm>
            <a:custGeom>
              <a:rect b="b" l="l" r="r" t="t"/>
              <a:pathLst>
                <a:path extrusionOk="0" h="9524" w="9526">
                  <a:moveTo>
                    <a:pt x="1" y="1"/>
                  </a:moveTo>
                  <a:lnTo>
                    <a:pt x="1" y="9523"/>
                  </a:lnTo>
                  <a:lnTo>
                    <a:pt x="9525" y="952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8" name="Google Shape;5338;p25"/>
            <p:cNvSpPr/>
            <p:nvPr/>
          </p:nvSpPr>
          <p:spPr>
            <a:xfrm>
              <a:off x="3861666"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25"/>
            <p:cNvSpPr/>
            <p:nvPr/>
          </p:nvSpPr>
          <p:spPr>
            <a:xfrm>
              <a:off x="4009566" y="192286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0" name="Google Shape;5340;p25"/>
            <p:cNvSpPr/>
            <p:nvPr/>
          </p:nvSpPr>
          <p:spPr>
            <a:xfrm>
              <a:off x="4157482" y="192286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25"/>
            <p:cNvSpPr/>
            <p:nvPr/>
          </p:nvSpPr>
          <p:spPr>
            <a:xfrm>
              <a:off x="4305398" y="192286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2" name="Google Shape;5342;p25"/>
            <p:cNvSpPr/>
            <p:nvPr/>
          </p:nvSpPr>
          <p:spPr>
            <a:xfrm>
              <a:off x="4453314" y="192286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3" name="Google Shape;5343;p25"/>
            <p:cNvSpPr/>
            <p:nvPr/>
          </p:nvSpPr>
          <p:spPr>
            <a:xfrm>
              <a:off x="4601215" y="1922865"/>
              <a:ext cx="147932" cy="147932"/>
            </a:xfrm>
            <a:custGeom>
              <a:rect b="b" l="l" r="r" t="t"/>
              <a:pathLst>
                <a:path extrusionOk="0" h="9524" w="9524">
                  <a:moveTo>
                    <a:pt x="1" y="1"/>
                  </a:moveTo>
                  <a:lnTo>
                    <a:pt x="1"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4" name="Google Shape;5344;p25"/>
            <p:cNvSpPr/>
            <p:nvPr/>
          </p:nvSpPr>
          <p:spPr>
            <a:xfrm>
              <a:off x="2530406"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5" name="Google Shape;5345;p25"/>
            <p:cNvSpPr/>
            <p:nvPr/>
          </p:nvSpPr>
          <p:spPr>
            <a:xfrm>
              <a:off x="2678322" y="175648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6" name="Google Shape;5346;p25"/>
            <p:cNvSpPr/>
            <p:nvPr/>
          </p:nvSpPr>
          <p:spPr>
            <a:xfrm>
              <a:off x="2807755" y="175648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7" name="Google Shape;5347;p25"/>
            <p:cNvSpPr/>
            <p:nvPr/>
          </p:nvSpPr>
          <p:spPr>
            <a:xfrm>
              <a:off x="2974170" y="175648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8" name="Google Shape;5348;p25"/>
            <p:cNvSpPr/>
            <p:nvPr/>
          </p:nvSpPr>
          <p:spPr>
            <a:xfrm>
              <a:off x="3122086"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9" name="Google Shape;5349;p25"/>
            <p:cNvSpPr/>
            <p:nvPr/>
          </p:nvSpPr>
          <p:spPr>
            <a:xfrm>
              <a:off x="3269986"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0" name="Google Shape;5350;p25"/>
            <p:cNvSpPr/>
            <p:nvPr/>
          </p:nvSpPr>
          <p:spPr>
            <a:xfrm>
              <a:off x="3417902"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1" name="Google Shape;5351;p25"/>
            <p:cNvSpPr/>
            <p:nvPr/>
          </p:nvSpPr>
          <p:spPr>
            <a:xfrm>
              <a:off x="3565818"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2" name="Google Shape;5352;p25"/>
            <p:cNvSpPr/>
            <p:nvPr/>
          </p:nvSpPr>
          <p:spPr>
            <a:xfrm>
              <a:off x="3713719" y="1756480"/>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25"/>
            <p:cNvSpPr/>
            <p:nvPr/>
          </p:nvSpPr>
          <p:spPr>
            <a:xfrm>
              <a:off x="3861666"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4" name="Google Shape;5354;p25"/>
            <p:cNvSpPr/>
            <p:nvPr/>
          </p:nvSpPr>
          <p:spPr>
            <a:xfrm>
              <a:off x="4009566" y="175648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5" name="Google Shape;5355;p25"/>
            <p:cNvSpPr/>
            <p:nvPr/>
          </p:nvSpPr>
          <p:spPr>
            <a:xfrm>
              <a:off x="4157482"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6" name="Google Shape;5356;p25"/>
            <p:cNvSpPr/>
            <p:nvPr/>
          </p:nvSpPr>
          <p:spPr>
            <a:xfrm>
              <a:off x="4305398" y="175648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7" name="Google Shape;5357;p25"/>
            <p:cNvSpPr/>
            <p:nvPr/>
          </p:nvSpPr>
          <p:spPr>
            <a:xfrm>
              <a:off x="4453314" y="175648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8" name="Google Shape;5358;p25"/>
            <p:cNvSpPr/>
            <p:nvPr/>
          </p:nvSpPr>
          <p:spPr>
            <a:xfrm>
              <a:off x="4601215" y="175648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9" name="Google Shape;5359;p25"/>
            <p:cNvSpPr/>
            <p:nvPr/>
          </p:nvSpPr>
          <p:spPr>
            <a:xfrm>
              <a:off x="2530406"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25"/>
            <p:cNvSpPr/>
            <p:nvPr/>
          </p:nvSpPr>
          <p:spPr>
            <a:xfrm>
              <a:off x="2678322" y="1627048"/>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25"/>
            <p:cNvSpPr/>
            <p:nvPr/>
          </p:nvSpPr>
          <p:spPr>
            <a:xfrm>
              <a:off x="2807755" y="1627048"/>
              <a:ext cx="166431" cy="129448"/>
            </a:xfrm>
            <a:custGeom>
              <a:rect b="b" l="l" r="r" t="t"/>
              <a:pathLst>
                <a:path extrusionOk="0" h="8334"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2" name="Google Shape;5362;p25"/>
            <p:cNvSpPr/>
            <p:nvPr/>
          </p:nvSpPr>
          <p:spPr>
            <a:xfrm>
              <a:off x="2974170" y="1627048"/>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25"/>
            <p:cNvSpPr/>
            <p:nvPr/>
          </p:nvSpPr>
          <p:spPr>
            <a:xfrm>
              <a:off x="3122086"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25"/>
            <p:cNvSpPr/>
            <p:nvPr/>
          </p:nvSpPr>
          <p:spPr>
            <a:xfrm>
              <a:off x="3269986"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25"/>
            <p:cNvSpPr/>
            <p:nvPr/>
          </p:nvSpPr>
          <p:spPr>
            <a:xfrm>
              <a:off x="3417902"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25"/>
            <p:cNvSpPr/>
            <p:nvPr/>
          </p:nvSpPr>
          <p:spPr>
            <a:xfrm>
              <a:off x="3565818"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25"/>
            <p:cNvSpPr/>
            <p:nvPr/>
          </p:nvSpPr>
          <p:spPr>
            <a:xfrm>
              <a:off x="3713719" y="1627048"/>
              <a:ext cx="147963" cy="129448"/>
            </a:xfrm>
            <a:custGeom>
              <a:rect b="b" l="l" r="r" t="t"/>
              <a:pathLst>
                <a:path extrusionOk="0" h="8334" w="9526">
                  <a:moveTo>
                    <a:pt x="1" y="0"/>
                  </a:moveTo>
                  <a:lnTo>
                    <a:pt x="1" y="8333"/>
                  </a:lnTo>
                  <a:lnTo>
                    <a:pt x="9525" y="833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25"/>
            <p:cNvSpPr/>
            <p:nvPr/>
          </p:nvSpPr>
          <p:spPr>
            <a:xfrm>
              <a:off x="3861666"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25"/>
            <p:cNvSpPr/>
            <p:nvPr/>
          </p:nvSpPr>
          <p:spPr>
            <a:xfrm>
              <a:off x="4009566" y="1627048"/>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0" name="Google Shape;5370;p25"/>
            <p:cNvSpPr/>
            <p:nvPr/>
          </p:nvSpPr>
          <p:spPr>
            <a:xfrm>
              <a:off x="4157482"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1" name="Google Shape;5371;p25"/>
            <p:cNvSpPr/>
            <p:nvPr/>
          </p:nvSpPr>
          <p:spPr>
            <a:xfrm>
              <a:off x="4305398" y="1627048"/>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25"/>
            <p:cNvSpPr/>
            <p:nvPr/>
          </p:nvSpPr>
          <p:spPr>
            <a:xfrm>
              <a:off x="4453314" y="1627048"/>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25"/>
            <p:cNvSpPr/>
            <p:nvPr/>
          </p:nvSpPr>
          <p:spPr>
            <a:xfrm>
              <a:off x="4601215" y="1627048"/>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4" name="Google Shape;5374;p25"/>
            <p:cNvSpPr/>
            <p:nvPr/>
          </p:nvSpPr>
          <p:spPr>
            <a:xfrm>
              <a:off x="2530406"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5" name="Google Shape;5375;p25"/>
            <p:cNvSpPr/>
            <p:nvPr/>
          </p:nvSpPr>
          <p:spPr>
            <a:xfrm>
              <a:off x="2678322" y="1460633"/>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6" name="Google Shape;5376;p25"/>
            <p:cNvSpPr/>
            <p:nvPr/>
          </p:nvSpPr>
          <p:spPr>
            <a:xfrm>
              <a:off x="2807755" y="1460633"/>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25"/>
            <p:cNvSpPr/>
            <p:nvPr/>
          </p:nvSpPr>
          <p:spPr>
            <a:xfrm>
              <a:off x="2974170" y="1460633"/>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25"/>
            <p:cNvSpPr/>
            <p:nvPr/>
          </p:nvSpPr>
          <p:spPr>
            <a:xfrm>
              <a:off x="3122086"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25"/>
            <p:cNvSpPr/>
            <p:nvPr/>
          </p:nvSpPr>
          <p:spPr>
            <a:xfrm>
              <a:off x="3269986"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25"/>
            <p:cNvSpPr/>
            <p:nvPr/>
          </p:nvSpPr>
          <p:spPr>
            <a:xfrm>
              <a:off x="3417902"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25"/>
            <p:cNvSpPr/>
            <p:nvPr/>
          </p:nvSpPr>
          <p:spPr>
            <a:xfrm>
              <a:off x="3565818"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2" name="Google Shape;5382;p25"/>
            <p:cNvSpPr/>
            <p:nvPr/>
          </p:nvSpPr>
          <p:spPr>
            <a:xfrm>
              <a:off x="3713719" y="1460633"/>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25"/>
            <p:cNvSpPr/>
            <p:nvPr/>
          </p:nvSpPr>
          <p:spPr>
            <a:xfrm>
              <a:off x="3861666"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4" name="Google Shape;5384;p25"/>
            <p:cNvSpPr/>
            <p:nvPr/>
          </p:nvSpPr>
          <p:spPr>
            <a:xfrm>
              <a:off x="4009566" y="1460633"/>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5" name="Google Shape;5385;p25"/>
            <p:cNvSpPr/>
            <p:nvPr/>
          </p:nvSpPr>
          <p:spPr>
            <a:xfrm>
              <a:off x="4157482"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25"/>
            <p:cNvSpPr/>
            <p:nvPr/>
          </p:nvSpPr>
          <p:spPr>
            <a:xfrm>
              <a:off x="4305398" y="1460633"/>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25"/>
            <p:cNvSpPr/>
            <p:nvPr/>
          </p:nvSpPr>
          <p:spPr>
            <a:xfrm>
              <a:off x="4453314" y="1460633"/>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8" name="Google Shape;5388;p25"/>
            <p:cNvSpPr/>
            <p:nvPr/>
          </p:nvSpPr>
          <p:spPr>
            <a:xfrm>
              <a:off x="4601215" y="1460633"/>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9" name="Google Shape;5389;p25"/>
            <p:cNvSpPr/>
            <p:nvPr/>
          </p:nvSpPr>
          <p:spPr>
            <a:xfrm>
              <a:off x="2530406"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0" name="Google Shape;5390;p25"/>
            <p:cNvSpPr/>
            <p:nvPr/>
          </p:nvSpPr>
          <p:spPr>
            <a:xfrm>
              <a:off x="2678322" y="1331201"/>
              <a:ext cx="129448" cy="129448"/>
            </a:xfrm>
            <a:custGeom>
              <a:rect b="b" l="l" r="r" t="t"/>
              <a:pathLst>
                <a:path extrusionOk="0" h="8334"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25"/>
            <p:cNvSpPr/>
            <p:nvPr/>
          </p:nvSpPr>
          <p:spPr>
            <a:xfrm>
              <a:off x="2807755" y="1331201"/>
              <a:ext cx="166431" cy="129448"/>
            </a:xfrm>
            <a:custGeom>
              <a:rect b="b" l="l" r="r" t="t"/>
              <a:pathLst>
                <a:path extrusionOk="0" h="8334"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25"/>
            <p:cNvSpPr/>
            <p:nvPr/>
          </p:nvSpPr>
          <p:spPr>
            <a:xfrm>
              <a:off x="2974170" y="1331201"/>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25"/>
            <p:cNvSpPr/>
            <p:nvPr/>
          </p:nvSpPr>
          <p:spPr>
            <a:xfrm>
              <a:off x="3122086"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4" name="Google Shape;5394;p25"/>
            <p:cNvSpPr/>
            <p:nvPr/>
          </p:nvSpPr>
          <p:spPr>
            <a:xfrm>
              <a:off x="3269986"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5" name="Google Shape;5395;p25"/>
            <p:cNvSpPr/>
            <p:nvPr/>
          </p:nvSpPr>
          <p:spPr>
            <a:xfrm>
              <a:off x="3417902"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6" name="Google Shape;5396;p25"/>
            <p:cNvSpPr/>
            <p:nvPr/>
          </p:nvSpPr>
          <p:spPr>
            <a:xfrm>
              <a:off x="3565818"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25"/>
            <p:cNvSpPr/>
            <p:nvPr/>
          </p:nvSpPr>
          <p:spPr>
            <a:xfrm>
              <a:off x="3713719" y="1331201"/>
              <a:ext cx="147963" cy="129448"/>
            </a:xfrm>
            <a:custGeom>
              <a:rect b="b" l="l" r="r" t="t"/>
              <a:pathLst>
                <a:path extrusionOk="0" h="8334" w="9526">
                  <a:moveTo>
                    <a:pt x="1" y="0"/>
                  </a:moveTo>
                  <a:lnTo>
                    <a:pt x="1" y="8333"/>
                  </a:lnTo>
                  <a:lnTo>
                    <a:pt x="9525" y="833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25"/>
            <p:cNvSpPr/>
            <p:nvPr/>
          </p:nvSpPr>
          <p:spPr>
            <a:xfrm>
              <a:off x="3861666"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9" name="Google Shape;5399;p25"/>
            <p:cNvSpPr/>
            <p:nvPr/>
          </p:nvSpPr>
          <p:spPr>
            <a:xfrm>
              <a:off x="4009566" y="1331201"/>
              <a:ext cx="147932" cy="129448"/>
            </a:xfrm>
            <a:custGeom>
              <a:rect b="b" l="l" r="r" t="t"/>
              <a:pathLst>
                <a:path extrusionOk="0" h="8334" w="9524">
                  <a:moveTo>
                    <a:pt x="1" y="0"/>
                  </a:moveTo>
                  <a:lnTo>
                    <a:pt x="1" y="8333"/>
                  </a:lnTo>
                  <a:lnTo>
                    <a:pt x="9524" y="833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0" name="Google Shape;5400;p25"/>
            <p:cNvSpPr/>
            <p:nvPr/>
          </p:nvSpPr>
          <p:spPr>
            <a:xfrm>
              <a:off x="4157482" y="1331201"/>
              <a:ext cx="147932" cy="129448"/>
            </a:xfrm>
            <a:custGeom>
              <a:rect b="b" l="l" r="r" t="t"/>
              <a:pathLst>
                <a:path extrusionOk="0" h="8334"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25"/>
            <p:cNvSpPr/>
            <p:nvPr/>
          </p:nvSpPr>
          <p:spPr>
            <a:xfrm>
              <a:off x="4305398" y="1331201"/>
              <a:ext cx="147932" cy="129448"/>
            </a:xfrm>
            <a:custGeom>
              <a:rect b="b" l="l" r="r" t="t"/>
              <a:pathLst>
                <a:path extrusionOk="0" h="8334" w="9524">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25"/>
            <p:cNvSpPr/>
            <p:nvPr/>
          </p:nvSpPr>
          <p:spPr>
            <a:xfrm>
              <a:off x="4453314" y="1331201"/>
              <a:ext cx="147916" cy="129448"/>
            </a:xfrm>
            <a:custGeom>
              <a:rect b="b" l="l" r="r" t="t"/>
              <a:pathLst>
                <a:path extrusionOk="0" h="8334" w="9523">
                  <a:moveTo>
                    <a:pt x="0" y="0"/>
                  </a:moveTo>
                  <a:lnTo>
                    <a:pt x="0"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25"/>
            <p:cNvSpPr/>
            <p:nvPr/>
          </p:nvSpPr>
          <p:spPr>
            <a:xfrm>
              <a:off x="4601215" y="1331201"/>
              <a:ext cx="147932" cy="129448"/>
            </a:xfrm>
            <a:custGeom>
              <a:rect b="b" l="l" r="r" t="t"/>
              <a:pathLst>
                <a:path extrusionOk="0" h="8334" w="9524">
                  <a:moveTo>
                    <a:pt x="1" y="0"/>
                  </a:moveTo>
                  <a:lnTo>
                    <a:pt x="1"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25"/>
            <p:cNvSpPr/>
            <p:nvPr/>
          </p:nvSpPr>
          <p:spPr>
            <a:xfrm>
              <a:off x="2530406"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25"/>
            <p:cNvSpPr/>
            <p:nvPr/>
          </p:nvSpPr>
          <p:spPr>
            <a:xfrm>
              <a:off x="2678322" y="1183285"/>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6" name="Google Shape;5406;p25"/>
            <p:cNvSpPr/>
            <p:nvPr/>
          </p:nvSpPr>
          <p:spPr>
            <a:xfrm>
              <a:off x="2807755" y="1183285"/>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7" name="Google Shape;5407;p25"/>
            <p:cNvSpPr/>
            <p:nvPr/>
          </p:nvSpPr>
          <p:spPr>
            <a:xfrm>
              <a:off x="2974170" y="1183285"/>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25"/>
            <p:cNvSpPr/>
            <p:nvPr/>
          </p:nvSpPr>
          <p:spPr>
            <a:xfrm>
              <a:off x="3122086"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25"/>
            <p:cNvSpPr/>
            <p:nvPr/>
          </p:nvSpPr>
          <p:spPr>
            <a:xfrm>
              <a:off x="3269986"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0" name="Google Shape;5410;p25"/>
            <p:cNvSpPr/>
            <p:nvPr/>
          </p:nvSpPr>
          <p:spPr>
            <a:xfrm>
              <a:off x="3417902"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25"/>
            <p:cNvSpPr/>
            <p:nvPr/>
          </p:nvSpPr>
          <p:spPr>
            <a:xfrm>
              <a:off x="3565818"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2" name="Google Shape;5412;p25"/>
            <p:cNvSpPr/>
            <p:nvPr/>
          </p:nvSpPr>
          <p:spPr>
            <a:xfrm>
              <a:off x="3713719" y="1183285"/>
              <a:ext cx="147963" cy="147932"/>
            </a:xfrm>
            <a:custGeom>
              <a:rect b="b" l="l" r="r" t="t"/>
              <a:pathLst>
                <a:path extrusionOk="0" h="9524" w="9526">
                  <a:moveTo>
                    <a:pt x="1" y="1"/>
                  </a:moveTo>
                  <a:lnTo>
                    <a:pt x="1" y="9523"/>
                  </a:lnTo>
                  <a:lnTo>
                    <a:pt x="9525" y="952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3" name="Google Shape;5413;p25"/>
            <p:cNvSpPr/>
            <p:nvPr/>
          </p:nvSpPr>
          <p:spPr>
            <a:xfrm>
              <a:off x="3861666" y="1183285"/>
              <a:ext cx="147916" cy="147932"/>
            </a:xfrm>
            <a:custGeom>
              <a:rect b="b" l="l" r="r" t="t"/>
              <a:pathLst>
                <a:path extrusionOk="0" h="9524" w="9523">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4" name="Google Shape;5414;p25"/>
            <p:cNvSpPr/>
            <p:nvPr/>
          </p:nvSpPr>
          <p:spPr>
            <a:xfrm>
              <a:off x="4009566" y="1183285"/>
              <a:ext cx="147932" cy="147932"/>
            </a:xfrm>
            <a:custGeom>
              <a:rect b="b" l="l" r="r" t="t"/>
              <a:pathLst>
                <a:path extrusionOk="0" h="9524" w="9524">
                  <a:moveTo>
                    <a:pt x="1" y="1"/>
                  </a:moveTo>
                  <a:lnTo>
                    <a:pt x="1" y="9523"/>
                  </a:lnTo>
                  <a:lnTo>
                    <a:pt x="9524" y="952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5" name="Google Shape;5415;p25"/>
            <p:cNvSpPr/>
            <p:nvPr/>
          </p:nvSpPr>
          <p:spPr>
            <a:xfrm>
              <a:off x="4157482" y="1183285"/>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6" name="Google Shape;5416;p25"/>
            <p:cNvSpPr/>
            <p:nvPr/>
          </p:nvSpPr>
          <p:spPr>
            <a:xfrm>
              <a:off x="4305398" y="1183285"/>
              <a:ext cx="147932" cy="147932"/>
            </a:xfrm>
            <a:custGeom>
              <a:rect b="b" l="l" r="r" t="t"/>
              <a:pathLst>
                <a:path extrusionOk="0" h="9524" w="9524">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7" name="Google Shape;5417;p25"/>
            <p:cNvSpPr/>
            <p:nvPr/>
          </p:nvSpPr>
          <p:spPr>
            <a:xfrm>
              <a:off x="2530406"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8" name="Google Shape;5418;p25"/>
            <p:cNvSpPr/>
            <p:nvPr/>
          </p:nvSpPr>
          <p:spPr>
            <a:xfrm>
              <a:off x="2678322" y="101690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9" name="Google Shape;5419;p25"/>
            <p:cNvSpPr/>
            <p:nvPr/>
          </p:nvSpPr>
          <p:spPr>
            <a:xfrm>
              <a:off x="2807755" y="101690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25"/>
            <p:cNvSpPr/>
            <p:nvPr/>
          </p:nvSpPr>
          <p:spPr>
            <a:xfrm>
              <a:off x="2974170" y="101690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1" name="Google Shape;5421;p25"/>
            <p:cNvSpPr/>
            <p:nvPr/>
          </p:nvSpPr>
          <p:spPr>
            <a:xfrm>
              <a:off x="3122086"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2" name="Google Shape;5422;p25"/>
            <p:cNvSpPr/>
            <p:nvPr/>
          </p:nvSpPr>
          <p:spPr>
            <a:xfrm>
              <a:off x="3269986"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3" name="Google Shape;5423;p25"/>
            <p:cNvSpPr/>
            <p:nvPr/>
          </p:nvSpPr>
          <p:spPr>
            <a:xfrm>
              <a:off x="3417902"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4" name="Google Shape;5424;p25"/>
            <p:cNvSpPr/>
            <p:nvPr/>
          </p:nvSpPr>
          <p:spPr>
            <a:xfrm>
              <a:off x="3565818"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25"/>
            <p:cNvSpPr/>
            <p:nvPr/>
          </p:nvSpPr>
          <p:spPr>
            <a:xfrm>
              <a:off x="3713719" y="1016900"/>
              <a:ext cx="147963" cy="166400"/>
            </a:xfrm>
            <a:custGeom>
              <a:rect b="b" l="l" r="r" t="t"/>
              <a:pathLst>
                <a:path extrusionOk="0" h="10713" w="9526">
                  <a:moveTo>
                    <a:pt x="1" y="0"/>
                  </a:moveTo>
                  <a:lnTo>
                    <a:pt x="1" y="10713"/>
                  </a:lnTo>
                  <a:lnTo>
                    <a:pt x="9525" y="10713"/>
                  </a:lnTo>
                  <a:lnTo>
                    <a:pt x="9525"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25"/>
            <p:cNvSpPr/>
            <p:nvPr/>
          </p:nvSpPr>
          <p:spPr>
            <a:xfrm>
              <a:off x="3861666" y="101690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7" name="Google Shape;5427;p25"/>
            <p:cNvSpPr/>
            <p:nvPr/>
          </p:nvSpPr>
          <p:spPr>
            <a:xfrm>
              <a:off x="4009566" y="1016900"/>
              <a:ext cx="147932" cy="166400"/>
            </a:xfrm>
            <a:custGeom>
              <a:rect b="b" l="l" r="r" t="t"/>
              <a:pathLst>
                <a:path extrusionOk="0" h="10713" w="9524">
                  <a:moveTo>
                    <a:pt x="1" y="0"/>
                  </a:moveTo>
                  <a:lnTo>
                    <a:pt x="1" y="10713"/>
                  </a:lnTo>
                  <a:lnTo>
                    <a:pt x="9524" y="10713"/>
                  </a:lnTo>
                  <a:lnTo>
                    <a:pt x="952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8" name="Google Shape;5428;p25"/>
            <p:cNvSpPr/>
            <p:nvPr/>
          </p:nvSpPr>
          <p:spPr>
            <a:xfrm>
              <a:off x="4157482" y="101690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9" name="Google Shape;5429;p25"/>
            <p:cNvSpPr/>
            <p:nvPr/>
          </p:nvSpPr>
          <p:spPr>
            <a:xfrm>
              <a:off x="2530406"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25"/>
            <p:cNvSpPr/>
            <p:nvPr/>
          </p:nvSpPr>
          <p:spPr>
            <a:xfrm>
              <a:off x="2678322" y="887468"/>
              <a:ext cx="129448" cy="129448"/>
            </a:xfrm>
            <a:custGeom>
              <a:rect b="b" l="l" r="r" t="t"/>
              <a:pathLst>
                <a:path extrusionOk="0" h="8334" w="8334">
                  <a:moveTo>
                    <a:pt x="0" y="1"/>
                  </a:moveTo>
                  <a:lnTo>
                    <a:pt x="0" y="8333"/>
                  </a:lnTo>
                  <a:lnTo>
                    <a:pt x="8333" y="833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1" name="Google Shape;5431;p25"/>
            <p:cNvSpPr/>
            <p:nvPr/>
          </p:nvSpPr>
          <p:spPr>
            <a:xfrm>
              <a:off x="2807755" y="887468"/>
              <a:ext cx="166431" cy="129448"/>
            </a:xfrm>
            <a:custGeom>
              <a:rect b="b" l="l" r="r" t="t"/>
              <a:pathLst>
                <a:path extrusionOk="0" h="8334" w="10715">
                  <a:moveTo>
                    <a:pt x="0" y="1"/>
                  </a:moveTo>
                  <a:lnTo>
                    <a:pt x="0" y="8333"/>
                  </a:lnTo>
                  <a:lnTo>
                    <a:pt x="10714" y="833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2" name="Google Shape;5432;p25"/>
            <p:cNvSpPr/>
            <p:nvPr/>
          </p:nvSpPr>
          <p:spPr>
            <a:xfrm>
              <a:off x="2974170" y="887468"/>
              <a:ext cx="147932" cy="129448"/>
            </a:xfrm>
            <a:custGeom>
              <a:rect b="b" l="l" r="r" t="t"/>
              <a:pathLst>
                <a:path extrusionOk="0" h="8334" w="9524">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3" name="Google Shape;5433;p25"/>
            <p:cNvSpPr/>
            <p:nvPr/>
          </p:nvSpPr>
          <p:spPr>
            <a:xfrm>
              <a:off x="3122086"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25"/>
            <p:cNvSpPr/>
            <p:nvPr/>
          </p:nvSpPr>
          <p:spPr>
            <a:xfrm>
              <a:off x="3269986"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5" name="Google Shape;5435;p25"/>
            <p:cNvSpPr/>
            <p:nvPr/>
          </p:nvSpPr>
          <p:spPr>
            <a:xfrm>
              <a:off x="3417902"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6" name="Google Shape;5436;p25"/>
            <p:cNvSpPr/>
            <p:nvPr/>
          </p:nvSpPr>
          <p:spPr>
            <a:xfrm>
              <a:off x="3565818"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7" name="Google Shape;5437;p25"/>
            <p:cNvSpPr/>
            <p:nvPr/>
          </p:nvSpPr>
          <p:spPr>
            <a:xfrm>
              <a:off x="3713719" y="887468"/>
              <a:ext cx="147963" cy="129448"/>
            </a:xfrm>
            <a:custGeom>
              <a:rect b="b" l="l" r="r" t="t"/>
              <a:pathLst>
                <a:path extrusionOk="0" h="8334" w="9526">
                  <a:moveTo>
                    <a:pt x="1" y="1"/>
                  </a:moveTo>
                  <a:lnTo>
                    <a:pt x="1" y="8333"/>
                  </a:lnTo>
                  <a:lnTo>
                    <a:pt x="9525" y="8333"/>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8" name="Google Shape;5438;p25"/>
            <p:cNvSpPr/>
            <p:nvPr/>
          </p:nvSpPr>
          <p:spPr>
            <a:xfrm>
              <a:off x="3861666" y="887468"/>
              <a:ext cx="147916" cy="129448"/>
            </a:xfrm>
            <a:custGeom>
              <a:rect b="b" l="l" r="r" t="t"/>
              <a:pathLst>
                <a:path extrusionOk="0" h="8334" w="9523">
                  <a:moveTo>
                    <a:pt x="0" y="1"/>
                  </a:moveTo>
                  <a:lnTo>
                    <a:pt x="0"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25"/>
            <p:cNvSpPr/>
            <p:nvPr/>
          </p:nvSpPr>
          <p:spPr>
            <a:xfrm>
              <a:off x="4009566" y="887468"/>
              <a:ext cx="147932" cy="129448"/>
            </a:xfrm>
            <a:custGeom>
              <a:rect b="b" l="l" r="r" t="t"/>
              <a:pathLst>
                <a:path extrusionOk="0" h="8334" w="9524">
                  <a:moveTo>
                    <a:pt x="1" y="1"/>
                  </a:moveTo>
                  <a:lnTo>
                    <a:pt x="1" y="8333"/>
                  </a:lnTo>
                  <a:lnTo>
                    <a:pt x="9524" y="8333"/>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0" name="Google Shape;5440;p25"/>
            <p:cNvSpPr/>
            <p:nvPr/>
          </p:nvSpPr>
          <p:spPr>
            <a:xfrm>
              <a:off x="4157482" y="887468"/>
              <a:ext cx="147932" cy="129448"/>
            </a:xfrm>
            <a:custGeom>
              <a:rect b="b" l="l" r="r" t="t"/>
              <a:pathLst>
                <a:path extrusionOk="0" h="8334" w="9524">
                  <a:moveTo>
                    <a:pt x="1" y="1"/>
                  </a:moveTo>
                  <a:lnTo>
                    <a:pt x="1" y="8333"/>
                  </a:lnTo>
                  <a:lnTo>
                    <a:pt x="9523" y="833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25"/>
            <p:cNvSpPr/>
            <p:nvPr/>
          </p:nvSpPr>
          <p:spPr>
            <a:xfrm>
              <a:off x="2530406" y="739552"/>
              <a:ext cx="147932" cy="147932"/>
            </a:xfrm>
            <a:custGeom>
              <a:rect b="b" l="l" r="r" t="t"/>
              <a:pathLst>
                <a:path extrusionOk="0" h="9524" w="9524">
                  <a:moveTo>
                    <a:pt x="1" y="1"/>
                  </a:moveTo>
                  <a:lnTo>
                    <a:pt x="1"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p25"/>
            <p:cNvSpPr/>
            <p:nvPr/>
          </p:nvSpPr>
          <p:spPr>
            <a:xfrm>
              <a:off x="2678322" y="739552"/>
              <a:ext cx="129448" cy="147932"/>
            </a:xfrm>
            <a:custGeom>
              <a:rect b="b" l="l" r="r" t="t"/>
              <a:pathLst>
                <a:path extrusionOk="0" h="9524" w="8334">
                  <a:moveTo>
                    <a:pt x="0" y="1"/>
                  </a:moveTo>
                  <a:lnTo>
                    <a:pt x="0" y="9524"/>
                  </a:lnTo>
                  <a:lnTo>
                    <a:pt x="8333" y="952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3" name="Google Shape;5443;p25"/>
            <p:cNvSpPr/>
            <p:nvPr/>
          </p:nvSpPr>
          <p:spPr>
            <a:xfrm>
              <a:off x="2807755" y="739552"/>
              <a:ext cx="166431" cy="147932"/>
            </a:xfrm>
            <a:custGeom>
              <a:rect b="b" l="l" r="r" t="t"/>
              <a:pathLst>
                <a:path extrusionOk="0" h="9524" w="10715">
                  <a:moveTo>
                    <a:pt x="0" y="1"/>
                  </a:moveTo>
                  <a:lnTo>
                    <a:pt x="0" y="9524"/>
                  </a:lnTo>
                  <a:lnTo>
                    <a:pt x="10714" y="9524"/>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25"/>
            <p:cNvSpPr/>
            <p:nvPr/>
          </p:nvSpPr>
          <p:spPr>
            <a:xfrm>
              <a:off x="2974170" y="739552"/>
              <a:ext cx="147932" cy="147932"/>
            </a:xfrm>
            <a:custGeom>
              <a:rect b="b" l="l" r="r" t="t"/>
              <a:pathLst>
                <a:path extrusionOk="0" h="9524" w="9524">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25"/>
            <p:cNvSpPr/>
            <p:nvPr/>
          </p:nvSpPr>
          <p:spPr>
            <a:xfrm>
              <a:off x="3122086"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6" name="Google Shape;5446;p25"/>
            <p:cNvSpPr/>
            <p:nvPr/>
          </p:nvSpPr>
          <p:spPr>
            <a:xfrm>
              <a:off x="3269986" y="739552"/>
              <a:ext cx="147932" cy="147932"/>
            </a:xfrm>
            <a:custGeom>
              <a:rect b="b" l="l" r="r" t="t"/>
              <a:pathLst>
                <a:path extrusionOk="0" h="9524" w="9524">
                  <a:moveTo>
                    <a:pt x="1" y="1"/>
                  </a:moveTo>
                  <a:lnTo>
                    <a:pt x="1" y="9524"/>
                  </a:lnTo>
                  <a:lnTo>
                    <a:pt x="9524" y="952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7" name="Google Shape;5447;p25"/>
            <p:cNvSpPr/>
            <p:nvPr/>
          </p:nvSpPr>
          <p:spPr>
            <a:xfrm>
              <a:off x="3417902" y="739552"/>
              <a:ext cx="147932" cy="147932"/>
            </a:xfrm>
            <a:custGeom>
              <a:rect b="b" l="l" r="r" t="t"/>
              <a:pathLst>
                <a:path extrusionOk="0" h="9524" w="9524">
                  <a:moveTo>
                    <a:pt x="1" y="1"/>
                  </a:moveTo>
                  <a:lnTo>
                    <a:pt x="1"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25"/>
            <p:cNvSpPr/>
            <p:nvPr/>
          </p:nvSpPr>
          <p:spPr>
            <a:xfrm>
              <a:off x="3565818"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9" name="Google Shape;5449;p25"/>
            <p:cNvSpPr/>
            <p:nvPr/>
          </p:nvSpPr>
          <p:spPr>
            <a:xfrm>
              <a:off x="3713719" y="739552"/>
              <a:ext cx="147963" cy="147932"/>
            </a:xfrm>
            <a:custGeom>
              <a:rect b="b" l="l" r="r" t="t"/>
              <a:pathLst>
                <a:path extrusionOk="0" h="9524" w="9526">
                  <a:moveTo>
                    <a:pt x="1" y="1"/>
                  </a:moveTo>
                  <a:lnTo>
                    <a:pt x="1" y="9524"/>
                  </a:lnTo>
                  <a:lnTo>
                    <a:pt x="9525" y="9524"/>
                  </a:lnTo>
                  <a:lnTo>
                    <a:pt x="9525"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0" name="Google Shape;5450;p25"/>
            <p:cNvSpPr/>
            <p:nvPr/>
          </p:nvSpPr>
          <p:spPr>
            <a:xfrm>
              <a:off x="3861666" y="739552"/>
              <a:ext cx="147916" cy="147932"/>
            </a:xfrm>
            <a:custGeom>
              <a:rect b="b" l="l" r="r" t="t"/>
              <a:pathLst>
                <a:path extrusionOk="0" h="9524" w="9523">
                  <a:moveTo>
                    <a:pt x="0" y="1"/>
                  </a:moveTo>
                  <a:lnTo>
                    <a:pt x="0" y="9524"/>
                  </a:lnTo>
                  <a:lnTo>
                    <a:pt x="9523" y="952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1" name="Google Shape;5451;p25"/>
            <p:cNvSpPr/>
            <p:nvPr/>
          </p:nvSpPr>
          <p:spPr>
            <a:xfrm>
              <a:off x="4009566" y="739552"/>
              <a:ext cx="147932" cy="147932"/>
            </a:xfrm>
            <a:custGeom>
              <a:rect b="b" l="l" r="r" t="t"/>
              <a:pathLst>
                <a:path extrusionOk="0" h="9524" w="9524">
                  <a:moveTo>
                    <a:pt x="1" y="1"/>
                  </a:moveTo>
                  <a:lnTo>
                    <a:pt x="1" y="9524"/>
                  </a:lnTo>
                  <a:lnTo>
                    <a:pt x="9524" y="9524"/>
                  </a:lnTo>
                  <a:lnTo>
                    <a:pt x="9524"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25"/>
            <p:cNvSpPr/>
            <p:nvPr/>
          </p:nvSpPr>
          <p:spPr>
            <a:xfrm>
              <a:off x="2530406" y="573137"/>
              <a:ext cx="147932" cy="166431"/>
            </a:xfrm>
            <a:custGeom>
              <a:rect b="b" l="l" r="r" t="t"/>
              <a:pathLst>
                <a:path extrusionOk="0" h="10715" w="9524">
                  <a:moveTo>
                    <a:pt x="1" y="1"/>
                  </a:moveTo>
                  <a:lnTo>
                    <a:pt x="1"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3" name="Google Shape;5453;p25"/>
            <p:cNvSpPr/>
            <p:nvPr/>
          </p:nvSpPr>
          <p:spPr>
            <a:xfrm>
              <a:off x="2678322" y="573137"/>
              <a:ext cx="129448" cy="166431"/>
            </a:xfrm>
            <a:custGeom>
              <a:rect b="b" l="l" r="r" t="t"/>
              <a:pathLst>
                <a:path extrusionOk="0" h="10715" w="8334">
                  <a:moveTo>
                    <a:pt x="0" y="1"/>
                  </a:moveTo>
                  <a:lnTo>
                    <a:pt x="0" y="10715"/>
                  </a:lnTo>
                  <a:lnTo>
                    <a:pt x="8333" y="10715"/>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4" name="Google Shape;5454;p25"/>
            <p:cNvSpPr/>
            <p:nvPr/>
          </p:nvSpPr>
          <p:spPr>
            <a:xfrm>
              <a:off x="2807755" y="573137"/>
              <a:ext cx="166431" cy="166431"/>
            </a:xfrm>
            <a:custGeom>
              <a:rect b="b" l="l" r="r" t="t"/>
              <a:pathLst>
                <a:path extrusionOk="0" h="10715" w="10715">
                  <a:moveTo>
                    <a:pt x="0" y="1"/>
                  </a:moveTo>
                  <a:lnTo>
                    <a:pt x="0" y="10715"/>
                  </a:lnTo>
                  <a:lnTo>
                    <a:pt x="10714" y="10715"/>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5" name="Google Shape;5455;p25"/>
            <p:cNvSpPr/>
            <p:nvPr/>
          </p:nvSpPr>
          <p:spPr>
            <a:xfrm>
              <a:off x="2974170" y="573137"/>
              <a:ext cx="147932" cy="166431"/>
            </a:xfrm>
            <a:custGeom>
              <a:rect b="b" l="l" r="r" t="t"/>
              <a:pathLst>
                <a:path extrusionOk="0" h="10715" w="9524">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25"/>
            <p:cNvSpPr/>
            <p:nvPr/>
          </p:nvSpPr>
          <p:spPr>
            <a:xfrm>
              <a:off x="3122086" y="573137"/>
              <a:ext cx="147916" cy="166431"/>
            </a:xfrm>
            <a:custGeom>
              <a:rect b="b" l="l" r="r" t="t"/>
              <a:pathLst>
                <a:path extrusionOk="0" h="10715" w="9523">
                  <a:moveTo>
                    <a:pt x="0" y="1"/>
                  </a:moveTo>
                  <a:lnTo>
                    <a:pt x="0"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25"/>
            <p:cNvSpPr/>
            <p:nvPr/>
          </p:nvSpPr>
          <p:spPr>
            <a:xfrm>
              <a:off x="3269986" y="573137"/>
              <a:ext cx="147932" cy="166431"/>
            </a:xfrm>
            <a:custGeom>
              <a:rect b="b" l="l" r="r" t="t"/>
              <a:pathLst>
                <a:path extrusionOk="0" h="10715" w="9524">
                  <a:moveTo>
                    <a:pt x="1" y="1"/>
                  </a:moveTo>
                  <a:lnTo>
                    <a:pt x="1" y="10715"/>
                  </a:lnTo>
                  <a:lnTo>
                    <a:pt x="9524" y="10715"/>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25"/>
            <p:cNvSpPr/>
            <p:nvPr/>
          </p:nvSpPr>
          <p:spPr>
            <a:xfrm>
              <a:off x="3417902" y="573137"/>
              <a:ext cx="147932" cy="166431"/>
            </a:xfrm>
            <a:custGeom>
              <a:rect b="b" l="l" r="r" t="t"/>
              <a:pathLst>
                <a:path extrusionOk="0" h="10715" w="9524">
                  <a:moveTo>
                    <a:pt x="1" y="1"/>
                  </a:moveTo>
                  <a:lnTo>
                    <a:pt x="1" y="10715"/>
                  </a:lnTo>
                  <a:lnTo>
                    <a:pt x="9523" y="10715"/>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25"/>
            <p:cNvSpPr/>
            <p:nvPr/>
          </p:nvSpPr>
          <p:spPr>
            <a:xfrm>
              <a:off x="2530406" y="443705"/>
              <a:ext cx="147932" cy="129448"/>
            </a:xfrm>
            <a:custGeom>
              <a:rect b="b" l="l" r="r" t="t"/>
              <a:pathLst>
                <a:path extrusionOk="0" h="8334" w="9524">
                  <a:moveTo>
                    <a:pt x="1" y="1"/>
                  </a:moveTo>
                  <a:lnTo>
                    <a:pt x="1"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0" name="Google Shape;5460;p25"/>
            <p:cNvSpPr/>
            <p:nvPr/>
          </p:nvSpPr>
          <p:spPr>
            <a:xfrm>
              <a:off x="2678322" y="443705"/>
              <a:ext cx="129448" cy="129448"/>
            </a:xfrm>
            <a:custGeom>
              <a:rect b="b" l="l" r="r" t="t"/>
              <a:pathLst>
                <a:path extrusionOk="0" h="8334" w="8334">
                  <a:moveTo>
                    <a:pt x="0" y="1"/>
                  </a:moveTo>
                  <a:lnTo>
                    <a:pt x="0" y="8334"/>
                  </a:lnTo>
                  <a:lnTo>
                    <a:pt x="8333" y="8334"/>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25"/>
            <p:cNvSpPr/>
            <p:nvPr/>
          </p:nvSpPr>
          <p:spPr>
            <a:xfrm>
              <a:off x="2807755" y="443705"/>
              <a:ext cx="166431" cy="129448"/>
            </a:xfrm>
            <a:custGeom>
              <a:rect b="b" l="l" r="r" t="t"/>
              <a:pathLst>
                <a:path extrusionOk="0" h="8334" w="10715">
                  <a:moveTo>
                    <a:pt x="0" y="1"/>
                  </a:moveTo>
                  <a:lnTo>
                    <a:pt x="0" y="8334"/>
                  </a:lnTo>
                  <a:lnTo>
                    <a:pt x="10714" y="8334"/>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25"/>
            <p:cNvSpPr/>
            <p:nvPr/>
          </p:nvSpPr>
          <p:spPr>
            <a:xfrm>
              <a:off x="2974170" y="443705"/>
              <a:ext cx="147932" cy="129448"/>
            </a:xfrm>
            <a:custGeom>
              <a:rect b="b" l="l" r="r" t="t"/>
              <a:pathLst>
                <a:path extrusionOk="0" h="8334" w="9524">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3" name="Google Shape;5463;p25"/>
            <p:cNvSpPr/>
            <p:nvPr/>
          </p:nvSpPr>
          <p:spPr>
            <a:xfrm>
              <a:off x="3122086" y="443705"/>
              <a:ext cx="147916" cy="129448"/>
            </a:xfrm>
            <a:custGeom>
              <a:rect b="b" l="l" r="r" t="t"/>
              <a:pathLst>
                <a:path extrusionOk="0" h="8334" w="9523">
                  <a:moveTo>
                    <a:pt x="0" y="1"/>
                  </a:moveTo>
                  <a:lnTo>
                    <a:pt x="0"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4" name="Google Shape;5464;p25"/>
            <p:cNvSpPr/>
            <p:nvPr/>
          </p:nvSpPr>
          <p:spPr>
            <a:xfrm>
              <a:off x="3269986" y="443705"/>
              <a:ext cx="147932" cy="129448"/>
            </a:xfrm>
            <a:custGeom>
              <a:rect b="b" l="l" r="r" t="t"/>
              <a:pathLst>
                <a:path extrusionOk="0" h="8334" w="9524">
                  <a:moveTo>
                    <a:pt x="1" y="1"/>
                  </a:moveTo>
                  <a:lnTo>
                    <a:pt x="1" y="8334"/>
                  </a:lnTo>
                  <a:lnTo>
                    <a:pt x="9524" y="8334"/>
                  </a:lnTo>
                  <a:lnTo>
                    <a:pt x="952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25"/>
            <p:cNvSpPr/>
            <p:nvPr/>
          </p:nvSpPr>
          <p:spPr>
            <a:xfrm>
              <a:off x="3417902" y="443705"/>
              <a:ext cx="147932" cy="129448"/>
            </a:xfrm>
            <a:custGeom>
              <a:rect b="b" l="l" r="r" t="t"/>
              <a:pathLst>
                <a:path extrusionOk="0" h="8334" w="9524">
                  <a:moveTo>
                    <a:pt x="1" y="1"/>
                  </a:moveTo>
                  <a:lnTo>
                    <a:pt x="1" y="8334"/>
                  </a:lnTo>
                  <a:lnTo>
                    <a:pt x="9523" y="8334"/>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p25"/>
            <p:cNvSpPr/>
            <p:nvPr/>
          </p:nvSpPr>
          <p:spPr>
            <a:xfrm>
              <a:off x="2530406" y="277320"/>
              <a:ext cx="147932" cy="166400"/>
            </a:xfrm>
            <a:custGeom>
              <a:rect b="b" l="l" r="r" t="t"/>
              <a:pathLst>
                <a:path extrusionOk="0" h="10713" w="9524">
                  <a:moveTo>
                    <a:pt x="1" y="0"/>
                  </a:moveTo>
                  <a:lnTo>
                    <a:pt x="1"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25"/>
            <p:cNvSpPr/>
            <p:nvPr/>
          </p:nvSpPr>
          <p:spPr>
            <a:xfrm>
              <a:off x="2678322" y="277320"/>
              <a:ext cx="129448" cy="166400"/>
            </a:xfrm>
            <a:custGeom>
              <a:rect b="b" l="l" r="r" t="t"/>
              <a:pathLst>
                <a:path extrusionOk="0" h="10713" w="8334">
                  <a:moveTo>
                    <a:pt x="0" y="0"/>
                  </a:moveTo>
                  <a:lnTo>
                    <a:pt x="0" y="10713"/>
                  </a:lnTo>
                  <a:lnTo>
                    <a:pt x="8333" y="1071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25"/>
            <p:cNvSpPr/>
            <p:nvPr/>
          </p:nvSpPr>
          <p:spPr>
            <a:xfrm>
              <a:off x="2807755" y="277320"/>
              <a:ext cx="166431" cy="166400"/>
            </a:xfrm>
            <a:custGeom>
              <a:rect b="b" l="l" r="r" t="t"/>
              <a:pathLst>
                <a:path extrusionOk="0" h="10713" w="10715">
                  <a:moveTo>
                    <a:pt x="0" y="0"/>
                  </a:moveTo>
                  <a:lnTo>
                    <a:pt x="0" y="10713"/>
                  </a:lnTo>
                  <a:lnTo>
                    <a:pt x="10714" y="1071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25"/>
            <p:cNvSpPr/>
            <p:nvPr/>
          </p:nvSpPr>
          <p:spPr>
            <a:xfrm>
              <a:off x="2974170" y="277320"/>
              <a:ext cx="147932" cy="166400"/>
            </a:xfrm>
            <a:custGeom>
              <a:rect b="b" l="l" r="r" t="t"/>
              <a:pathLst>
                <a:path extrusionOk="0" h="10713" w="9524">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25"/>
            <p:cNvSpPr/>
            <p:nvPr/>
          </p:nvSpPr>
          <p:spPr>
            <a:xfrm>
              <a:off x="3122086" y="277320"/>
              <a:ext cx="147916" cy="166400"/>
            </a:xfrm>
            <a:custGeom>
              <a:rect b="b" l="l" r="r" t="t"/>
              <a:pathLst>
                <a:path extrusionOk="0" h="10713" w="9523">
                  <a:moveTo>
                    <a:pt x="0" y="0"/>
                  </a:moveTo>
                  <a:lnTo>
                    <a:pt x="0" y="10713"/>
                  </a:lnTo>
                  <a:lnTo>
                    <a:pt x="9523" y="1071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1" name="Google Shape;5471;p25"/>
            <p:cNvSpPr/>
            <p:nvPr/>
          </p:nvSpPr>
          <p:spPr>
            <a:xfrm>
              <a:off x="3269986" y="277320"/>
              <a:ext cx="147932" cy="166400"/>
            </a:xfrm>
            <a:custGeom>
              <a:rect b="b" l="l" r="r" t="t"/>
              <a:pathLst>
                <a:path extrusionOk="0" h="10713" w="9524">
                  <a:moveTo>
                    <a:pt x="1" y="0"/>
                  </a:moveTo>
                  <a:lnTo>
                    <a:pt x="1" y="10713"/>
                  </a:lnTo>
                  <a:lnTo>
                    <a:pt x="9524" y="10713"/>
                  </a:lnTo>
                  <a:lnTo>
                    <a:pt x="9524"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2" name="Google Shape;5472;p25"/>
            <p:cNvSpPr/>
            <p:nvPr/>
          </p:nvSpPr>
          <p:spPr>
            <a:xfrm>
              <a:off x="2530406" y="129404"/>
              <a:ext cx="147932" cy="147932"/>
            </a:xfrm>
            <a:custGeom>
              <a:rect b="b" l="l" r="r" t="t"/>
              <a:pathLst>
                <a:path extrusionOk="0" h="9524" w="9524">
                  <a:moveTo>
                    <a:pt x="1" y="1"/>
                  </a:moveTo>
                  <a:lnTo>
                    <a:pt x="1"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3" name="Google Shape;5473;p25"/>
            <p:cNvSpPr/>
            <p:nvPr/>
          </p:nvSpPr>
          <p:spPr>
            <a:xfrm>
              <a:off x="2678322" y="129404"/>
              <a:ext cx="129448" cy="147932"/>
            </a:xfrm>
            <a:custGeom>
              <a:rect b="b" l="l" r="r" t="t"/>
              <a:pathLst>
                <a:path extrusionOk="0" h="9524" w="8334">
                  <a:moveTo>
                    <a:pt x="0" y="1"/>
                  </a:moveTo>
                  <a:lnTo>
                    <a:pt x="0" y="9523"/>
                  </a:lnTo>
                  <a:lnTo>
                    <a:pt x="8333" y="9523"/>
                  </a:lnTo>
                  <a:lnTo>
                    <a:pt x="833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25"/>
            <p:cNvSpPr/>
            <p:nvPr/>
          </p:nvSpPr>
          <p:spPr>
            <a:xfrm>
              <a:off x="2807755" y="129404"/>
              <a:ext cx="166431" cy="147932"/>
            </a:xfrm>
            <a:custGeom>
              <a:rect b="b" l="l" r="r" t="t"/>
              <a:pathLst>
                <a:path extrusionOk="0" h="9524" w="10715">
                  <a:moveTo>
                    <a:pt x="0" y="1"/>
                  </a:moveTo>
                  <a:lnTo>
                    <a:pt x="0" y="9523"/>
                  </a:lnTo>
                  <a:lnTo>
                    <a:pt x="10714" y="9523"/>
                  </a:lnTo>
                  <a:lnTo>
                    <a:pt x="10714"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25"/>
            <p:cNvSpPr/>
            <p:nvPr/>
          </p:nvSpPr>
          <p:spPr>
            <a:xfrm>
              <a:off x="2974170" y="129404"/>
              <a:ext cx="147932" cy="147932"/>
            </a:xfrm>
            <a:custGeom>
              <a:rect b="b" l="l" r="r" t="t"/>
              <a:pathLst>
                <a:path extrusionOk="0" h="9524" w="9524">
                  <a:moveTo>
                    <a:pt x="0" y="1"/>
                  </a:moveTo>
                  <a:lnTo>
                    <a:pt x="0" y="9523"/>
                  </a:lnTo>
                  <a:lnTo>
                    <a:pt x="9523" y="9523"/>
                  </a:lnTo>
                  <a:lnTo>
                    <a:pt x="9523" y="1"/>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6" name="Google Shape;5476;p25"/>
            <p:cNvSpPr/>
            <p:nvPr/>
          </p:nvSpPr>
          <p:spPr>
            <a:xfrm>
              <a:off x="3122086" y="129404"/>
              <a:ext cx="147916" cy="147932"/>
            </a:xfrm>
            <a:custGeom>
              <a:rect b="b" l="l" r="r" t="t"/>
              <a:pathLst>
                <a:path extrusionOk="0" h="9524" w="9523">
                  <a:moveTo>
                    <a:pt x="0" y="1"/>
                  </a:moveTo>
                  <a:lnTo>
                    <a:pt x="0" y="9523"/>
                  </a:lnTo>
                  <a:lnTo>
                    <a:pt x="9523" y="9523"/>
                  </a:lnTo>
                  <a:lnTo>
                    <a:pt x="9523" y="1"/>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25"/>
            <p:cNvSpPr/>
            <p:nvPr/>
          </p:nvSpPr>
          <p:spPr>
            <a:xfrm>
              <a:off x="2530406" y="-12"/>
              <a:ext cx="147932" cy="129432"/>
            </a:xfrm>
            <a:custGeom>
              <a:rect b="b" l="l" r="r" t="t"/>
              <a:pathLst>
                <a:path extrusionOk="0" h="8333" w="9524">
                  <a:moveTo>
                    <a:pt x="1" y="0"/>
                  </a:moveTo>
                  <a:lnTo>
                    <a:pt x="1" y="8333"/>
                  </a:lnTo>
                  <a:lnTo>
                    <a:pt x="9523" y="8333"/>
                  </a:lnTo>
                  <a:lnTo>
                    <a:pt x="952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25"/>
            <p:cNvSpPr/>
            <p:nvPr/>
          </p:nvSpPr>
          <p:spPr>
            <a:xfrm>
              <a:off x="2678322" y="-12"/>
              <a:ext cx="129448" cy="129432"/>
            </a:xfrm>
            <a:custGeom>
              <a:rect b="b" l="l" r="r" t="t"/>
              <a:pathLst>
                <a:path extrusionOk="0" h="8333" w="8334">
                  <a:moveTo>
                    <a:pt x="0" y="0"/>
                  </a:moveTo>
                  <a:lnTo>
                    <a:pt x="0" y="8333"/>
                  </a:lnTo>
                  <a:lnTo>
                    <a:pt x="8333" y="8333"/>
                  </a:lnTo>
                  <a:lnTo>
                    <a:pt x="8333"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25"/>
            <p:cNvSpPr/>
            <p:nvPr/>
          </p:nvSpPr>
          <p:spPr>
            <a:xfrm>
              <a:off x="2807755" y="-12"/>
              <a:ext cx="166431" cy="129432"/>
            </a:xfrm>
            <a:custGeom>
              <a:rect b="b" l="l" r="r" t="t"/>
              <a:pathLst>
                <a:path extrusionOk="0" h="8333" w="10715">
                  <a:moveTo>
                    <a:pt x="0" y="0"/>
                  </a:moveTo>
                  <a:lnTo>
                    <a:pt x="0" y="8333"/>
                  </a:lnTo>
                  <a:lnTo>
                    <a:pt x="10714" y="8333"/>
                  </a:lnTo>
                  <a:lnTo>
                    <a:pt x="10714" y="0"/>
                  </a:lnTo>
                  <a:close/>
                </a:path>
              </a:pathLst>
            </a:cu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0" name="Google Shape;5480;p25"/>
            <p:cNvSpPr/>
            <p:nvPr/>
          </p:nvSpPr>
          <p:spPr>
            <a:xfrm>
              <a:off x="2974170" y="-12"/>
              <a:ext cx="147932" cy="129432"/>
            </a:xfrm>
            <a:custGeom>
              <a:rect b="b" l="l" r="r" t="t"/>
              <a:pathLst>
                <a:path extrusionOk="0" h="8333" w="9524">
                  <a:moveTo>
                    <a:pt x="0" y="0"/>
                  </a:moveTo>
                  <a:lnTo>
                    <a:pt x="0" y="8333"/>
                  </a:lnTo>
                  <a:lnTo>
                    <a:pt x="9523" y="8333"/>
                  </a:lnTo>
                  <a:lnTo>
                    <a:pt x="9523" y="0"/>
                  </a:lnTo>
                  <a:close/>
                </a:path>
              </a:pathLst>
            </a:cu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5">
  <p:cSld name="TITLE_AND_TWO_COLUMNS_5">
    <p:spTree>
      <p:nvGrpSpPr>
        <p:cNvPr id="5481" name="Shape 5481"/>
        <p:cNvGrpSpPr/>
        <p:nvPr/>
      </p:nvGrpSpPr>
      <p:grpSpPr>
        <a:xfrm>
          <a:off x="0" y="0"/>
          <a:ext cx="0" cy="0"/>
          <a:chOff x="0" y="0"/>
          <a:chExt cx="0" cy="0"/>
        </a:xfrm>
      </p:grpSpPr>
      <p:sp>
        <p:nvSpPr>
          <p:cNvPr id="5482" name="Google Shape;5482;p26"/>
          <p:cNvSpPr txBox="1"/>
          <p:nvPr>
            <p:ph idx="1" type="body"/>
          </p:nvPr>
        </p:nvSpPr>
        <p:spPr>
          <a:xfrm>
            <a:off x="616975" y="1302400"/>
            <a:ext cx="3974100" cy="32664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Char char="●"/>
              <a:defRPr sz="1600"/>
            </a:lvl1pPr>
            <a:lvl2pPr indent="-330200" lvl="1" marL="914400" rtl="0">
              <a:spcBef>
                <a:spcPts val="1600"/>
              </a:spcBef>
              <a:spcAft>
                <a:spcPts val="0"/>
              </a:spcAft>
              <a:buSzPts val="1600"/>
              <a:buChar char="○"/>
              <a:defRPr sz="1600"/>
            </a:lvl2pPr>
            <a:lvl3pPr indent="-330200" lvl="2" marL="1371600" rtl="0">
              <a:spcBef>
                <a:spcPts val="1600"/>
              </a:spcBef>
              <a:spcAft>
                <a:spcPts val="0"/>
              </a:spcAft>
              <a:buSzPts val="1600"/>
              <a:buChar char="■"/>
              <a:defRPr sz="1600"/>
            </a:lvl3pPr>
            <a:lvl4pPr indent="-330200" lvl="3" marL="1828800" rtl="0">
              <a:spcBef>
                <a:spcPts val="1600"/>
              </a:spcBef>
              <a:spcAft>
                <a:spcPts val="0"/>
              </a:spcAft>
              <a:buSzPts val="1600"/>
              <a:buChar char="●"/>
              <a:defRPr sz="1600"/>
            </a:lvl4pPr>
            <a:lvl5pPr indent="-330200" lvl="4" marL="2286000" rtl="0">
              <a:spcBef>
                <a:spcPts val="1600"/>
              </a:spcBef>
              <a:spcAft>
                <a:spcPts val="0"/>
              </a:spcAft>
              <a:buSzPts val="1600"/>
              <a:buChar char="○"/>
              <a:defRPr sz="1600"/>
            </a:lvl5pPr>
            <a:lvl6pPr indent="-330200" lvl="5" marL="2743200" rtl="0">
              <a:spcBef>
                <a:spcPts val="1600"/>
              </a:spcBef>
              <a:spcAft>
                <a:spcPts val="0"/>
              </a:spcAft>
              <a:buSzPts val="1600"/>
              <a:buChar char="■"/>
              <a:defRPr sz="1600"/>
            </a:lvl6pPr>
            <a:lvl7pPr indent="-330200" lvl="6" marL="3200400" rtl="0">
              <a:spcBef>
                <a:spcPts val="1600"/>
              </a:spcBef>
              <a:spcAft>
                <a:spcPts val="0"/>
              </a:spcAft>
              <a:buSzPts val="1600"/>
              <a:buChar char="●"/>
              <a:defRPr sz="1600"/>
            </a:lvl7pPr>
            <a:lvl8pPr indent="-330200" lvl="7" marL="3657600" rtl="0">
              <a:spcBef>
                <a:spcPts val="1600"/>
              </a:spcBef>
              <a:spcAft>
                <a:spcPts val="0"/>
              </a:spcAft>
              <a:buSzPts val="1600"/>
              <a:buChar char="○"/>
              <a:defRPr sz="1600"/>
            </a:lvl8pPr>
            <a:lvl9pPr indent="-330200" lvl="8" marL="4114800" rtl="0">
              <a:spcBef>
                <a:spcPts val="1600"/>
              </a:spcBef>
              <a:spcAft>
                <a:spcPts val="1600"/>
              </a:spcAft>
              <a:buSzPts val="1600"/>
              <a:buChar char="■"/>
              <a:defRPr sz="1600"/>
            </a:lvl9pPr>
          </a:lstStyle>
          <a:p/>
        </p:txBody>
      </p:sp>
      <p:sp>
        <p:nvSpPr>
          <p:cNvPr id="5483" name="Google Shape;5483;p26"/>
          <p:cNvSpPr txBox="1"/>
          <p:nvPr>
            <p:ph idx="2" type="body"/>
          </p:nvPr>
        </p:nvSpPr>
        <p:spPr>
          <a:xfrm>
            <a:off x="4419600" y="1302400"/>
            <a:ext cx="4114800" cy="32664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Char char="●"/>
              <a:defRPr sz="1600">
                <a:latin typeface="Advent Pro"/>
                <a:ea typeface="Advent Pro"/>
                <a:cs typeface="Advent Pro"/>
                <a:sym typeface="Advent Pro"/>
              </a:defRPr>
            </a:lvl1pPr>
            <a:lvl2pPr indent="-330200" lvl="1" marL="914400" rtl="0">
              <a:spcBef>
                <a:spcPts val="0"/>
              </a:spcBef>
              <a:spcAft>
                <a:spcPts val="0"/>
              </a:spcAft>
              <a:buSzPts val="1600"/>
              <a:buChar char="○"/>
              <a:defRPr sz="1600"/>
            </a:lvl2pPr>
            <a:lvl3pPr indent="-330200" lvl="2" marL="1371600" rtl="0">
              <a:spcBef>
                <a:spcPts val="1600"/>
              </a:spcBef>
              <a:spcAft>
                <a:spcPts val="0"/>
              </a:spcAft>
              <a:buSzPts val="1600"/>
              <a:buChar char="■"/>
              <a:defRPr sz="1600"/>
            </a:lvl3pPr>
            <a:lvl4pPr indent="-330200" lvl="3" marL="1828800" rtl="0">
              <a:spcBef>
                <a:spcPts val="1600"/>
              </a:spcBef>
              <a:spcAft>
                <a:spcPts val="0"/>
              </a:spcAft>
              <a:buSzPts val="1600"/>
              <a:buChar char="●"/>
              <a:defRPr sz="1600"/>
            </a:lvl4pPr>
            <a:lvl5pPr indent="-330200" lvl="4" marL="2286000" rtl="0">
              <a:spcBef>
                <a:spcPts val="1600"/>
              </a:spcBef>
              <a:spcAft>
                <a:spcPts val="0"/>
              </a:spcAft>
              <a:buSzPts val="1600"/>
              <a:buChar char="○"/>
              <a:defRPr sz="1600"/>
            </a:lvl5pPr>
            <a:lvl6pPr indent="-330200" lvl="5" marL="2743200" rtl="0">
              <a:spcBef>
                <a:spcPts val="1600"/>
              </a:spcBef>
              <a:spcAft>
                <a:spcPts val="0"/>
              </a:spcAft>
              <a:buSzPts val="1600"/>
              <a:buChar char="■"/>
              <a:defRPr sz="1600"/>
            </a:lvl6pPr>
            <a:lvl7pPr indent="-330200" lvl="6" marL="3200400" rtl="0">
              <a:spcBef>
                <a:spcPts val="1600"/>
              </a:spcBef>
              <a:spcAft>
                <a:spcPts val="0"/>
              </a:spcAft>
              <a:buSzPts val="1600"/>
              <a:buChar char="●"/>
              <a:defRPr sz="1600"/>
            </a:lvl7pPr>
            <a:lvl8pPr indent="-330200" lvl="7" marL="3657600" rtl="0">
              <a:spcBef>
                <a:spcPts val="1600"/>
              </a:spcBef>
              <a:spcAft>
                <a:spcPts val="0"/>
              </a:spcAft>
              <a:buSzPts val="1600"/>
              <a:buChar char="○"/>
              <a:defRPr sz="1600"/>
            </a:lvl8pPr>
            <a:lvl9pPr indent="-330200" lvl="8" marL="4114800" rtl="0">
              <a:spcBef>
                <a:spcPts val="1600"/>
              </a:spcBef>
              <a:spcAft>
                <a:spcPts val="1600"/>
              </a:spcAft>
              <a:buSzPts val="1600"/>
              <a:buChar char="■"/>
              <a:defRPr sz="1600"/>
            </a:lvl9pPr>
          </a:lstStyle>
          <a:p/>
        </p:txBody>
      </p:sp>
      <p:sp>
        <p:nvSpPr>
          <p:cNvPr id="5484" name="Google Shape;5484;p26"/>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100"/>
              <a:buNone/>
              <a:defRPr sz="2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2.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Orbitron ExtraBold"/>
              <a:buNone/>
              <a:defRPr sz="2800">
                <a:solidFill>
                  <a:schemeClr val="accent1"/>
                </a:solidFill>
                <a:latin typeface="Orbitron ExtraBold"/>
                <a:ea typeface="Orbitron ExtraBold"/>
                <a:cs typeface="Orbitron ExtraBold"/>
                <a:sym typeface="Orbitron ExtraBold"/>
              </a:defRPr>
            </a:lvl1pPr>
            <a:lvl2pPr lvl="1">
              <a:spcBef>
                <a:spcPts val="0"/>
              </a:spcBef>
              <a:spcAft>
                <a:spcPts val="0"/>
              </a:spcAft>
              <a:buClr>
                <a:schemeClr val="accent1"/>
              </a:buClr>
              <a:buSzPts val="2800"/>
              <a:buFont typeface="Orbitron ExtraBold"/>
              <a:buNone/>
              <a:defRPr sz="2800">
                <a:solidFill>
                  <a:schemeClr val="accent1"/>
                </a:solidFill>
                <a:latin typeface="Orbitron ExtraBold"/>
                <a:ea typeface="Orbitron ExtraBold"/>
                <a:cs typeface="Orbitron ExtraBold"/>
                <a:sym typeface="Orbitron ExtraBold"/>
              </a:defRPr>
            </a:lvl2pPr>
            <a:lvl3pPr lvl="2">
              <a:spcBef>
                <a:spcPts val="0"/>
              </a:spcBef>
              <a:spcAft>
                <a:spcPts val="0"/>
              </a:spcAft>
              <a:buClr>
                <a:schemeClr val="accent1"/>
              </a:buClr>
              <a:buSzPts val="2800"/>
              <a:buFont typeface="Orbitron ExtraBold"/>
              <a:buNone/>
              <a:defRPr sz="2800">
                <a:solidFill>
                  <a:schemeClr val="accent1"/>
                </a:solidFill>
                <a:latin typeface="Orbitron ExtraBold"/>
                <a:ea typeface="Orbitron ExtraBold"/>
                <a:cs typeface="Orbitron ExtraBold"/>
                <a:sym typeface="Orbitron ExtraBold"/>
              </a:defRPr>
            </a:lvl3pPr>
            <a:lvl4pPr lvl="3">
              <a:spcBef>
                <a:spcPts val="0"/>
              </a:spcBef>
              <a:spcAft>
                <a:spcPts val="0"/>
              </a:spcAft>
              <a:buClr>
                <a:schemeClr val="accent1"/>
              </a:buClr>
              <a:buSzPts val="2800"/>
              <a:buFont typeface="Orbitron ExtraBold"/>
              <a:buNone/>
              <a:defRPr sz="2800">
                <a:solidFill>
                  <a:schemeClr val="accent1"/>
                </a:solidFill>
                <a:latin typeface="Orbitron ExtraBold"/>
                <a:ea typeface="Orbitron ExtraBold"/>
                <a:cs typeface="Orbitron ExtraBold"/>
                <a:sym typeface="Orbitron ExtraBold"/>
              </a:defRPr>
            </a:lvl4pPr>
            <a:lvl5pPr lvl="4">
              <a:spcBef>
                <a:spcPts val="0"/>
              </a:spcBef>
              <a:spcAft>
                <a:spcPts val="0"/>
              </a:spcAft>
              <a:buClr>
                <a:schemeClr val="accent1"/>
              </a:buClr>
              <a:buSzPts val="2800"/>
              <a:buFont typeface="Orbitron ExtraBold"/>
              <a:buNone/>
              <a:defRPr sz="2800">
                <a:solidFill>
                  <a:schemeClr val="accent1"/>
                </a:solidFill>
                <a:latin typeface="Orbitron ExtraBold"/>
                <a:ea typeface="Orbitron ExtraBold"/>
                <a:cs typeface="Orbitron ExtraBold"/>
                <a:sym typeface="Orbitron ExtraBold"/>
              </a:defRPr>
            </a:lvl5pPr>
            <a:lvl6pPr lvl="5">
              <a:spcBef>
                <a:spcPts val="0"/>
              </a:spcBef>
              <a:spcAft>
                <a:spcPts val="0"/>
              </a:spcAft>
              <a:buClr>
                <a:schemeClr val="accent1"/>
              </a:buClr>
              <a:buSzPts val="2800"/>
              <a:buFont typeface="Orbitron ExtraBold"/>
              <a:buNone/>
              <a:defRPr sz="2800">
                <a:solidFill>
                  <a:schemeClr val="accent1"/>
                </a:solidFill>
                <a:latin typeface="Orbitron ExtraBold"/>
                <a:ea typeface="Orbitron ExtraBold"/>
                <a:cs typeface="Orbitron ExtraBold"/>
                <a:sym typeface="Orbitron ExtraBold"/>
              </a:defRPr>
            </a:lvl6pPr>
            <a:lvl7pPr lvl="6">
              <a:spcBef>
                <a:spcPts val="0"/>
              </a:spcBef>
              <a:spcAft>
                <a:spcPts val="0"/>
              </a:spcAft>
              <a:buClr>
                <a:schemeClr val="accent1"/>
              </a:buClr>
              <a:buSzPts val="2800"/>
              <a:buFont typeface="Orbitron ExtraBold"/>
              <a:buNone/>
              <a:defRPr sz="2800">
                <a:solidFill>
                  <a:schemeClr val="accent1"/>
                </a:solidFill>
                <a:latin typeface="Orbitron ExtraBold"/>
                <a:ea typeface="Orbitron ExtraBold"/>
                <a:cs typeface="Orbitron ExtraBold"/>
                <a:sym typeface="Orbitron ExtraBold"/>
              </a:defRPr>
            </a:lvl7pPr>
            <a:lvl8pPr lvl="7">
              <a:spcBef>
                <a:spcPts val="0"/>
              </a:spcBef>
              <a:spcAft>
                <a:spcPts val="0"/>
              </a:spcAft>
              <a:buClr>
                <a:schemeClr val="accent1"/>
              </a:buClr>
              <a:buSzPts val="2800"/>
              <a:buFont typeface="Orbitron ExtraBold"/>
              <a:buNone/>
              <a:defRPr sz="2800">
                <a:solidFill>
                  <a:schemeClr val="accent1"/>
                </a:solidFill>
                <a:latin typeface="Orbitron ExtraBold"/>
                <a:ea typeface="Orbitron ExtraBold"/>
                <a:cs typeface="Orbitron ExtraBold"/>
                <a:sym typeface="Orbitron ExtraBold"/>
              </a:defRPr>
            </a:lvl8pPr>
            <a:lvl9pPr lvl="8">
              <a:spcBef>
                <a:spcPts val="0"/>
              </a:spcBef>
              <a:spcAft>
                <a:spcPts val="0"/>
              </a:spcAft>
              <a:buClr>
                <a:schemeClr val="accent1"/>
              </a:buClr>
              <a:buSzPts val="2800"/>
              <a:buFont typeface="Orbitron ExtraBold"/>
              <a:buNone/>
              <a:defRPr sz="2800">
                <a:solidFill>
                  <a:schemeClr val="accent1"/>
                </a:solidFill>
                <a:latin typeface="Orbitron ExtraBold"/>
                <a:ea typeface="Orbitron ExtraBold"/>
                <a:cs typeface="Orbitron ExtraBold"/>
                <a:sym typeface="Orbitron ExtraBo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accent1"/>
              </a:buClr>
              <a:buSzPts val="1800"/>
              <a:buFont typeface="Advent Pro Medium"/>
              <a:buChar char="●"/>
              <a:defRPr sz="1800">
                <a:solidFill>
                  <a:schemeClr val="accent1"/>
                </a:solidFill>
                <a:latin typeface="Advent Pro Medium"/>
                <a:ea typeface="Advent Pro Medium"/>
                <a:cs typeface="Advent Pro Medium"/>
                <a:sym typeface="Advent Pro Medium"/>
              </a:defRPr>
            </a:lvl1pPr>
            <a:lvl2pPr indent="-317500" lvl="1" marL="914400">
              <a:lnSpc>
                <a:spcPct val="100000"/>
              </a:lnSpc>
              <a:spcBef>
                <a:spcPts val="1600"/>
              </a:spcBef>
              <a:spcAft>
                <a:spcPts val="0"/>
              </a:spcAft>
              <a:buClr>
                <a:schemeClr val="accent1"/>
              </a:buClr>
              <a:buSzPts val="1400"/>
              <a:buFont typeface="Advent Pro Medium"/>
              <a:buChar char="○"/>
              <a:defRPr>
                <a:solidFill>
                  <a:schemeClr val="accent1"/>
                </a:solidFill>
                <a:latin typeface="Advent Pro Medium"/>
                <a:ea typeface="Advent Pro Medium"/>
                <a:cs typeface="Advent Pro Medium"/>
                <a:sym typeface="Advent Pro Medium"/>
              </a:defRPr>
            </a:lvl2pPr>
            <a:lvl3pPr indent="-317500" lvl="2" marL="1371600">
              <a:lnSpc>
                <a:spcPct val="100000"/>
              </a:lnSpc>
              <a:spcBef>
                <a:spcPts val="1600"/>
              </a:spcBef>
              <a:spcAft>
                <a:spcPts val="0"/>
              </a:spcAft>
              <a:buClr>
                <a:schemeClr val="accent1"/>
              </a:buClr>
              <a:buSzPts val="1400"/>
              <a:buFont typeface="Advent Pro Medium"/>
              <a:buChar char="■"/>
              <a:defRPr>
                <a:solidFill>
                  <a:schemeClr val="accent1"/>
                </a:solidFill>
                <a:latin typeface="Advent Pro Medium"/>
                <a:ea typeface="Advent Pro Medium"/>
                <a:cs typeface="Advent Pro Medium"/>
                <a:sym typeface="Advent Pro Medium"/>
              </a:defRPr>
            </a:lvl3pPr>
            <a:lvl4pPr indent="-317500" lvl="3" marL="1828800">
              <a:lnSpc>
                <a:spcPct val="100000"/>
              </a:lnSpc>
              <a:spcBef>
                <a:spcPts val="1600"/>
              </a:spcBef>
              <a:spcAft>
                <a:spcPts val="0"/>
              </a:spcAft>
              <a:buClr>
                <a:schemeClr val="accent1"/>
              </a:buClr>
              <a:buSzPts val="1400"/>
              <a:buFont typeface="Advent Pro Medium"/>
              <a:buChar char="●"/>
              <a:defRPr>
                <a:solidFill>
                  <a:schemeClr val="accent1"/>
                </a:solidFill>
                <a:latin typeface="Advent Pro Medium"/>
                <a:ea typeface="Advent Pro Medium"/>
                <a:cs typeface="Advent Pro Medium"/>
                <a:sym typeface="Advent Pro Medium"/>
              </a:defRPr>
            </a:lvl4pPr>
            <a:lvl5pPr indent="-317500" lvl="4" marL="2286000">
              <a:lnSpc>
                <a:spcPct val="100000"/>
              </a:lnSpc>
              <a:spcBef>
                <a:spcPts val="1600"/>
              </a:spcBef>
              <a:spcAft>
                <a:spcPts val="0"/>
              </a:spcAft>
              <a:buClr>
                <a:schemeClr val="accent1"/>
              </a:buClr>
              <a:buSzPts val="1400"/>
              <a:buFont typeface="Advent Pro Medium"/>
              <a:buChar char="○"/>
              <a:defRPr>
                <a:solidFill>
                  <a:schemeClr val="accent1"/>
                </a:solidFill>
                <a:latin typeface="Advent Pro Medium"/>
                <a:ea typeface="Advent Pro Medium"/>
                <a:cs typeface="Advent Pro Medium"/>
                <a:sym typeface="Advent Pro Medium"/>
              </a:defRPr>
            </a:lvl5pPr>
            <a:lvl6pPr indent="-317500" lvl="5" marL="2743200">
              <a:lnSpc>
                <a:spcPct val="100000"/>
              </a:lnSpc>
              <a:spcBef>
                <a:spcPts val="1600"/>
              </a:spcBef>
              <a:spcAft>
                <a:spcPts val="0"/>
              </a:spcAft>
              <a:buClr>
                <a:schemeClr val="accent1"/>
              </a:buClr>
              <a:buSzPts val="1400"/>
              <a:buFont typeface="Advent Pro Medium"/>
              <a:buChar char="■"/>
              <a:defRPr>
                <a:solidFill>
                  <a:schemeClr val="accent1"/>
                </a:solidFill>
                <a:latin typeface="Advent Pro Medium"/>
                <a:ea typeface="Advent Pro Medium"/>
                <a:cs typeface="Advent Pro Medium"/>
                <a:sym typeface="Advent Pro Medium"/>
              </a:defRPr>
            </a:lvl6pPr>
            <a:lvl7pPr indent="-317500" lvl="6" marL="3200400">
              <a:lnSpc>
                <a:spcPct val="100000"/>
              </a:lnSpc>
              <a:spcBef>
                <a:spcPts val="1600"/>
              </a:spcBef>
              <a:spcAft>
                <a:spcPts val="0"/>
              </a:spcAft>
              <a:buClr>
                <a:schemeClr val="accent1"/>
              </a:buClr>
              <a:buSzPts val="1400"/>
              <a:buFont typeface="Advent Pro Medium"/>
              <a:buChar char="●"/>
              <a:defRPr>
                <a:solidFill>
                  <a:schemeClr val="accent1"/>
                </a:solidFill>
                <a:latin typeface="Advent Pro Medium"/>
                <a:ea typeface="Advent Pro Medium"/>
                <a:cs typeface="Advent Pro Medium"/>
                <a:sym typeface="Advent Pro Medium"/>
              </a:defRPr>
            </a:lvl7pPr>
            <a:lvl8pPr indent="-317500" lvl="7" marL="3657600">
              <a:lnSpc>
                <a:spcPct val="100000"/>
              </a:lnSpc>
              <a:spcBef>
                <a:spcPts val="1600"/>
              </a:spcBef>
              <a:spcAft>
                <a:spcPts val="0"/>
              </a:spcAft>
              <a:buClr>
                <a:schemeClr val="accent1"/>
              </a:buClr>
              <a:buSzPts val="1400"/>
              <a:buFont typeface="Advent Pro Medium"/>
              <a:buChar char="○"/>
              <a:defRPr>
                <a:solidFill>
                  <a:schemeClr val="accent1"/>
                </a:solidFill>
                <a:latin typeface="Advent Pro Medium"/>
                <a:ea typeface="Advent Pro Medium"/>
                <a:cs typeface="Advent Pro Medium"/>
                <a:sym typeface="Advent Pro Medium"/>
              </a:defRPr>
            </a:lvl8pPr>
            <a:lvl9pPr indent="-317500" lvl="8" marL="4114800">
              <a:lnSpc>
                <a:spcPct val="100000"/>
              </a:lnSpc>
              <a:spcBef>
                <a:spcPts val="1600"/>
              </a:spcBef>
              <a:spcAft>
                <a:spcPts val="1600"/>
              </a:spcAft>
              <a:buClr>
                <a:schemeClr val="accent1"/>
              </a:buClr>
              <a:buSzPts val="1400"/>
              <a:buFont typeface="Advent Pro Medium"/>
              <a:buChar char="■"/>
              <a:defRPr>
                <a:solidFill>
                  <a:schemeClr val="accent1"/>
                </a:solidFill>
                <a:latin typeface="Advent Pro Medium"/>
                <a:ea typeface="Advent Pro Medium"/>
                <a:cs typeface="Advent Pro Medium"/>
                <a:sym typeface="Advent Pro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8" name="Shape 5488"/>
        <p:cNvGrpSpPr/>
        <p:nvPr/>
      </p:nvGrpSpPr>
      <p:grpSpPr>
        <a:xfrm>
          <a:off x="0" y="0"/>
          <a:ext cx="0" cy="0"/>
          <a:chOff x="0" y="0"/>
          <a:chExt cx="0" cy="0"/>
        </a:xfrm>
      </p:grpSpPr>
      <p:sp>
        <p:nvSpPr>
          <p:cNvPr id="5489" name="Google Shape;5489;p27"/>
          <p:cNvSpPr txBox="1"/>
          <p:nvPr>
            <p:ph type="ctrTitle"/>
          </p:nvPr>
        </p:nvSpPr>
        <p:spPr>
          <a:xfrm>
            <a:off x="1589700" y="2175450"/>
            <a:ext cx="5964600" cy="7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PI Project</a:t>
            </a:r>
            <a:endParaRPr/>
          </a:p>
        </p:txBody>
      </p:sp>
      <p:sp>
        <p:nvSpPr>
          <p:cNvPr id="5490" name="Google Shape;5490;p27"/>
          <p:cNvSpPr txBox="1"/>
          <p:nvPr>
            <p:ph idx="1" type="subTitle"/>
          </p:nvPr>
        </p:nvSpPr>
        <p:spPr>
          <a:xfrm>
            <a:off x="3211650" y="3122325"/>
            <a:ext cx="27207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a:t>
            </a:r>
            <a:r>
              <a:rPr lang="en"/>
              <a:t>Florish</a:t>
            </a:r>
            <a:r>
              <a:rPr lang="en"/>
              <a:t> Oluyemi</a:t>
            </a:r>
            <a:endParaRPr/>
          </a:p>
        </p:txBody>
      </p:sp>
      <p:grpSp>
        <p:nvGrpSpPr>
          <p:cNvPr id="5491" name="Google Shape;5491;p27"/>
          <p:cNvGrpSpPr/>
          <p:nvPr/>
        </p:nvGrpSpPr>
        <p:grpSpPr>
          <a:xfrm>
            <a:off x="2933218" y="1108096"/>
            <a:ext cx="924613" cy="792521"/>
            <a:chOff x="753950" y="238125"/>
            <a:chExt cx="6111125" cy="5238075"/>
          </a:xfrm>
        </p:grpSpPr>
        <p:sp>
          <p:nvSpPr>
            <p:cNvPr id="5492" name="Google Shape;5492;p27"/>
            <p:cNvSpPr/>
            <p:nvPr/>
          </p:nvSpPr>
          <p:spPr>
            <a:xfrm>
              <a:off x="1627000" y="238125"/>
              <a:ext cx="873075" cy="873075"/>
            </a:xfrm>
            <a:custGeom>
              <a:rect b="b" l="l" r="r" t="t"/>
              <a:pathLst>
                <a:path extrusionOk="0" h="34923" w="34923">
                  <a:moveTo>
                    <a:pt x="0" y="0"/>
                  </a:moveTo>
                  <a:lnTo>
                    <a:pt x="0" y="34922"/>
                  </a:lnTo>
                  <a:lnTo>
                    <a:pt x="34922" y="34922"/>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3" name="Google Shape;5493;p27"/>
            <p:cNvSpPr/>
            <p:nvPr/>
          </p:nvSpPr>
          <p:spPr>
            <a:xfrm>
              <a:off x="2500050" y="238125"/>
              <a:ext cx="873000" cy="873075"/>
            </a:xfrm>
            <a:custGeom>
              <a:rect b="b" l="l" r="r" t="t"/>
              <a:pathLst>
                <a:path extrusionOk="0" h="34923" w="34920">
                  <a:moveTo>
                    <a:pt x="0" y="0"/>
                  </a:moveTo>
                  <a:lnTo>
                    <a:pt x="0" y="34922"/>
                  </a:lnTo>
                  <a:lnTo>
                    <a:pt x="34919" y="34922"/>
                  </a:lnTo>
                  <a:lnTo>
                    <a:pt x="34919"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4" name="Google Shape;5494;p27"/>
            <p:cNvSpPr/>
            <p:nvPr/>
          </p:nvSpPr>
          <p:spPr>
            <a:xfrm>
              <a:off x="4246075" y="238125"/>
              <a:ext cx="872975" cy="873075"/>
            </a:xfrm>
            <a:custGeom>
              <a:rect b="b" l="l" r="r" t="t"/>
              <a:pathLst>
                <a:path extrusionOk="0" h="34923" w="34919">
                  <a:moveTo>
                    <a:pt x="0" y="0"/>
                  </a:moveTo>
                  <a:lnTo>
                    <a:pt x="0" y="34922"/>
                  </a:lnTo>
                  <a:lnTo>
                    <a:pt x="34918" y="34922"/>
                  </a:lnTo>
                  <a:lnTo>
                    <a:pt x="34918"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27"/>
            <p:cNvSpPr/>
            <p:nvPr/>
          </p:nvSpPr>
          <p:spPr>
            <a:xfrm>
              <a:off x="5119025" y="238125"/>
              <a:ext cx="873000" cy="873075"/>
            </a:xfrm>
            <a:custGeom>
              <a:rect b="b" l="l" r="r" t="t"/>
              <a:pathLst>
                <a:path extrusionOk="0" h="34923" w="34920">
                  <a:moveTo>
                    <a:pt x="0" y="0"/>
                  </a:moveTo>
                  <a:lnTo>
                    <a:pt x="0" y="34922"/>
                  </a:lnTo>
                  <a:lnTo>
                    <a:pt x="34920" y="34922"/>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27"/>
            <p:cNvSpPr/>
            <p:nvPr/>
          </p:nvSpPr>
          <p:spPr>
            <a:xfrm>
              <a:off x="753950" y="1111175"/>
              <a:ext cx="873075" cy="872925"/>
            </a:xfrm>
            <a:custGeom>
              <a:rect b="b" l="l" r="r" t="t"/>
              <a:pathLst>
                <a:path extrusionOk="0" h="34917" w="34923">
                  <a:moveTo>
                    <a:pt x="0" y="0"/>
                  </a:moveTo>
                  <a:lnTo>
                    <a:pt x="0" y="34917"/>
                  </a:lnTo>
                  <a:lnTo>
                    <a:pt x="34922" y="34917"/>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7" name="Google Shape;5497;p27"/>
            <p:cNvSpPr/>
            <p:nvPr/>
          </p:nvSpPr>
          <p:spPr>
            <a:xfrm>
              <a:off x="1627000" y="1111175"/>
              <a:ext cx="873075" cy="872925"/>
            </a:xfrm>
            <a:custGeom>
              <a:rect b="b" l="l" r="r" t="t"/>
              <a:pathLst>
                <a:path extrusionOk="0" h="34917" w="34923">
                  <a:moveTo>
                    <a:pt x="0" y="0"/>
                  </a:moveTo>
                  <a:lnTo>
                    <a:pt x="0" y="34917"/>
                  </a:lnTo>
                  <a:lnTo>
                    <a:pt x="34922" y="34917"/>
                  </a:lnTo>
                  <a:lnTo>
                    <a:pt x="34922" y="0"/>
                  </a:lnTo>
                  <a:close/>
                </a:path>
              </a:pathLst>
            </a:custGeom>
            <a:solidFill>
              <a:schemeClr val="lt1"/>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8" name="Google Shape;5498;p27"/>
            <p:cNvSpPr/>
            <p:nvPr/>
          </p:nvSpPr>
          <p:spPr>
            <a:xfrm>
              <a:off x="2500050" y="1111175"/>
              <a:ext cx="873000" cy="872925"/>
            </a:xfrm>
            <a:custGeom>
              <a:rect b="b" l="l" r="r" t="t"/>
              <a:pathLst>
                <a:path extrusionOk="0" h="34917" w="34920">
                  <a:moveTo>
                    <a:pt x="0" y="0"/>
                  </a:moveTo>
                  <a:lnTo>
                    <a:pt x="0" y="34917"/>
                  </a:lnTo>
                  <a:lnTo>
                    <a:pt x="34919" y="34917"/>
                  </a:lnTo>
                  <a:lnTo>
                    <a:pt x="3491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27"/>
            <p:cNvSpPr/>
            <p:nvPr/>
          </p:nvSpPr>
          <p:spPr>
            <a:xfrm>
              <a:off x="3372944" y="1111175"/>
              <a:ext cx="873075" cy="872925"/>
            </a:xfrm>
            <a:custGeom>
              <a:rect b="b" l="l" r="r" t="t"/>
              <a:pathLst>
                <a:path extrusionOk="0" h="34917" w="34923">
                  <a:moveTo>
                    <a:pt x="0" y="0"/>
                  </a:moveTo>
                  <a:lnTo>
                    <a:pt x="0" y="34917"/>
                  </a:lnTo>
                  <a:lnTo>
                    <a:pt x="34922" y="34917"/>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27"/>
            <p:cNvSpPr/>
            <p:nvPr/>
          </p:nvSpPr>
          <p:spPr>
            <a:xfrm>
              <a:off x="4245994" y="1111175"/>
              <a:ext cx="872975" cy="872925"/>
            </a:xfrm>
            <a:custGeom>
              <a:rect b="b" l="l" r="r" t="t"/>
              <a:pathLst>
                <a:path extrusionOk="0" h="34917" w="34919">
                  <a:moveTo>
                    <a:pt x="0" y="0"/>
                  </a:moveTo>
                  <a:lnTo>
                    <a:pt x="0" y="34917"/>
                  </a:lnTo>
                  <a:lnTo>
                    <a:pt x="34918" y="34917"/>
                  </a:lnTo>
                  <a:lnTo>
                    <a:pt x="3491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27"/>
            <p:cNvSpPr/>
            <p:nvPr/>
          </p:nvSpPr>
          <p:spPr>
            <a:xfrm>
              <a:off x="5119025" y="1111175"/>
              <a:ext cx="873000" cy="872925"/>
            </a:xfrm>
            <a:custGeom>
              <a:rect b="b" l="l" r="r" t="t"/>
              <a:pathLst>
                <a:path extrusionOk="0" h="34917" w="34920">
                  <a:moveTo>
                    <a:pt x="0" y="0"/>
                  </a:moveTo>
                  <a:lnTo>
                    <a:pt x="0" y="34917"/>
                  </a:lnTo>
                  <a:lnTo>
                    <a:pt x="34920" y="34917"/>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27"/>
            <p:cNvSpPr/>
            <p:nvPr/>
          </p:nvSpPr>
          <p:spPr>
            <a:xfrm>
              <a:off x="5992000" y="1111175"/>
              <a:ext cx="873075" cy="872925"/>
            </a:xfrm>
            <a:custGeom>
              <a:rect b="b" l="l" r="r" t="t"/>
              <a:pathLst>
                <a:path extrusionOk="0" h="34917" w="34923">
                  <a:moveTo>
                    <a:pt x="1" y="0"/>
                  </a:moveTo>
                  <a:lnTo>
                    <a:pt x="1" y="34917"/>
                  </a:lnTo>
                  <a:lnTo>
                    <a:pt x="34923" y="34917"/>
                  </a:lnTo>
                  <a:lnTo>
                    <a:pt x="349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3" name="Google Shape;5503;p27"/>
            <p:cNvSpPr/>
            <p:nvPr/>
          </p:nvSpPr>
          <p:spPr>
            <a:xfrm>
              <a:off x="753950"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27"/>
            <p:cNvSpPr/>
            <p:nvPr/>
          </p:nvSpPr>
          <p:spPr>
            <a:xfrm>
              <a:off x="1627000"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27"/>
            <p:cNvSpPr/>
            <p:nvPr/>
          </p:nvSpPr>
          <p:spPr>
            <a:xfrm>
              <a:off x="2500050" y="1984125"/>
              <a:ext cx="873000" cy="873025"/>
            </a:xfrm>
            <a:custGeom>
              <a:rect b="b" l="l" r="r" t="t"/>
              <a:pathLst>
                <a:path extrusionOk="0" h="34921" w="34920">
                  <a:moveTo>
                    <a:pt x="0" y="0"/>
                  </a:moveTo>
                  <a:lnTo>
                    <a:pt x="0" y="34921"/>
                  </a:lnTo>
                  <a:lnTo>
                    <a:pt x="34919" y="34921"/>
                  </a:lnTo>
                  <a:lnTo>
                    <a:pt x="3491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27"/>
            <p:cNvSpPr/>
            <p:nvPr/>
          </p:nvSpPr>
          <p:spPr>
            <a:xfrm>
              <a:off x="3372944"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27"/>
            <p:cNvSpPr/>
            <p:nvPr/>
          </p:nvSpPr>
          <p:spPr>
            <a:xfrm>
              <a:off x="4245994" y="1984125"/>
              <a:ext cx="872975" cy="873025"/>
            </a:xfrm>
            <a:custGeom>
              <a:rect b="b" l="l" r="r" t="t"/>
              <a:pathLst>
                <a:path extrusionOk="0" h="34921" w="34919">
                  <a:moveTo>
                    <a:pt x="0" y="0"/>
                  </a:moveTo>
                  <a:lnTo>
                    <a:pt x="0" y="34921"/>
                  </a:lnTo>
                  <a:lnTo>
                    <a:pt x="34918" y="34921"/>
                  </a:lnTo>
                  <a:lnTo>
                    <a:pt x="3491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8" name="Google Shape;5508;p27"/>
            <p:cNvSpPr/>
            <p:nvPr/>
          </p:nvSpPr>
          <p:spPr>
            <a:xfrm>
              <a:off x="5119025" y="1984125"/>
              <a:ext cx="873000" cy="873025"/>
            </a:xfrm>
            <a:custGeom>
              <a:rect b="b" l="l" r="r" t="t"/>
              <a:pathLst>
                <a:path extrusionOk="0" h="34921" w="34920">
                  <a:moveTo>
                    <a:pt x="0" y="0"/>
                  </a:moveTo>
                  <a:lnTo>
                    <a:pt x="0" y="34921"/>
                  </a:lnTo>
                  <a:lnTo>
                    <a:pt x="34920" y="34921"/>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27"/>
            <p:cNvSpPr/>
            <p:nvPr/>
          </p:nvSpPr>
          <p:spPr>
            <a:xfrm>
              <a:off x="5992000" y="1984125"/>
              <a:ext cx="873075" cy="873025"/>
            </a:xfrm>
            <a:custGeom>
              <a:rect b="b" l="l" r="r" t="t"/>
              <a:pathLst>
                <a:path extrusionOk="0" h="34921" w="34923">
                  <a:moveTo>
                    <a:pt x="1" y="0"/>
                  </a:moveTo>
                  <a:lnTo>
                    <a:pt x="1" y="34921"/>
                  </a:lnTo>
                  <a:lnTo>
                    <a:pt x="34923" y="34921"/>
                  </a:lnTo>
                  <a:lnTo>
                    <a:pt x="349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27"/>
            <p:cNvSpPr/>
            <p:nvPr/>
          </p:nvSpPr>
          <p:spPr>
            <a:xfrm>
              <a:off x="1627000" y="2857125"/>
              <a:ext cx="873075" cy="873125"/>
            </a:xfrm>
            <a:custGeom>
              <a:rect b="b" l="l" r="r" t="t"/>
              <a:pathLst>
                <a:path extrusionOk="0" h="34925" w="34923">
                  <a:moveTo>
                    <a:pt x="0" y="1"/>
                  </a:moveTo>
                  <a:lnTo>
                    <a:pt x="0" y="34924"/>
                  </a:lnTo>
                  <a:lnTo>
                    <a:pt x="34922" y="34924"/>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1" name="Google Shape;5511;p27"/>
            <p:cNvSpPr/>
            <p:nvPr/>
          </p:nvSpPr>
          <p:spPr>
            <a:xfrm>
              <a:off x="2499969" y="2857125"/>
              <a:ext cx="873000" cy="873125"/>
            </a:xfrm>
            <a:custGeom>
              <a:rect b="b" l="l" r="r" t="t"/>
              <a:pathLst>
                <a:path extrusionOk="0" h="34925" w="34920">
                  <a:moveTo>
                    <a:pt x="0" y="1"/>
                  </a:moveTo>
                  <a:lnTo>
                    <a:pt x="0" y="34924"/>
                  </a:lnTo>
                  <a:lnTo>
                    <a:pt x="34919" y="34924"/>
                  </a:lnTo>
                  <a:lnTo>
                    <a:pt x="3491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2" name="Google Shape;5512;p27"/>
            <p:cNvSpPr/>
            <p:nvPr/>
          </p:nvSpPr>
          <p:spPr>
            <a:xfrm>
              <a:off x="3372944" y="2857125"/>
              <a:ext cx="873075" cy="873125"/>
            </a:xfrm>
            <a:custGeom>
              <a:rect b="b" l="l" r="r" t="t"/>
              <a:pathLst>
                <a:path extrusionOk="0" h="34925" w="34923">
                  <a:moveTo>
                    <a:pt x="0" y="1"/>
                  </a:moveTo>
                  <a:lnTo>
                    <a:pt x="0" y="34924"/>
                  </a:lnTo>
                  <a:lnTo>
                    <a:pt x="34922" y="34924"/>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3" name="Google Shape;5513;p27"/>
            <p:cNvSpPr/>
            <p:nvPr/>
          </p:nvSpPr>
          <p:spPr>
            <a:xfrm>
              <a:off x="4246075" y="2857125"/>
              <a:ext cx="872975" cy="873125"/>
            </a:xfrm>
            <a:custGeom>
              <a:rect b="b" l="l" r="r" t="t"/>
              <a:pathLst>
                <a:path extrusionOk="0" h="34925" w="34919">
                  <a:moveTo>
                    <a:pt x="0" y="1"/>
                  </a:moveTo>
                  <a:lnTo>
                    <a:pt x="0" y="34924"/>
                  </a:lnTo>
                  <a:lnTo>
                    <a:pt x="34918" y="34924"/>
                  </a:lnTo>
                  <a:lnTo>
                    <a:pt x="3491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27"/>
            <p:cNvSpPr/>
            <p:nvPr/>
          </p:nvSpPr>
          <p:spPr>
            <a:xfrm>
              <a:off x="5119025" y="2857125"/>
              <a:ext cx="873000" cy="873125"/>
            </a:xfrm>
            <a:custGeom>
              <a:rect b="b" l="l" r="r" t="t"/>
              <a:pathLst>
                <a:path extrusionOk="0" h="34925" w="34920">
                  <a:moveTo>
                    <a:pt x="0" y="1"/>
                  </a:moveTo>
                  <a:lnTo>
                    <a:pt x="0" y="34924"/>
                  </a:lnTo>
                  <a:lnTo>
                    <a:pt x="34920" y="34924"/>
                  </a:lnTo>
                  <a:lnTo>
                    <a:pt x="3492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27"/>
            <p:cNvSpPr/>
            <p:nvPr/>
          </p:nvSpPr>
          <p:spPr>
            <a:xfrm>
              <a:off x="2500050" y="3730175"/>
              <a:ext cx="873000" cy="872975"/>
            </a:xfrm>
            <a:custGeom>
              <a:rect b="b" l="l" r="r" t="t"/>
              <a:pathLst>
                <a:path extrusionOk="0" h="34919" w="34920">
                  <a:moveTo>
                    <a:pt x="0" y="1"/>
                  </a:moveTo>
                  <a:lnTo>
                    <a:pt x="0" y="34919"/>
                  </a:lnTo>
                  <a:lnTo>
                    <a:pt x="34919" y="34919"/>
                  </a:lnTo>
                  <a:lnTo>
                    <a:pt x="34919"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27"/>
            <p:cNvSpPr/>
            <p:nvPr/>
          </p:nvSpPr>
          <p:spPr>
            <a:xfrm>
              <a:off x="3373025" y="3730175"/>
              <a:ext cx="873075" cy="872975"/>
            </a:xfrm>
            <a:custGeom>
              <a:rect b="b" l="l" r="r" t="t"/>
              <a:pathLst>
                <a:path extrusionOk="0" h="34919" w="34923">
                  <a:moveTo>
                    <a:pt x="0" y="1"/>
                  </a:moveTo>
                  <a:lnTo>
                    <a:pt x="0" y="34919"/>
                  </a:lnTo>
                  <a:lnTo>
                    <a:pt x="34922" y="34919"/>
                  </a:lnTo>
                  <a:lnTo>
                    <a:pt x="3492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7" name="Google Shape;5517;p27"/>
            <p:cNvSpPr/>
            <p:nvPr/>
          </p:nvSpPr>
          <p:spPr>
            <a:xfrm>
              <a:off x="4246075" y="3730175"/>
              <a:ext cx="872975" cy="872975"/>
            </a:xfrm>
            <a:custGeom>
              <a:rect b="b" l="l" r="r" t="t"/>
              <a:pathLst>
                <a:path extrusionOk="0" h="34919" w="34919">
                  <a:moveTo>
                    <a:pt x="0" y="1"/>
                  </a:moveTo>
                  <a:lnTo>
                    <a:pt x="0" y="34919"/>
                  </a:lnTo>
                  <a:lnTo>
                    <a:pt x="34918" y="34919"/>
                  </a:lnTo>
                  <a:lnTo>
                    <a:pt x="3491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8" name="Google Shape;5518;p27"/>
            <p:cNvSpPr/>
            <p:nvPr/>
          </p:nvSpPr>
          <p:spPr>
            <a:xfrm>
              <a:off x="3373025" y="4603125"/>
              <a:ext cx="873075" cy="873075"/>
            </a:xfrm>
            <a:custGeom>
              <a:rect b="b" l="l" r="r" t="t"/>
              <a:pathLst>
                <a:path extrusionOk="0" h="34923" w="34923">
                  <a:moveTo>
                    <a:pt x="0" y="1"/>
                  </a:moveTo>
                  <a:lnTo>
                    <a:pt x="0" y="34923"/>
                  </a:lnTo>
                  <a:lnTo>
                    <a:pt x="34922" y="34923"/>
                  </a:lnTo>
                  <a:lnTo>
                    <a:pt x="3492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19" name="Google Shape;5519;p27"/>
          <p:cNvGrpSpPr/>
          <p:nvPr/>
        </p:nvGrpSpPr>
        <p:grpSpPr>
          <a:xfrm>
            <a:off x="4109693" y="1108096"/>
            <a:ext cx="924613" cy="792521"/>
            <a:chOff x="753950" y="238125"/>
            <a:chExt cx="6111125" cy="5238075"/>
          </a:xfrm>
        </p:grpSpPr>
        <p:sp>
          <p:nvSpPr>
            <p:cNvPr id="5520" name="Google Shape;5520;p27"/>
            <p:cNvSpPr/>
            <p:nvPr/>
          </p:nvSpPr>
          <p:spPr>
            <a:xfrm>
              <a:off x="1627000" y="238125"/>
              <a:ext cx="873075" cy="873075"/>
            </a:xfrm>
            <a:custGeom>
              <a:rect b="b" l="l" r="r" t="t"/>
              <a:pathLst>
                <a:path extrusionOk="0" h="34923" w="34923">
                  <a:moveTo>
                    <a:pt x="0" y="0"/>
                  </a:moveTo>
                  <a:lnTo>
                    <a:pt x="0" y="34922"/>
                  </a:lnTo>
                  <a:lnTo>
                    <a:pt x="34922" y="34922"/>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1" name="Google Shape;5521;p27"/>
            <p:cNvSpPr/>
            <p:nvPr/>
          </p:nvSpPr>
          <p:spPr>
            <a:xfrm>
              <a:off x="2500050" y="238125"/>
              <a:ext cx="873000" cy="873075"/>
            </a:xfrm>
            <a:custGeom>
              <a:rect b="b" l="l" r="r" t="t"/>
              <a:pathLst>
                <a:path extrusionOk="0" h="34923" w="34920">
                  <a:moveTo>
                    <a:pt x="0" y="0"/>
                  </a:moveTo>
                  <a:lnTo>
                    <a:pt x="0" y="34922"/>
                  </a:lnTo>
                  <a:lnTo>
                    <a:pt x="34919" y="34922"/>
                  </a:lnTo>
                  <a:lnTo>
                    <a:pt x="34919"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27"/>
            <p:cNvSpPr/>
            <p:nvPr/>
          </p:nvSpPr>
          <p:spPr>
            <a:xfrm>
              <a:off x="4246075" y="238125"/>
              <a:ext cx="872975" cy="873075"/>
            </a:xfrm>
            <a:custGeom>
              <a:rect b="b" l="l" r="r" t="t"/>
              <a:pathLst>
                <a:path extrusionOk="0" h="34923" w="34919">
                  <a:moveTo>
                    <a:pt x="0" y="0"/>
                  </a:moveTo>
                  <a:lnTo>
                    <a:pt x="0" y="34922"/>
                  </a:lnTo>
                  <a:lnTo>
                    <a:pt x="34918" y="34922"/>
                  </a:lnTo>
                  <a:lnTo>
                    <a:pt x="34918"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27"/>
            <p:cNvSpPr/>
            <p:nvPr/>
          </p:nvSpPr>
          <p:spPr>
            <a:xfrm>
              <a:off x="5119025" y="238125"/>
              <a:ext cx="873000" cy="873075"/>
            </a:xfrm>
            <a:custGeom>
              <a:rect b="b" l="l" r="r" t="t"/>
              <a:pathLst>
                <a:path extrusionOk="0" h="34923" w="34920">
                  <a:moveTo>
                    <a:pt x="0" y="0"/>
                  </a:moveTo>
                  <a:lnTo>
                    <a:pt x="0" y="34922"/>
                  </a:lnTo>
                  <a:lnTo>
                    <a:pt x="34920" y="34922"/>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27"/>
            <p:cNvSpPr/>
            <p:nvPr/>
          </p:nvSpPr>
          <p:spPr>
            <a:xfrm>
              <a:off x="753950" y="1111175"/>
              <a:ext cx="873075" cy="872925"/>
            </a:xfrm>
            <a:custGeom>
              <a:rect b="b" l="l" r="r" t="t"/>
              <a:pathLst>
                <a:path extrusionOk="0" h="34917" w="34923">
                  <a:moveTo>
                    <a:pt x="0" y="0"/>
                  </a:moveTo>
                  <a:lnTo>
                    <a:pt x="0" y="34917"/>
                  </a:lnTo>
                  <a:lnTo>
                    <a:pt x="34922" y="34917"/>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27"/>
            <p:cNvSpPr/>
            <p:nvPr/>
          </p:nvSpPr>
          <p:spPr>
            <a:xfrm>
              <a:off x="1627000" y="1111175"/>
              <a:ext cx="873075" cy="872925"/>
            </a:xfrm>
            <a:custGeom>
              <a:rect b="b" l="l" r="r" t="t"/>
              <a:pathLst>
                <a:path extrusionOk="0" h="34917" w="34923">
                  <a:moveTo>
                    <a:pt x="0" y="0"/>
                  </a:moveTo>
                  <a:lnTo>
                    <a:pt x="0" y="34917"/>
                  </a:lnTo>
                  <a:lnTo>
                    <a:pt x="34922" y="34917"/>
                  </a:lnTo>
                  <a:lnTo>
                    <a:pt x="34922" y="0"/>
                  </a:lnTo>
                  <a:close/>
                </a:path>
              </a:pathLst>
            </a:custGeom>
            <a:solidFill>
              <a:schemeClr val="lt1"/>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6" name="Google Shape;5526;p27"/>
            <p:cNvSpPr/>
            <p:nvPr/>
          </p:nvSpPr>
          <p:spPr>
            <a:xfrm>
              <a:off x="2500050" y="1111175"/>
              <a:ext cx="873000" cy="872925"/>
            </a:xfrm>
            <a:custGeom>
              <a:rect b="b" l="l" r="r" t="t"/>
              <a:pathLst>
                <a:path extrusionOk="0" h="34917" w="34920">
                  <a:moveTo>
                    <a:pt x="0" y="0"/>
                  </a:moveTo>
                  <a:lnTo>
                    <a:pt x="0" y="34917"/>
                  </a:lnTo>
                  <a:lnTo>
                    <a:pt x="34919" y="34917"/>
                  </a:lnTo>
                  <a:lnTo>
                    <a:pt x="3491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7" name="Google Shape;5527;p27"/>
            <p:cNvSpPr/>
            <p:nvPr/>
          </p:nvSpPr>
          <p:spPr>
            <a:xfrm>
              <a:off x="3372944" y="1111175"/>
              <a:ext cx="873075" cy="872925"/>
            </a:xfrm>
            <a:custGeom>
              <a:rect b="b" l="l" r="r" t="t"/>
              <a:pathLst>
                <a:path extrusionOk="0" h="34917" w="34923">
                  <a:moveTo>
                    <a:pt x="0" y="0"/>
                  </a:moveTo>
                  <a:lnTo>
                    <a:pt x="0" y="34917"/>
                  </a:lnTo>
                  <a:lnTo>
                    <a:pt x="34922" y="34917"/>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27"/>
            <p:cNvSpPr/>
            <p:nvPr/>
          </p:nvSpPr>
          <p:spPr>
            <a:xfrm>
              <a:off x="4245994" y="1111175"/>
              <a:ext cx="872975" cy="872925"/>
            </a:xfrm>
            <a:custGeom>
              <a:rect b="b" l="l" r="r" t="t"/>
              <a:pathLst>
                <a:path extrusionOk="0" h="34917" w="34919">
                  <a:moveTo>
                    <a:pt x="0" y="0"/>
                  </a:moveTo>
                  <a:lnTo>
                    <a:pt x="0" y="34917"/>
                  </a:lnTo>
                  <a:lnTo>
                    <a:pt x="34918" y="34917"/>
                  </a:lnTo>
                  <a:lnTo>
                    <a:pt x="3491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27"/>
            <p:cNvSpPr/>
            <p:nvPr/>
          </p:nvSpPr>
          <p:spPr>
            <a:xfrm>
              <a:off x="5119025" y="1111175"/>
              <a:ext cx="873000" cy="872925"/>
            </a:xfrm>
            <a:custGeom>
              <a:rect b="b" l="l" r="r" t="t"/>
              <a:pathLst>
                <a:path extrusionOk="0" h="34917" w="34920">
                  <a:moveTo>
                    <a:pt x="0" y="0"/>
                  </a:moveTo>
                  <a:lnTo>
                    <a:pt x="0" y="34917"/>
                  </a:lnTo>
                  <a:lnTo>
                    <a:pt x="34920" y="34917"/>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27"/>
            <p:cNvSpPr/>
            <p:nvPr/>
          </p:nvSpPr>
          <p:spPr>
            <a:xfrm>
              <a:off x="5992000" y="1111175"/>
              <a:ext cx="873075" cy="872925"/>
            </a:xfrm>
            <a:custGeom>
              <a:rect b="b" l="l" r="r" t="t"/>
              <a:pathLst>
                <a:path extrusionOk="0" h="34917" w="34923">
                  <a:moveTo>
                    <a:pt x="1" y="0"/>
                  </a:moveTo>
                  <a:lnTo>
                    <a:pt x="1" y="34917"/>
                  </a:lnTo>
                  <a:lnTo>
                    <a:pt x="34923" y="34917"/>
                  </a:lnTo>
                  <a:lnTo>
                    <a:pt x="349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27"/>
            <p:cNvSpPr/>
            <p:nvPr/>
          </p:nvSpPr>
          <p:spPr>
            <a:xfrm>
              <a:off x="753950"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2" name="Google Shape;5532;p27"/>
            <p:cNvSpPr/>
            <p:nvPr/>
          </p:nvSpPr>
          <p:spPr>
            <a:xfrm>
              <a:off x="1627000"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3" name="Google Shape;5533;p27"/>
            <p:cNvSpPr/>
            <p:nvPr/>
          </p:nvSpPr>
          <p:spPr>
            <a:xfrm>
              <a:off x="2500050" y="1984125"/>
              <a:ext cx="873000" cy="873025"/>
            </a:xfrm>
            <a:custGeom>
              <a:rect b="b" l="l" r="r" t="t"/>
              <a:pathLst>
                <a:path extrusionOk="0" h="34921" w="34920">
                  <a:moveTo>
                    <a:pt x="0" y="0"/>
                  </a:moveTo>
                  <a:lnTo>
                    <a:pt x="0" y="34921"/>
                  </a:lnTo>
                  <a:lnTo>
                    <a:pt x="34919" y="34921"/>
                  </a:lnTo>
                  <a:lnTo>
                    <a:pt x="3491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4" name="Google Shape;5534;p27"/>
            <p:cNvSpPr/>
            <p:nvPr/>
          </p:nvSpPr>
          <p:spPr>
            <a:xfrm>
              <a:off x="3372944"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27"/>
            <p:cNvSpPr/>
            <p:nvPr/>
          </p:nvSpPr>
          <p:spPr>
            <a:xfrm>
              <a:off x="4245994" y="1984125"/>
              <a:ext cx="872975" cy="873025"/>
            </a:xfrm>
            <a:custGeom>
              <a:rect b="b" l="l" r="r" t="t"/>
              <a:pathLst>
                <a:path extrusionOk="0" h="34921" w="34919">
                  <a:moveTo>
                    <a:pt x="0" y="0"/>
                  </a:moveTo>
                  <a:lnTo>
                    <a:pt x="0" y="34921"/>
                  </a:lnTo>
                  <a:lnTo>
                    <a:pt x="34918" y="34921"/>
                  </a:lnTo>
                  <a:lnTo>
                    <a:pt x="3491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27"/>
            <p:cNvSpPr/>
            <p:nvPr/>
          </p:nvSpPr>
          <p:spPr>
            <a:xfrm>
              <a:off x="5119025" y="1984125"/>
              <a:ext cx="873000" cy="873025"/>
            </a:xfrm>
            <a:custGeom>
              <a:rect b="b" l="l" r="r" t="t"/>
              <a:pathLst>
                <a:path extrusionOk="0" h="34921" w="34920">
                  <a:moveTo>
                    <a:pt x="0" y="0"/>
                  </a:moveTo>
                  <a:lnTo>
                    <a:pt x="0" y="34921"/>
                  </a:lnTo>
                  <a:lnTo>
                    <a:pt x="34920" y="34921"/>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7" name="Google Shape;5537;p27"/>
            <p:cNvSpPr/>
            <p:nvPr/>
          </p:nvSpPr>
          <p:spPr>
            <a:xfrm>
              <a:off x="5992000" y="1984125"/>
              <a:ext cx="873075" cy="873025"/>
            </a:xfrm>
            <a:custGeom>
              <a:rect b="b" l="l" r="r" t="t"/>
              <a:pathLst>
                <a:path extrusionOk="0" h="34921" w="34923">
                  <a:moveTo>
                    <a:pt x="1" y="0"/>
                  </a:moveTo>
                  <a:lnTo>
                    <a:pt x="1" y="34921"/>
                  </a:lnTo>
                  <a:lnTo>
                    <a:pt x="34923" y="34921"/>
                  </a:lnTo>
                  <a:lnTo>
                    <a:pt x="349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27"/>
            <p:cNvSpPr/>
            <p:nvPr/>
          </p:nvSpPr>
          <p:spPr>
            <a:xfrm>
              <a:off x="1627000" y="2857125"/>
              <a:ext cx="873075" cy="873125"/>
            </a:xfrm>
            <a:custGeom>
              <a:rect b="b" l="l" r="r" t="t"/>
              <a:pathLst>
                <a:path extrusionOk="0" h="34925" w="34923">
                  <a:moveTo>
                    <a:pt x="0" y="1"/>
                  </a:moveTo>
                  <a:lnTo>
                    <a:pt x="0" y="34924"/>
                  </a:lnTo>
                  <a:lnTo>
                    <a:pt x="34922" y="34924"/>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27"/>
            <p:cNvSpPr/>
            <p:nvPr/>
          </p:nvSpPr>
          <p:spPr>
            <a:xfrm>
              <a:off x="2499969" y="2857125"/>
              <a:ext cx="873000" cy="873125"/>
            </a:xfrm>
            <a:custGeom>
              <a:rect b="b" l="l" r="r" t="t"/>
              <a:pathLst>
                <a:path extrusionOk="0" h="34925" w="34920">
                  <a:moveTo>
                    <a:pt x="0" y="1"/>
                  </a:moveTo>
                  <a:lnTo>
                    <a:pt x="0" y="34924"/>
                  </a:lnTo>
                  <a:lnTo>
                    <a:pt x="34919" y="34924"/>
                  </a:lnTo>
                  <a:lnTo>
                    <a:pt x="3491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27"/>
            <p:cNvSpPr/>
            <p:nvPr/>
          </p:nvSpPr>
          <p:spPr>
            <a:xfrm>
              <a:off x="3372944" y="2857125"/>
              <a:ext cx="873075" cy="873125"/>
            </a:xfrm>
            <a:custGeom>
              <a:rect b="b" l="l" r="r" t="t"/>
              <a:pathLst>
                <a:path extrusionOk="0" h="34925" w="34923">
                  <a:moveTo>
                    <a:pt x="0" y="1"/>
                  </a:moveTo>
                  <a:lnTo>
                    <a:pt x="0" y="34924"/>
                  </a:lnTo>
                  <a:lnTo>
                    <a:pt x="34922" y="34924"/>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27"/>
            <p:cNvSpPr/>
            <p:nvPr/>
          </p:nvSpPr>
          <p:spPr>
            <a:xfrm>
              <a:off x="4246075" y="2857125"/>
              <a:ext cx="872975" cy="873125"/>
            </a:xfrm>
            <a:custGeom>
              <a:rect b="b" l="l" r="r" t="t"/>
              <a:pathLst>
                <a:path extrusionOk="0" h="34925" w="34919">
                  <a:moveTo>
                    <a:pt x="0" y="1"/>
                  </a:moveTo>
                  <a:lnTo>
                    <a:pt x="0" y="34924"/>
                  </a:lnTo>
                  <a:lnTo>
                    <a:pt x="34918" y="34924"/>
                  </a:lnTo>
                  <a:lnTo>
                    <a:pt x="3491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27"/>
            <p:cNvSpPr/>
            <p:nvPr/>
          </p:nvSpPr>
          <p:spPr>
            <a:xfrm>
              <a:off x="5119025" y="2857125"/>
              <a:ext cx="873000" cy="873125"/>
            </a:xfrm>
            <a:custGeom>
              <a:rect b="b" l="l" r="r" t="t"/>
              <a:pathLst>
                <a:path extrusionOk="0" h="34925" w="34920">
                  <a:moveTo>
                    <a:pt x="0" y="1"/>
                  </a:moveTo>
                  <a:lnTo>
                    <a:pt x="0" y="34924"/>
                  </a:lnTo>
                  <a:lnTo>
                    <a:pt x="34920" y="34924"/>
                  </a:lnTo>
                  <a:lnTo>
                    <a:pt x="3492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27"/>
            <p:cNvSpPr/>
            <p:nvPr/>
          </p:nvSpPr>
          <p:spPr>
            <a:xfrm>
              <a:off x="2500050" y="3730175"/>
              <a:ext cx="873000" cy="872975"/>
            </a:xfrm>
            <a:custGeom>
              <a:rect b="b" l="l" r="r" t="t"/>
              <a:pathLst>
                <a:path extrusionOk="0" h="34919" w="34920">
                  <a:moveTo>
                    <a:pt x="0" y="1"/>
                  </a:moveTo>
                  <a:lnTo>
                    <a:pt x="0" y="34919"/>
                  </a:lnTo>
                  <a:lnTo>
                    <a:pt x="34919" y="34919"/>
                  </a:lnTo>
                  <a:lnTo>
                    <a:pt x="34919"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4" name="Google Shape;5544;p27"/>
            <p:cNvSpPr/>
            <p:nvPr/>
          </p:nvSpPr>
          <p:spPr>
            <a:xfrm>
              <a:off x="3373025" y="3730175"/>
              <a:ext cx="873075" cy="872975"/>
            </a:xfrm>
            <a:custGeom>
              <a:rect b="b" l="l" r="r" t="t"/>
              <a:pathLst>
                <a:path extrusionOk="0" h="34919" w="34923">
                  <a:moveTo>
                    <a:pt x="0" y="1"/>
                  </a:moveTo>
                  <a:lnTo>
                    <a:pt x="0" y="34919"/>
                  </a:lnTo>
                  <a:lnTo>
                    <a:pt x="34922" y="34919"/>
                  </a:lnTo>
                  <a:lnTo>
                    <a:pt x="3492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5" name="Google Shape;5545;p27"/>
            <p:cNvSpPr/>
            <p:nvPr/>
          </p:nvSpPr>
          <p:spPr>
            <a:xfrm>
              <a:off x="4246075" y="3730175"/>
              <a:ext cx="872975" cy="872975"/>
            </a:xfrm>
            <a:custGeom>
              <a:rect b="b" l="l" r="r" t="t"/>
              <a:pathLst>
                <a:path extrusionOk="0" h="34919" w="34919">
                  <a:moveTo>
                    <a:pt x="0" y="1"/>
                  </a:moveTo>
                  <a:lnTo>
                    <a:pt x="0" y="34919"/>
                  </a:lnTo>
                  <a:lnTo>
                    <a:pt x="34918" y="34919"/>
                  </a:lnTo>
                  <a:lnTo>
                    <a:pt x="3491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27"/>
            <p:cNvSpPr/>
            <p:nvPr/>
          </p:nvSpPr>
          <p:spPr>
            <a:xfrm>
              <a:off x="3373025" y="4603125"/>
              <a:ext cx="873075" cy="873075"/>
            </a:xfrm>
            <a:custGeom>
              <a:rect b="b" l="l" r="r" t="t"/>
              <a:pathLst>
                <a:path extrusionOk="0" h="34923" w="34923">
                  <a:moveTo>
                    <a:pt x="0" y="1"/>
                  </a:moveTo>
                  <a:lnTo>
                    <a:pt x="0" y="34923"/>
                  </a:lnTo>
                  <a:lnTo>
                    <a:pt x="34922" y="34923"/>
                  </a:lnTo>
                  <a:lnTo>
                    <a:pt x="3492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7" name="Google Shape;5547;p27"/>
          <p:cNvGrpSpPr/>
          <p:nvPr/>
        </p:nvGrpSpPr>
        <p:grpSpPr>
          <a:xfrm>
            <a:off x="5286168" y="1108096"/>
            <a:ext cx="924613" cy="792521"/>
            <a:chOff x="753950" y="238125"/>
            <a:chExt cx="6111125" cy="5238075"/>
          </a:xfrm>
        </p:grpSpPr>
        <p:sp>
          <p:nvSpPr>
            <p:cNvPr id="5548" name="Google Shape;5548;p27"/>
            <p:cNvSpPr/>
            <p:nvPr/>
          </p:nvSpPr>
          <p:spPr>
            <a:xfrm>
              <a:off x="1627000" y="238125"/>
              <a:ext cx="873075" cy="873075"/>
            </a:xfrm>
            <a:custGeom>
              <a:rect b="b" l="l" r="r" t="t"/>
              <a:pathLst>
                <a:path extrusionOk="0" h="34923" w="34923">
                  <a:moveTo>
                    <a:pt x="0" y="0"/>
                  </a:moveTo>
                  <a:lnTo>
                    <a:pt x="0" y="34922"/>
                  </a:lnTo>
                  <a:lnTo>
                    <a:pt x="34922" y="34922"/>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27"/>
            <p:cNvSpPr/>
            <p:nvPr/>
          </p:nvSpPr>
          <p:spPr>
            <a:xfrm>
              <a:off x="2500050" y="238125"/>
              <a:ext cx="873000" cy="873075"/>
            </a:xfrm>
            <a:custGeom>
              <a:rect b="b" l="l" r="r" t="t"/>
              <a:pathLst>
                <a:path extrusionOk="0" h="34923" w="34920">
                  <a:moveTo>
                    <a:pt x="0" y="0"/>
                  </a:moveTo>
                  <a:lnTo>
                    <a:pt x="0" y="34922"/>
                  </a:lnTo>
                  <a:lnTo>
                    <a:pt x="34919" y="34922"/>
                  </a:lnTo>
                  <a:lnTo>
                    <a:pt x="34919"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27"/>
            <p:cNvSpPr/>
            <p:nvPr/>
          </p:nvSpPr>
          <p:spPr>
            <a:xfrm>
              <a:off x="4246075" y="238125"/>
              <a:ext cx="872975" cy="873075"/>
            </a:xfrm>
            <a:custGeom>
              <a:rect b="b" l="l" r="r" t="t"/>
              <a:pathLst>
                <a:path extrusionOk="0" h="34923" w="34919">
                  <a:moveTo>
                    <a:pt x="0" y="0"/>
                  </a:moveTo>
                  <a:lnTo>
                    <a:pt x="0" y="34922"/>
                  </a:lnTo>
                  <a:lnTo>
                    <a:pt x="34918" y="34922"/>
                  </a:lnTo>
                  <a:lnTo>
                    <a:pt x="34918"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27"/>
            <p:cNvSpPr/>
            <p:nvPr/>
          </p:nvSpPr>
          <p:spPr>
            <a:xfrm>
              <a:off x="5119025" y="238125"/>
              <a:ext cx="873000" cy="873075"/>
            </a:xfrm>
            <a:custGeom>
              <a:rect b="b" l="l" r="r" t="t"/>
              <a:pathLst>
                <a:path extrusionOk="0" h="34923" w="34920">
                  <a:moveTo>
                    <a:pt x="0" y="0"/>
                  </a:moveTo>
                  <a:lnTo>
                    <a:pt x="0" y="34922"/>
                  </a:lnTo>
                  <a:lnTo>
                    <a:pt x="34920" y="34922"/>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27"/>
            <p:cNvSpPr/>
            <p:nvPr/>
          </p:nvSpPr>
          <p:spPr>
            <a:xfrm>
              <a:off x="753950" y="1111175"/>
              <a:ext cx="873075" cy="872925"/>
            </a:xfrm>
            <a:custGeom>
              <a:rect b="b" l="l" r="r" t="t"/>
              <a:pathLst>
                <a:path extrusionOk="0" h="34917" w="34923">
                  <a:moveTo>
                    <a:pt x="0" y="0"/>
                  </a:moveTo>
                  <a:lnTo>
                    <a:pt x="0" y="34917"/>
                  </a:lnTo>
                  <a:lnTo>
                    <a:pt x="34922" y="34917"/>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3" name="Google Shape;5553;p27"/>
            <p:cNvSpPr/>
            <p:nvPr/>
          </p:nvSpPr>
          <p:spPr>
            <a:xfrm>
              <a:off x="1627000" y="1111175"/>
              <a:ext cx="873075" cy="872925"/>
            </a:xfrm>
            <a:custGeom>
              <a:rect b="b" l="l" r="r" t="t"/>
              <a:pathLst>
                <a:path extrusionOk="0" h="34917" w="34923">
                  <a:moveTo>
                    <a:pt x="0" y="0"/>
                  </a:moveTo>
                  <a:lnTo>
                    <a:pt x="0" y="34917"/>
                  </a:lnTo>
                  <a:lnTo>
                    <a:pt x="34922" y="34917"/>
                  </a:lnTo>
                  <a:lnTo>
                    <a:pt x="34922" y="0"/>
                  </a:lnTo>
                  <a:close/>
                </a:path>
              </a:pathLst>
            </a:custGeom>
            <a:solidFill>
              <a:schemeClr val="lt1"/>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4" name="Google Shape;5554;p27"/>
            <p:cNvSpPr/>
            <p:nvPr/>
          </p:nvSpPr>
          <p:spPr>
            <a:xfrm>
              <a:off x="2500050" y="1111175"/>
              <a:ext cx="873000" cy="872925"/>
            </a:xfrm>
            <a:custGeom>
              <a:rect b="b" l="l" r="r" t="t"/>
              <a:pathLst>
                <a:path extrusionOk="0" h="34917" w="34920">
                  <a:moveTo>
                    <a:pt x="0" y="0"/>
                  </a:moveTo>
                  <a:lnTo>
                    <a:pt x="0" y="34917"/>
                  </a:lnTo>
                  <a:lnTo>
                    <a:pt x="34919" y="34917"/>
                  </a:lnTo>
                  <a:lnTo>
                    <a:pt x="3491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5" name="Google Shape;5555;p27"/>
            <p:cNvSpPr/>
            <p:nvPr/>
          </p:nvSpPr>
          <p:spPr>
            <a:xfrm>
              <a:off x="3372944" y="1111175"/>
              <a:ext cx="873075" cy="872925"/>
            </a:xfrm>
            <a:custGeom>
              <a:rect b="b" l="l" r="r" t="t"/>
              <a:pathLst>
                <a:path extrusionOk="0" h="34917" w="34923">
                  <a:moveTo>
                    <a:pt x="0" y="0"/>
                  </a:moveTo>
                  <a:lnTo>
                    <a:pt x="0" y="34917"/>
                  </a:lnTo>
                  <a:lnTo>
                    <a:pt x="34922" y="34917"/>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27"/>
            <p:cNvSpPr/>
            <p:nvPr/>
          </p:nvSpPr>
          <p:spPr>
            <a:xfrm>
              <a:off x="4245994" y="1111175"/>
              <a:ext cx="872975" cy="872925"/>
            </a:xfrm>
            <a:custGeom>
              <a:rect b="b" l="l" r="r" t="t"/>
              <a:pathLst>
                <a:path extrusionOk="0" h="34917" w="34919">
                  <a:moveTo>
                    <a:pt x="0" y="0"/>
                  </a:moveTo>
                  <a:lnTo>
                    <a:pt x="0" y="34917"/>
                  </a:lnTo>
                  <a:lnTo>
                    <a:pt x="34918" y="34917"/>
                  </a:lnTo>
                  <a:lnTo>
                    <a:pt x="3491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7" name="Google Shape;5557;p27"/>
            <p:cNvSpPr/>
            <p:nvPr/>
          </p:nvSpPr>
          <p:spPr>
            <a:xfrm>
              <a:off x="5119025" y="1111175"/>
              <a:ext cx="873000" cy="872925"/>
            </a:xfrm>
            <a:custGeom>
              <a:rect b="b" l="l" r="r" t="t"/>
              <a:pathLst>
                <a:path extrusionOk="0" h="34917" w="34920">
                  <a:moveTo>
                    <a:pt x="0" y="0"/>
                  </a:moveTo>
                  <a:lnTo>
                    <a:pt x="0" y="34917"/>
                  </a:lnTo>
                  <a:lnTo>
                    <a:pt x="34920" y="34917"/>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8" name="Google Shape;5558;p27"/>
            <p:cNvSpPr/>
            <p:nvPr/>
          </p:nvSpPr>
          <p:spPr>
            <a:xfrm>
              <a:off x="5992000" y="1111175"/>
              <a:ext cx="873075" cy="872925"/>
            </a:xfrm>
            <a:custGeom>
              <a:rect b="b" l="l" r="r" t="t"/>
              <a:pathLst>
                <a:path extrusionOk="0" h="34917" w="34923">
                  <a:moveTo>
                    <a:pt x="1" y="0"/>
                  </a:moveTo>
                  <a:lnTo>
                    <a:pt x="1" y="34917"/>
                  </a:lnTo>
                  <a:lnTo>
                    <a:pt x="34923" y="34917"/>
                  </a:lnTo>
                  <a:lnTo>
                    <a:pt x="349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27"/>
            <p:cNvSpPr/>
            <p:nvPr/>
          </p:nvSpPr>
          <p:spPr>
            <a:xfrm>
              <a:off x="753950"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0" name="Google Shape;5560;p27"/>
            <p:cNvSpPr/>
            <p:nvPr/>
          </p:nvSpPr>
          <p:spPr>
            <a:xfrm>
              <a:off x="1627000"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1" name="Google Shape;5561;p27"/>
            <p:cNvSpPr/>
            <p:nvPr/>
          </p:nvSpPr>
          <p:spPr>
            <a:xfrm>
              <a:off x="2500050" y="1984125"/>
              <a:ext cx="873000" cy="873025"/>
            </a:xfrm>
            <a:custGeom>
              <a:rect b="b" l="l" r="r" t="t"/>
              <a:pathLst>
                <a:path extrusionOk="0" h="34921" w="34920">
                  <a:moveTo>
                    <a:pt x="0" y="0"/>
                  </a:moveTo>
                  <a:lnTo>
                    <a:pt x="0" y="34921"/>
                  </a:lnTo>
                  <a:lnTo>
                    <a:pt x="34919" y="34921"/>
                  </a:lnTo>
                  <a:lnTo>
                    <a:pt x="34919" y="0"/>
                  </a:lnTo>
                  <a:close/>
                </a:path>
              </a:pathLst>
            </a:cu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27"/>
            <p:cNvSpPr/>
            <p:nvPr/>
          </p:nvSpPr>
          <p:spPr>
            <a:xfrm>
              <a:off x="3372944" y="1984125"/>
              <a:ext cx="873075" cy="873025"/>
            </a:xfrm>
            <a:custGeom>
              <a:rect b="b" l="l" r="r" t="t"/>
              <a:pathLst>
                <a:path extrusionOk="0" h="34921" w="34923">
                  <a:moveTo>
                    <a:pt x="0" y="0"/>
                  </a:moveTo>
                  <a:lnTo>
                    <a:pt x="0" y="34921"/>
                  </a:lnTo>
                  <a:lnTo>
                    <a:pt x="34922" y="34921"/>
                  </a:lnTo>
                  <a:lnTo>
                    <a:pt x="34922"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3" name="Google Shape;5563;p27"/>
            <p:cNvSpPr/>
            <p:nvPr/>
          </p:nvSpPr>
          <p:spPr>
            <a:xfrm>
              <a:off x="4245994" y="1984125"/>
              <a:ext cx="872975" cy="873025"/>
            </a:xfrm>
            <a:custGeom>
              <a:rect b="b" l="l" r="r" t="t"/>
              <a:pathLst>
                <a:path extrusionOk="0" h="34921" w="34919">
                  <a:moveTo>
                    <a:pt x="0" y="0"/>
                  </a:moveTo>
                  <a:lnTo>
                    <a:pt x="0" y="34921"/>
                  </a:lnTo>
                  <a:lnTo>
                    <a:pt x="34918" y="34921"/>
                  </a:lnTo>
                  <a:lnTo>
                    <a:pt x="34918" y="0"/>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4" name="Google Shape;5564;p27"/>
            <p:cNvSpPr/>
            <p:nvPr/>
          </p:nvSpPr>
          <p:spPr>
            <a:xfrm>
              <a:off x="5119025" y="1984125"/>
              <a:ext cx="873000" cy="873025"/>
            </a:xfrm>
            <a:custGeom>
              <a:rect b="b" l="l" r="r" t="t"/>
              <a:pathLst>
                <a:path extrusionOk="0" h="34921" w="34920">
                  <a:moveTo>
                    <a:pt x="0" y="0"/>
                  </a:moveTo>
                  <a:lnTo>
                    <a:pt x="0" y="34921"/>
                  </a:lnTo>
                  <a:lnTo>
                    <a:pt x="34920" y="34921"/>
                  </a:lnTo>
                  <a:lnTo>
                    <a:pt x="34920"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27"/>
            <p:cNvSpPr/>
            <p:nvPr/>
          </p:nvSpPr>
          <p:spPr>
            <a:xfrm>
              <a:off x="5992000" y="1984125"/>
              <a:ext cx="873075" cy="873025"/>
            </a:xfrm>
            <a:custGeom>
              <a:rect b="b" l="l" r="r" t="t"/>
              <a:pathLst>
                <a:path extrusionOk="0" h="34921" w="34923">
                  <a:moveTo>
                    <a:pt x="1" y="0"/>
                  </a:moveTo>
                  <a:lnTo>
                    <a:pt x="1" y="34921"/>
                  </a:lnTo>
                  <a:lnTo>
                    <a:pt x="34923" y="34921"/>
                  </a:lnTo>
                  <a:lnTo>
                    <a:pt x="34923" y="0"/>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p27"/>
            <p:cNvSpPr/>
            <p:nvPr/>
          </p:nvSpPr>
          <p:spPr>
            <a:xfrm>
              <a:off x="1627000" y="2857125"/>
              <a:ext cx="873075" cy="873125"/>
            </a:xfrm>
            <a:custGeom>
              <a:rect b="b" l="l" r="r" t="t"/>
              <a:pathLst>
                <a:path extrusionOk="0" h="34925" w="34923">
                  <a:moveTo>
                    <a:pt x="0" y="1"/>
                  </a:moveTo>
                  <a:lnTo>
                    <a:pt x="0" y="34924"/>
                  </a:lnTo>
                  <a:lnTo>
                    <a:pt x="34922" y="34924"/>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27"/>
            <p:cNvSpPr/>
            <p:nvPr/>
          </p:nvSpPr>
          <p:spPr>
            <a:xfrm>
              <a:off x="2499969" y="2857125"/>
              <a:ext cx="873000" cy="873125"/>
            </a:xfrm>
            <a:custGeom>
              <a:rect b="b" l="l" r="r" t="t"/>
              <a:pathLst>
                <a:path extrusionOk="0" h="34925" w="34920">
                  <a:moveTo>
                    <a:pt x="0" y="1"/>
                  </a:moveTo>
                  <a:lnTo>
                    <a:pt x="0" y="34924"/>
                  </a:lnTo>
                  <a:lnTo>
                    <a:pt x="34919" y="34924"/>
                  </a:lnTo>
                  <a:lnTo>
                    <a:pt x="3491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27"/>
            <p:cNvSpPr/>
            <p:nvPr/>
          </p:nvSpPr>
          <p:spPr>
            <a:xfrm>
              <a:off x="3372944" y="2857125"/>
              <a:ext cx="873075" cy="873125"/>
            </a:xfrm>
            <a:custGeom>
              <a:rect b="b" l="l" r="r" t="t"/>
              <a:pathLst>
                <a:path extrusionOk="0" h="34925" w="34923">
                  <a:moveTo>
                    <a:pt x="0" y="1"/>
                  </a:moveTo>
                  <a:lnTo>
                    <a:pt x="0" y="34924"/>
                  </a:lnTo>
                  <a:lnTo>
                    <a:pt x="34922" y="34924"/>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9" name="Google Shape;5569;p27"/>
            <p:cNvSpPr/>
            <p:nvPr/>
          </p:nvSpPr>
          <p:spPr>
            <a:xfrm>
              <a:off x="4246075" y="2857125"/>
              <a:ext cx="872975" cy="873125"/>
            </a:xfrm>
            <a:custGeom>
              <a:rect b="b" l="l" r="r" t="t"/>
              <a:pathLst>
                <a:path extrusionOk="0" h="34925" w="34919">
                  <a:moveTo>
                    <a:pt x="0" y="1"/>
                  </a:moveTo>
                  <a:lnTo>
                    <a:pt x="0" y="34924"/>
                  </a:lnTo>
                  <a:lnTo>
                    <a:pt x="34918" y="34924"/>
                  </a:lnTo>
                  <a:lnTo>
                    <a:pt x="3491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27"/>
            <p:cNvSpPr/>
            <p:nvPr/>
          </p:nvSpPr>
          <p:spPr>
            <a:xfrm>
              <a:off x="5119025" y="2857125"/>
              <a:ext cx="873000" cy="873125"/>
            </a:xfrm>
            <a:custGeom>
              <a:rect b="b" l="l" r="r" t="t"/>
              <a:pathLst>
                <a:path extrusionOk="0" h="34925" w="34920">
                  <a:moveTo>
                    <a:pt x="0" y="1"/>
                  </a:moveTo>
                  <a:lnTo>
                    <a:pt x="0" y="34924"/>
                  </a:lnTo>
                  <a:lnTo>
                    <a:pt x="34920" y="34924"/>
                  </a:lnTo>
                  <a:lnTo>
                    <a:pt x="34920"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27"/>
            <p:cNvSpPr/>
            <p:nvPr/>
          </p:nvSpPr>
          <p:spPr>
            <a:xfrm>
              <a:off x="2500050" y="3730175"/>
              <a:ext cx="873000" cy="872975"/>
            </a:xfrm>
            <a:custGeom>
              <a:rect b="b" l="l" r="r" t="t"/>
              <a:pathLst>
                <a:path extrusionOk="0" h="34919" w="34920">
                  <a:moveTo>
                    <a:pt x="0" y="1"/>
                  </a:moveTo>
                  <a:lnTo>
                    <a:pt x="0" y="34919"/>
                  </a:lnTo>
                  <a:lnTo>
                    <a:pt x="34919" y="34919"/>
                  </a:lnTo>
                  <a:lnTo>
                    <a:pt x="34919"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27"/>
            <p:cNvSpPr/>
            <p:nvPr/>
          </p:nvSpPr>
          <p:spPr>
            <a:xfrm>
              <a:off x="3373025" y="3730175"/>
              <a:ext cx="873075" cy="872975"/>
            </a:xfrm>
            <a:custGeom>
              <a:rect b="b" l="l" r="r" t="t"/>
              <a:pathLst>
                <a:path extrusionOk="0" h="34919" w="34923">
                  <a:moveTo>
                    <a:pt x="0" y="1"/>
                  </a:moveTo>
                  <a:lnTo>
                    <a:pt x="0" y="34919"/>
                  </a:lnTo>
                  <a:lnTo>
                    <a:pt x="34922" y="34919"/>
                  </a:lnTo>
                  <a:lnTo>
                    <a:pt x="3492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3" name="Google Shape;5573;p27"/>
            <p:cNvSpPr/>
            <p:nvPr/>
          </p:nvSpPr>
          <p:spPr>
            <a:xfrm>
              <a:off x="4246075" y="3730175"/>
              <a:ext cx="872975" cy="872975"/>
            </a:xfrm>
            <a:custGeom>
              <a:rect b="b" l="l" r="r" t="t"/>
              <a:pathLst>
                <a:path extrusionOk="0" h="34919" w="34919">
                  <a:moveTo>
                    <a:pt x="0" y="1"/>
                  </a:moveTo>
                  <a:lnTo>
                    <a:pt x="0" y="34919"/>
                  </a:lnTo>
                  <a:lnTo>
                    <a:pt x="34918" y="34919"/>
                  </a:lnTo>
                  <a:lnTo>
                    <a:pt x="34918"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4" name="Google Shape;5574;p27"/>
            <p:cNvSpPr/>
            <p:nvPr/>
          </p:nvSpPr>
          <p:spPr>
            <a:xfrm>
              <a:off x="3373025" y="4603125"/>
              <a:ext cx="873075" cy="873075"/>
            </a:xfrm>
            <a:custGeom>
              <a:rect b="b" l="l" r="r" t="t"/>
              <a:pathLst>
                <a:path extrusionOk="0" h="34923" w="34923">
                  <a:moveTo>
                    <a:pt x="0" y="1"/>
                  </a:moveTo>
                  <a:lnTo>
                    <a:pt x="0" y="34923"/>
                  </a:lnTo>
                  <a:lnTo>
                    <a:pt x="34922" y="34923"/>
                  </a:lnTo>
                  <a:lnTo>
                    <a:pt x="34922"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8" name="Shape 5578"/>
        <p:cNvGrpSpPr/>
        <p:nvPr/>
      </p:nvGrpSpPr>
      <p:grpSpPr>
        <a:xfrm>
          <a:off x="0" y="0"/>
          <a:ext cx="0" cy="0"/>
          <a:chOff x="0" y="0"/>
          <a:chExt cx="0" cy="0"/>
        </a:xfrm>
      </p:grpSpPr>
      <p:sp>
        <p:nvSpPr>
          <p:cNvPr id="5579" name="Google Shape;5579;p28"/>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Data Profile - Video Games</a:t>
            </a:r>
            <a:endParaRPr/>
          </a:p>
        </p:txBody>
      </p:sp>
      <p:graphicFrame>
        <p:nvGraphicFramePr>
          <p:cNvPr id="5580" name="Google Shape;5580;p28"/>
          <p:cNvGraphicFramePr/>
          <p:nvPr/>
        </p:nvGraphicFramePr>
        <p:xfrm>
          <a:off x="952500" y="1522890"/>
          <a:ext cx="3000000" cy="3000000"/>
        </p:xfrm>
        <a:graphic>
          <a:graphicData uri="http://schemas.openxmlformats.org/drawingml/2006/table">
            <a:tbl>
              <a:tblPr>
                <a:noFill/>
                <a:tableStyleId>{4E948CDF-DD57-4E37-9936-1336A2CDC555}</a:tableStyleId>
              </a:tblPr>
              <a:tblGrid>
                <a:gridCol w="1447800"/>
                <a:gridCol w="1447800"/>
                <a:gridCol w="1447800"/>
                <a:gridCol w="1447800"/>
                <a:gridCol w="1447800"/>
              </a:tblGrid>
              <a:tr h="516475">
                <a:tc>
                  <a:txBody>
                    <a:bodyPr/>
                    <a:lstStyle/>
                    <a:p>
                      <a:pPr indent="0" lvl="0" marL="0" rtl="0" algn="ctr">
                        <a:spcBef>
                          <a:spcPts val="0"/>
                        </a:spcBef>
                        <a:spcAft>
                          <a:spcPts val="0"/>
                        </a:spcAft>
                        <a:buNone/>
                      </a:pPr>
                      <a:r>
                        <a:rPr b="1" lang="en" sz="1100">
                          <a:solidFill>
                            <a:schemeClr val="accent6"/>
                          </a:solidFill>
                          <a:latin typeface="Orbitron"/>
                          <a:ea typeface="Orbitron"/>
                          <a:cs typeface="Orbitron"/>
                          <a:sym typeface="Orbitron"/>
                        </a:rPr>
                        <a:t>Title</a:t>
                      </a:r>
                      <a:endParaRPr b="1" sz="1100">
                        <a:solidFill>
                          <a:schemeClr val="accent6"/>
                        </a:solidFill>
                        <a:latin typeface="Orbitron"/>
                        <a:ea typeface="Orbitron"/>
                        <a:cs typeface="Orbitron"/>
                        <a:sym typeface="Orbitron"/>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100">
                          <a:solidFill>
                            <a:schemeClr val="accent6"/>
                          </a:solidFill>
                          <a:latin typeface="Orbitron"/>
                          <a:ea typeface="Orbitron"/>
                          <a:cs typeface="Orbitron"/>
                          <a:sym typeface="Orbitron"/>
                        </a:rPr>
                        <a:t>Release Date</a:t>
                      </a:r>
                      <a:endParaRPr b="1" sz="1100">
                        <a:solidFill>
                          <a:schemeClr val="accent6"/>
                        </a:solidFill>
                        <a:latin typeface="Orbitron"/>
                        <a:ea typeface="Orbitron"/>
                        <a:cs typeface="Orbitron"/>
                        <a:sym typeface="Orbitron"/>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100">
                          <a:solidFill>
                            <a:schemeClr val="accent6"/>
                          </a:solidFill>
                          <a:latin typeface="Orbitron"/>
                          <a:ea typeface="Orbitron"/>
                          <a:cs typeface="Orbitron"/>
                          <a:sym typeface="Orbitron"/>
                        </a:rPr>
                        <a:t>Rating</a:t>
                      </a:r>
                      <a:endParaRPr b="1" sz="1100">
                        <a:solidFill>
                          <a:schemeClr val="accent6"/>
                        </a:solidFill>
                        <a:latin typeface="Orbitron"/>
                        <a:ea typeface="Orbitron"/>
                        <a:cs typeface="Orbitron"/>
                        <a:sym typeface="Orbitron"/>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100">
                          <a:solidFill>
                            <a:schemeClr val="accent6"/>
                          </a:solidFill>
                          <a:latin typeface="Orbitron"/>
                          <a:ea typeface="Orbitron"/>
                          <a:cs typeface="Orbitron"/>
                          <a:sym typeface="Orbitron"/>
                        </a:rPr>
                        <a:t>Times Listed</a:t>
                      </a:r>
                      <a:endParaRPr b="1" sz="1100">
                        <a:solidFill>
                          <a:schemeClr val="accent6"/>
                        </a:solidFill>
                        <a:latin typeface="Orbitron"/>
                        <a:ea typeface="Orbitron"/>
                        <a:cs typeface="Orbitron"/>
                        <a:sym typeface="Orbitron"/>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b="1" lang="en" sz="1100">
                          <a:solidFill>
                            <a:schemeClr val="accent6"/>
                          </a:solidFill>
                          <a:latin typeface="Orbitron"/>
                          <a:ea typeface="Orbitron"/>
                          <a:cs typeface="Orbitron"/>
                          <a:sym typeface="Orbitron"/>
                        </a:rPr>
                        <a:t>Number of Reviews</a:t>
                      </a:r>
                      <a:endParaRPr b="1" sz="1100">
                        <a:solidFill>
                          <a:schemeClr val="accent6"/>
                        </a:solidFill>
                        <a:latin typeface="Orbitron"/>
                        <a:ea typeface="Orbitron"/>
                        <a:cs typeface="Orbitron"/>
                        <a:sym typeface="Orbitron"/>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solidFill>
                      <a:schemeClr val="accent1"/>
                    </a:solidFill>
                  </a:tcPr>
                </a:tc>
              </a:tr>
              <a:tr h="537075">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Elden Ring</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Advent Pro Medium"/>
                          <a:ea typeface="Advent Pro Medium"/>
                          <a:cs typeface="Advent Pro Medium"/>
                          <a:sym typeface="Advent Pro Medium"/>
                        </a:rPr>
                        <a:t>2/25/2022</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4.5/5</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3900</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3900</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r>
              <a:tr h="537075">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Hades</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12/10/2019</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4.3/5</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2900</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2900</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r>
              <a:tr h="537075">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Undertale</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Advent Pro Medium"/>
                          <a:ea typeface="Advent Pro Medium"/>
                          <a:cs typeface="Advent Pro Medium"/>
                          <a:sym typeface="Advent Pro Medium"/>
                        </a:rPr>
                        <a:t>9/15/2015</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4.2/5</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3500</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3500</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r>
              <a:tr h="537075">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Hollow Knight</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Advent Pro Medium"/>
                          <a:ea typeface="Advent Pro Medium"/>
                          <a:cs typeface="Advent Pro Medium"/>
                          <a:sym typeface="Advent Pro Medium"/>
                        </a:rPr>
                        <a:t>2/24/2017</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4.4/5</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3000</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Advent Pro Medium"/>
                          <a:ea typeface="Advent Pro Medium"/>
                          <a:cs typeface="Advent Pro Medium"/>
                          <a:sym typeface="Advent Pro Medium"/>
                        </a:rPr>
                        <a:t>3000</a:t>
                      </a:r>
                      <a:endParaRPr>
                        <a:solidFill>
                          <a:schemeClr val="lt1"/>
                        </a:solidFill>
                        <a:latin typeface="Advent Pro Medium"/>
                        <a:ea typeface="Advent Pro Medium"/>
                        <a:cs typeface="Advent Pro Medium"/>
                        <a:sym typeface="Advent Pro Medium"/>
                      </a:endParaRPr>
                    </a:p>
                  </a:txBody>
                  <a:tcPr marT="91425" marB="91425" marR="91425" marL="91425" anchor="ctr">
                    <a:lnL cap="flat" cmpd="sng" w="19050">
                      <a:solidFill>
                        <a:schemeClr val="accent1"/>
                      </a:solidFill>
                      <a:prstDash val="solid"/>
                      <a:round/>
                      <a:headEnd len="sm" w="sm" type="none"/>
                      <a:tailEnd len="sm" w="sm" type="none"/>
                    </a:lnL>
                    <a:lnR cap="flat" cmpd="sng" w="19050">
                      <a:solidFill>
                        <a:schemeClr val="accent1"/>
                      </a:solidFill>
                      <a:prstDash val="solid"/>
                      <a:round/>
                      <a:headEnd len="sm" w="sm" type="none"/>
                      <a:tailEnd len="sm" w="sm" type="none"/>
                    </a:lnR>
                    <a:lnT cap="flat" cmpd="sng" w="19050">
                      <a:solidFill>
                        <a:schemeClr val="accent1"/>
                      </a:solidFill>
                      <a:prstDash val="solid"/>
                      <a:round/>
                      <a:headEnd len="sm" w="sm" type="none"/>
                      <a:tailEnd len="sm" w="sm" type="none"/>
                    </a:lnT>
                    <a:lnB cap="flat" cmpd="sng" w="19050">
                      <a:solidFill>
                        <a:schemeClr val="accent1"/>
                      </a:solidFill>
                      <a:prstDash val="solid"/>
                      <a:round/>
                      <a:headEnd len="sm" w="sm" type="none"/>
                      <a:tailEnd len="sm" w="sm" type="none"/>
                    </a:lnB>
                  </a:tcPr>
                </a:tc>
              </a:tr>
            </a:tbl>
          </a:graphicData>
        </a:graphic>
      </p:graphicFrame>
      <p:sp>
        <p:nvSpPr>
          <p:cNvPr id="5581" name="Google Shape;5581;p28"/>
          <p:cNvSpPr/>
          <p:nvPr/>
        </p:nvSpPr>
        <p:spPr>
          <a:xfrm rot="-5400000">
            <a:off x="4557603" y="3280422"/>
            <a:ext cx="28800" cy="29442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2" name="Google Shape;5582;p28"/>
          <p:cNvSpPr/>
          <p:nvPr/>
        </p:nvSpPr>
        <p:spPr>
          <a:xfrm rot="-5400000">
            <a:off x="2393850" y="4711272"/>
            <a:ext cx="95400" cy="82500"/>
          </a:xfrm>
          <a:prstGeom prst="triangl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28"/>
          <p:cNvSpPr/>
          <p:nvPr/>
        </p:nvSpPr>
        <p:spPr>
          <a:xfrm rot="5400000">
            <a:off x="6654750" y="4711272"/>
            <a:ext cx="95400" cy="82500"/>
          </a:xfrm>
          <a:prstGeom prst="triangle">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84" name="Google Shape;5584;p28"/>
          <p:cNvGrpSpPr/>
          <p:nvPr/>
        </p:nvGrpSpPr>
        <p:grpSpPr>
          <a:xfrm rot="-5400000">
            <a:off x="2137596" y="535371"/>
            <a:ext cx="242781" cy="161857"/>
            <a:chOff x="2500050" y="3730175"/>
            <a:chExt cx="2619000" cy="1746025"/>
          </a:xfrm>
        </p:grpSpPr>
        <p:sp>
          <p:nvSpPr>
            <p:cNvPr id="5585" name="Google Shape;5585;p28"/>
            <p:cNvSpPr/>
            <p:nvPr/>
          </p:nvSpPr>
          <p:spPr>
            <a:xfrm>
              <a:off x="2500050" y="3730175"/>
              <a:ext cx="873000" cy="872975"/>
            </a:xfrm>
            <a:custGeom>
              <a:rect b="b" l="l" r="r" t="t"/>
              <a:pathLst>
                <a:path extrusionOk="0" h="34919" w="34920">
                  <a:moveTo>
                    <a:pt x="0" y="1"/>
                  </a:moveTo>
                  <a:lnTo>
                    <a:pt x="0" y="34919"/>
                  </a:lnTo>
                  <a:lnTo>
                    <a:pt x="34919" y="34919"/>
                  </a:lnTo>
                  <a:lnTo>
                    <a:pt x="3491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6" name="Google Shape;5586;p28"/>
            <p:cNvSpPr/>
            <p:nvPr/>
          </p:nvSpPr>
          <p:spPr>
            <a:xfrm>
              <a:off x="3373025" y="3730175"/>
              <a:ext cx="873075" cy="872975"/>
            </a:xfrm>
            <a:custGeom>
              <a:rect b="b" l="l" r="r" t="t"/>
              <a:pathLst>
                <a:path extrusionOk="0" h="34919" w="34923">
                  <a:moveTo>
                    <a:pt x="0" y="1"/>
                  </a:moveTo>
                  <a:lnTo>
                    <a:pt x="0" y="34919"/>
                  </a:lnTo>
                  <a:lnTo>
                    <a:pt x="34922" y="34919"/>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7" name="Google Shape;5587;p28"/>
            <p:cNvSpPr/>
            <p:nvPr/>
          </p:nvSpPr>
          <p:spPr>
            <a:xfrm>
              <a:off x="4246075" y="3730175"/>
              <a:ext cx="872975" cy="872975"/>
            </a:xfrm>
            <a:custGeom>
              <a:rect b="b" l="l" r="r" t="t"/>
              <a:pathLst>
                <a:path extrusionOk="0" h="34919" w="34919">
                  <a:moveTo>
                    <a:pt x="0" y="1"/>
                  </a:moveTo>
                  <a:lnTo>
                    <a:pt x="0" y="34919"/>
                  </a:lnTo>
                  <a:lnTo>
                    <a:pt x="34918" y="34919"/>
                  </a:lnTo>
                  <a:lnTo>
                    <a:pt x="34918"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8" name="Google Shape;5588;p28"/>
            <p:cNvSpPr/>
            <p:nvPr/>
          </p:nvSpPr>
          <p:spPr>
            <a:xfrm>
              <a:off x="3373025" y="4603125"/>
              <a:ext cx="873075" cy="873075"/>
            </a:xfrm>
            <a:custGeom>
              <a:rect b="b" l="l" r="r" t="t"/>
              <a:pathLst>
                <a:path extrusionOk="0" h="34923" w="34923">
                  <a:moveTo>
                    <a:pt x="0" y="1"/>
                  </a:moveTo>
                  <a:lnTo>
                    <a:pt x="0" y="34923"/>
                  </a:lnTo>
                  <a:lnTo>
                    <a:pt x="34922" y="34923"/>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89" name="Google Shape;5589;p28"/>
          <p:cNvGrpSpPr/>
          <p:nvPr/>
        </p:nvGrpSpPr>
        <p:grpSpPr>
          <a:xfrm rot="5400000">
            <a:off x="6763621" y="535371"/>
            <a:ext cx="242781" cy="161857"/>
            <a:chOff x="2500050" y="3730175"/>
            <a:chExt cx="2619000" cy="1746025"/>
          </a:xfrm>
        </p:grpSpPr>
        <p:sp>
          <p:nvSpPr>
            <p:cNvPr id="5590" name="Google Shape;5590;p28"/>
            <p:cNvSpPr/>
            <p:nvPr/>
          </p:nvSpPr>
          <p:spPr>
            <a:xfrm>
              <a:off x="2500050" y="3730175"/>
              <a:ext cx="873000" cy="872975"/>
            </a:xfrm>
            <a:custGeom>
              <a:rect b="b" l="l" r="r" t="t"/>
              <a:pathLst>
                <a:path extrusionOk="0" h="34919" w="34920">
                  <a:moveTo>
                    <a:pt x="0" y="1"/>
                  </a:moveTo>
                  <a:lnTo>
                    <a:pt x="0" y="34919"/>
                  </a:lnTo>
                  <a:lnTo>
                    <a:pt x="34919" y="34919"/>
                  </a:lnTo>
                  <a:lnTo>
                    <a:pt x="3491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1" name="Google Shape;5591;p28"/>
            <p:cNvSpPr/>
            <p:nvPr/>
          </p:nvSpPr>
          <p:spPr>
            <a:xfrm>
              <a:off x="3373025" y="3730175"/>
              <a:ext cx="873075" cy="872975"/>
            </a:xfrm>
            <a:custGeom>
              <a:rect b="b" l="l" r="r" t="t"/>
              <a:pathLst>
                <a:path extrusionOk="0" h="34919" w="34923">
                  <a:moveTo>
                    <a:pt x="0" y="1"/>
                  </a:moveTo>
                  <a:lnTo>
                    <a:pt x="0" y="34919"/>
                  </a:lnTo>
                  <a:lnTo>
                    <a:pt x="34922" y="34919"/>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28"/>
            <p:cNvSpPr/>
            <p:nvPr/>
          </p:nvSpPr>
          <p:spPr>
            <a:xfrm>
              <a:off x="4246075" y="3730175"/>
              <a:ext cx="872975" cy="872975"/>
            </a:xfrm>
            <a:custGeom>
              <a:rect b="b" l="l" r="r" t="t"/>
              <a:pathLst>
                <a:path extrusionOk="0" h="34919" w="34919">
                  <a:moveTo>
                    <a:pt x="0" y="1"/>
                  </a:moveTo>
                  <a:lnTo>
                    <a:pt x="0" y="34919"/>
                  </a:lnTo>
                  <a:lnTo>
                    <a:pt x="34918" y="34919"/>
                  </a:lnTo>
                  <a:lnTo>
                    <a:pt x="34918"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28"/>
            <p:cNvSpPr/>
            <p:nvPr/>
          </p:nvSpPr>
          <p:spPr>
            <a:xfrm>
              <a:off x="3373025" y="4603125"/>
              <a:ext cx="873075" cy="873075"/>
            </a:xfrm>
            <a:custGeom>
              <a:rect b="b" l="l" r="r" t="t"/>
              <a:pathLst>
                <a:path extrusionOk="0" h="34923" w="34923">
                  <a:moveTo>
                    <a:pt x="0" y="1"/>
                  </a:moveTo>
                  <a:lnTo>
                    <a:pt x="0" y="34923"/>
                  </a:lnTo>
                  <a:lnTo>
                    <a:pt x="34922" y="34923"/>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7" name="Shape 5597"/>
        <p:cNvGrpSpPr/>
        <p:nvPr/>
      </p:nvGrpSpPr>
      <p:grpSpPr>
        <a:xfrm>
          <a:off x="0" y="0"/>
          <a:ext cx="0" cy="0"/>
          <a:chOff x="0" y="0"/>
          <a:chExt cx="0" cy="0"/>
        </a:xfrm>
      </p:grpSpPr>
      <p:sp>
        <p:nvSpPr>
          <p:cNvPr id="5598" name="Google Shape;5598;p29"/>
          <p:cNvSpPr txBox="1"/>
          <p:nvPr>
            <p:ph idx="1" type="body"/>
          </p:nvPr>
        </p:nvSpPr>
        <p:spPr>
          <a:xfrm>
            <a:off x="778900" y="1013975"/>
            <a:ext cx="7789200" cy="35547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AutoNum type="arabicPeriod"/>
            </a:pPr>
            <a:r>
              <a:rPr lang="en" sz="1800"/>
              <a:t>Do games connected to a big series sell </a:t>
            </a:r>
            <a:r>
              <a:rPr lang="en" sz="1800"/>
              <a:t>more</a:t>
            </a:r>
            <a:r>
              <a:rPr lang="en" sz="1800"/>
              <a:t> than others?.</a:t>
            </a:r>
            <a:endParaRPr sz="1800"/>
          </a:p>
          <a:p>
            <a:pPr indent="-342900" lvl="0" marL="457200" rtl="0" algn="l">
              <a:lnSpc>
                <a:spcPct val="200000"/>
              </a:lnSpc>
              <a:spcBef>
                <a:spcPts val="0"/>
              </a:spcBef>
              <a:spcAft>
                <a:spcPts val="0"/>
              </a:spcAft>
              <a:buSzPts val="1800"/>
              <a:buAutoNum type="arabicPeriod"/>
            </a:pPr>
            <a:r>
              <a:rPr lang="en" sz="1800"/>
              <a:t>Is there a correlation between high rating and a high wishlist </a:t>
            </a:r>
            <a:r>
              <a:rPr lang="en" sz="1800"/>
              <a:t>amount</a:t>
            </a:r>
            <a:r>
              <a:rPr lang="en" sz="1800"/>
              <a:t>?</a:t>
            </a:r>
            <a:endParaRPr sz="1800"/>
          </a:p>
          <a:p>
            <a:pPr indent="-342900" lvl="0" marL="457200" rtl="0" algn="l">
              <a:lnSpc>
                <a:spcPct val="200000"/>
              </a:lnSpc>
              <a:spcBef>
                <a:spcPts val="0"/>
              </a:spcBef>
              <a:spcAft>
                <a:spcPts val="0"/>
              </a:spcAft>
              <a:buSzPts val="1800"/>
              <a:buAutoNum type="arabicPeriod"/>
            </a:pPr>
            <a:r>
              <a:rPr lang="en" sz="1800"/>
              <a:t>Do longer summaries correlate with higher ratings?</a:t>
            </a:r>
            <a:endParaRPr sz="1800"/>
          </a:p>
          <a:p>
            <a:pPr indent="0" lvl="0" marL="0" rtl="0" algn="l">
              <a:lnSpc>
                <a:spcPct val="200000"/>
              </a:lnSpc>
              <a:spcBef>
                <a:spcPts val="0"/>
              </a:spcBef>
              <a:spcAft>
                <a:spcPts val="0"/>
              </a:spcAft>
              <a:buNone/>
            </a:pPr>
            <a:r>
              <a:t/>
            </a:r>
            <a:endParaRPr sz="1800"/>
          </a:p>
        </p:txBody>
      </p:sp>
      <p:sp>
        <p:nvSpPr>
          <p:cNvPr id="5599" name="Google Shape;5599;p29"/>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General Questions</a:t>
            </a:r>
            <a:endParaRPr/>
          </a:p>
        </p:txBody>
      </p:sp>
      <p:grpSp>
        <p:nvGrpSpPr>
          <p:cNvPr id="5600" name="Google Shape;5600;p29"/>
          <p:cNvGrpSpPr/>
          <p:nvPr/>
        </p:nvGrpSpPr>
        <p:grpSpPr>
          <a:xfrm rot="-5400000">
            <a:off x="2137596" y="535371"/>
            <a:ext cx="242781" cy="161857"/>
            <a:chOff x="2500050" y="3730175"/>
            <a:chExt cx="2619000" cy="1746025"/>
          </a:xfrm>
        </p:grpSpPr>
        <p:sp>
          <p:nvSpPr>
            <p:cNvPr id="5601" name="Google Shape;5601;p29"/>
            <p:cNvSpPr/>
            <p:nvPr/>
          </p:nvSpPr>
          <p:spPr>
            <a:xfrm>
              <a:off x="2500050" y="3730175"/>
              <a:ext cx="873000" cy="872975"/>
            </a:xfrm>
            <a:custGeom>
              <a:rect b="b" l="l" r="r" t="t"/>
              <a:pathLst>
                <a:path extrusionOk="0" h="34919" w="34920">
                  <a:moveTo>
                    <a:pt x="0" y="1"/>
                  </a:moveTo>
                  <a:lnTo>
                    <a:pt x="0" y="34919"/>
                  </a:lnTo>
                  <a:lnTo>
                    <a:pt x="34919" y="34919"/>
                  </a:lnTo>
                  <a:lnTo>
                    <a:pt x="3491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29"/>
            <p:cNvSpPr/>
            <p:nvPr/>
          </p:nvSpPr>
          <p:spPr>
            <a:xfrm>
              <a:off x="3373025" y="3730175"/>
              <a:ext cx="873075" cy="872975"/>
            </a:xfrm>
            <a:custGeom>
              <a:rect b="b" l="l" r="r" t="t"/>
              <a:pathLst>
                <a:path extrusionOk="0" h="34919" w="34923">
                  <a:moveTo>
                    <a:pt x="0" y="1"/>
                  </a:moveTo>
                  <a:lnTo>
                    <a:pt x="0" y="34919"/>
                  </a:lnTo>
                  <a:lnTo>
                    <a:pt x="34922" y="34919"/>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29"/>
            <p:cNvSpPr/>
            <p:nvPr/>
          </p:nvSpPr>
          <p:spPr>
            <a:xfrm>
              <a:off x="4246075" y="3730175"/>
              <a:ext cx="872975" cy="872975"/>
            </a:xfrm>
            <a:custGeom>
              <a:rect b="b" l="l" r="r" t="t"/>
              <a:pathLst>
                <a:path extrusionOk="0" h="34919" w="34919">
                  <a:moveTo>
                    <a:pt x="0" y="1"/>
                  </a:moveTo>
                  <a:lnTo>
                    <a:pt x="0" y="34919"/>
                  </a:lnTo>
                  <a:lnTo>
                    <a:pt x="34918" y="34919"/>
                  </a:lnTo>
                  <a:lnTo>
                    <a:pt x="34918"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4" name="Google Shape;5604;p29"/>
            <p:cNvSpPr/>
            <p:nvPr/>
          </p:nvSpPr>
          <p:spPr>
            <a:xfrm>
              <a:off x="3373025" y="4603125"/>
              <a:ext cx="873075" cy="873075"/>
            </a:xfrm>
            <a:custGeom>
              <a:rect b="b" l="l" r="r" t="t"/>
              <a:pathLst>
                <a:path extrusionOk="0" h="34923" w="34923">
                  <a:moveTo>
                    <a:pt x="0" y="1"/>
                  </a:moveTo>
                  <a:lnTo>
                    <a:pt x="0" y="34923"/>
                  </a:lnTo>
                  <a:lnTo>
                    <a:pt x="34922" y="34923"/>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5" name="Google Shape;5605;p29"/>
          <p:cNvGrpSpPr/>
          <p:nvPr/>
        </p:nvGrpSpPr>
        <p:grpSpPr>
          <a:xfrm rot="5400000">
            <a:off x="6763621" y="535371"/>
            <a:ext cx="242781" cy="161857"/>
            <a:chOff x="2500050" y="3730175"/>
            <a:chExt cx="2619000" cy="1746025"/>
          </a:xfrm>
        </p:grpSpPr>
        <p:sp>
          <p:nvSpPr>
            <p:cNvPr id="5606" name="Google Shape;5606;p29"/>
            <p:cNvSpPr/>
            <p:nvPr/>
          </p:nvSpPr>
          <p:spPr>
            <a:xfrm>
              <a:off x="2500050" y="3730175"/>
              <a:ext cx="873000" cy="872975"/>
            </a:xfrm>
            <a:custGeom>
              <a:rect b="b" l="l" r="r" t="t"/>
              <a:pathLst>
                <a:path extrusionOk="0" h="34919" w="34920">
                  <a:moveTo>
                    <a:pt x="0" y="1"/>
                  </a:moveTo>
                  <a:lnTo>
                    <a:pt x="0" y="34919"/>
                  </a:lnTo>
                  <a:lnTo>
                    <a:pt x="34919" y="34919"/>
                  </a:lnTo>
                  <a:lnTo>
                    <a:pt x="3491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29"/>
            <p:cNvSpPr/>
            <p:nvPr/>
          </p:nvSpPr>
          <p:spPr>
            <a:xfrm>
              <a:off x="3373025" y="3730175"/>
              <a:ext cx="873075" cy="872975"/>
            </a:xfrm>
            <a:custGeom>
              <a:rect b="b" l="l" r="r" t="t"/>
              <a:pathLst>
                <a:path extrusionOk="0" h="34919" w="34923">
                  <a:moveTo>
                    <a:pt x="0" y="1"/>
                  </a:moveTo>
                  <a:lnTo>
                    <a:pt x="0" y="34919"/>
                  </a:lnTo>
                  <a:lnTo>
                    <a:pt x="34922" y="34919"/>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29"/>
            <p:cNvSpPr/>
            <p:nvPr/>
          </p:nvSpPr>
          <p:spPr>
            <a:xfrm>
              <a:off x="4246075" y="3730175"/>
              <a:ext cx="872975" cy="872975"/>
            </a:xfrm>
            <a:custGeom>
              <a:rect b="b" l="l" r="r" t="t"/>
              <a:pathLst>
                <a:path extrusionOk="0" h="34919" w="34919">
                  <a:moveTo>
                    <a:pt x="0" y="1"/>
                  </a:moveTo>
                  <a:lnTo>
                    <a:pt x="0" y="34919"/>
                  </a:lnTo>
                  <a:lnTo>
                    <a:pt x="34918" y="34919"/>
                  </a:lnTo>
                  <a:lnTo>
                    <a:pt x="34918"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9" name="Google Shape;5609;p29"/>
            <p:cNvSpPr/>
            <p:nvPr/>
          </p:nvSpPr>
          <p:spPr>
            <a:xfrm>
              <a:off x="3373025" y="4603125"/>
              <a:ext cx="873075" cy="873075"/>
            </a:xfrm>
            <a:custGeom>
              <a:rect b="b" l="l" r="r" t="t"/>
              <a:pathLst>
                <a:path extrusionOk="0" h="34923" w="34923">
                  <a:moveTo>
                    <a:pt x="0" y="1"/>
                  </a:moveTo>
                  <a:lnTo>
                    <a:pt x="0" y="34923"/>
                  </a:lnTo>
                  <a:lnTo>
                    <a:pt x="34922" y="34923"/>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3" name="Shape 5613"/>
        <p:cNvGrpSpPr/>
        <p:nvPr/>
      </p:nvGrpSpPr>
      <p:grpSpPr>
        <a:xfrm>
          <a:off x="0" y="0"/>
          <a:ext cx="0" cy="0"/>
          <a:chOff x="0" y="0"/>
          <a:chExt cx="0" cy="0"/>
        </a:xfrm>
      </p:grpSpPr>
      <p:sp>
        <p:nvSpPr>
          <p:cNvPr id="5614" name="Google Shape;5614;p30"/>
          <p:cNvSpPr txBox="1"/>
          <p:nvPr>
            <p:ph idx="1" type="body"/>
          </p:nvPr>
        </p:nvSpPr>
        <p:spPr>
          <a:xfrm>
            <a:off x="778900" y="1013975"/>
            <a:ext cx="7789200" cy="35547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t>Audience: The intended demographic is video game customers of all demographics.</a:t>
            </a:r>
            <a:endParaRPr sz="1800"/>
          </a:p>
          <a:p>
            <a:pPr indent="0" lvl="0" marL="0" rtl="0" algn="l">
              <a:lnSpc>
                <a:spcPct val="150000"/>
              </a:lnSpc>
              <a:spcBef>
                <a:spcPts val="0"/>
              </a:spcBef>
              <a:spcAft>
                <a:spcPts val="0"/>
              </a:spcAft>
              <a:buNone/>
            </a:pPr>
            <a:r>
              <a:t/>
            </a:r>
            <a:endParaRPr sz="1800"/>
          </a:p>
          <a:p>
            <a:pPr indent="0" lvl="0" marL="0" rtl="0" algn="l">
              <a:lnSpc>
                <a:spcPct val="150000"/>
              </a:lnSpc>
              <a:spcBef>
                <a:spcPts val="0"/>
              </a:spcBef>
              <a:spcAft>
                <a:spcPts val="0"/>
              </a:spcAft>
              <a:buNone/>
            </a:pPr>
            <a:r>
              <a:rPr lang="en" sz="1800"/>
              <a:t>Communication</a:t>
            </a:r>
            <a:r>
              <a:rPr lang="en" sz="1800"/>
              <a:t> Goal: The communication goal for this project is to understand to correlation between different aspects of gaming statistics to gain insights that may lead to higher buyer </a:t>
            </a:r>
            <a:r>
              <a:rPr lang="en" sz="1800"/>
              <a:t>satisfaction</a:t>
            </a:r>
            <a:r>
              <a:rPr lang="en" sz="1800"/>
              <a:t>.</a:t>
            </a:r>
            <a:endParaRPr sz="1800"/>
          </a:p>
        </p:txBody>
      </p:sp>
      <p:sp>
        <p:nvSpPr>
          <p:cNvPr id="5615" name="Google Shape;5615;p30"/>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Audience + </a:t>
            </a:r>
            <a:r>
              <a:rPr lang="en"/>
              <a:t>Communication</a:t>
            </a:r>
            <a:r>
              <a:rPr lang="en"/>
              <a:t> Goal</a:t>
            </a:r>
            <a:endParaRPr/>
          </a:p>
        </p:txBody>
      </p:sp>
      <p:grpSp>
        <p:nvGrpSpPr>
          <p:cNvPr id="5616" name="Google Shape;5616;p30"/>
          <p:cNvGrpSpPr/>
          <p:nvPr/>
        </p:nvGrpSpPr>
        <p:grpSpPr>
          <a:xfrm rot="-5400000">
            <a:off x="1682171" y="535371"/>
            <a:ext cx="242781" cy="161857"/>
            <a:chOff x="2500050" y="3730175"/>
            <a:chExt cx="2619000" cy="1746025"/>
          </a:xfrm>
        </p:grpSpPr>
        <p:sp>
          <p:nvSpPr>
            <p:cNvPr id="5617" name="Google Shape;5617;p30"/>
            <p:cNvSpPr/>
            <p:nvPr/>
          </p:nvSpPr>
          <p:spPr>
            <a:xfrm>
              <a:off x="2500050" y="3730175"/>
              <a:ext cx="873000" cy="872975"/>
            </a:xfrm>
            <a:custGeom>
              <a:rect b="b" l="l" r="r" t="t"/>
              <a:pathLst>
                <a:path extrusionOk="0" h="34919" w="34920">
                  <a:moveTo>
                    <a:pt x="0" y="1"/>
                  </a:moveTo>
                  <a:lnTo>
                    <a:pt x="0" y="34919"/>
                  </a:lnTo>
                  <a:lnTo>
                    <a:pt x="34919" y="34919"/>
                  </a:lnTo>
                  <a:lnTo>
                    <a:pt x="3491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30"/>
            <p:cNvSpPr/>
            <p:nvPr/>
          </p:nvSpPr>
          <p:spPr>
            <a:xfrm>
              <a:off x="3373025" y="3730175"/>
              <a:ext cx="873075" cy="872975"/>
            </a:xfrm>
            <a:custGeom>
              <a:rect b="b" l="l" r="r" t="t"/>
              <a:pathLst>
                <a:path extrusionOk="0" h="34919" w="34923">
                  <a:moveTo>
                    <a:pt x="0" y="1"/>
                  </a:moveTo>
                  <a:lnTo>
                    <a:pt x="0" y="34919"/>
                  </a:lnTo>
                  <a:lnTo>
                    <a:pt x="34922" y="34919"/>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30"/>
            <p:cNvSpPr/>
            <p:nvPr/>
          </p:nvSpPr>
          <p:spPr>
            <a:xfrm>
              <a:off x="4246075" y="3730175"/>
              <a:ext cx="872975" cy="872975"/>
            </a:xfrm>
            <a:custGeom>
              <a:rect b="b" l="l" r="r" t="t"/>
              <a:pathLst>
                <a:path extrusionOk="0" h="34919" w="34919">
                  <a:moveTo>
                    <a:pt x="0" y="1"/>
                  </a:moveTo>
                  <a:lnTo>
                    <a:pt x="0" y="34919"/>
                  </a:lnTo>
                  <a:lnTo>
                    <a:pt x="34918" y="34919"/>
                  </a:lnTo>
                  <a:lnTo>
                    <a:pt x="34918"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30"/>
            <p:cNvSpPr/>
            <p:nvPr/>
          </p:nvSpPr>
          <p:spPr>
            <a:xfrm>
              <a:off x="3373025" y="4603125"/>
              <a:ext cx="873075" cy="873075"/>
            </a:xfrm>
            <a:custGeom>
              <a:rect b="b" l="l" r="r" t="t"/>
              <a:pathLst>
                <a:path extrusionOk="0" h="34923" w="34923">
                  <a:moveTo>
                    <a:pt x="0" y="1"/>
                  </a:moveTo>
                  <a:lnTo>
                    <a:pt x="0" y="34923"/>
                  </a:lnTo>
                  <a:lnTo>
                    <a:pt x="34922" y="34923"/>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1" name="Google Shape;5621;p30"/>
          <p:cNvGrpSpPr/>
          <p:nvPr/>
        </p:nvGrpSpPr>
        <p:grpSpPr>
          <a:xfrm rot="5400000">
            <a:off x="7138671" y="535371"/>
            <a:ext cx="242781" cy="161857"/>
            <a:chOff x="2500050" y="3730175"/>
            <a:chExt cx="2619000" cy="1746025"/>
          </a:xfrm>
        </p:grpSpPr>
        <p:sp>
          <p:nvSpPr>
            <p:cNvPr id="5622" name="Google Shape;5622;p30"/>
            <p:cNvSpPr/>
            <p:nvPr/>
          </p:nvSpPr>
          <p:spPr>
            <a:xfrm>
              <a:off x="2500050" y="3730175"/>
              <a:ext cx="873000" cy="872975"/>
            </a:xfrm>
            <a:custGeom>
              <a:rect b="b" l="l" r="r" t="t"/>
              <a:pathLst>
                <a:path extrusionOk="0" h="34919" w="34920">
                  <a:moveTo>
                    <a:pt x="0" y="1"/>
                  </a:moveTo>
                  <a:lnTo>
                    <a:pt x="0" y="34919"/>
                  </a:lnTo>
                  <a:lnTo>
                    <a:pt x="34919" y="34919"/>
                  </a:lnTo>
                  <a:lnTo>
                    <a:pt x="34919"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3" name="Google Shape;5623;p30"/>
            <p:cNvSpPr/>
            <p:nvPr/>
          </p:nvSpPr>
          <p:spPr>
            <a:xfrm>
              <a:off x="3373025" y="3730175"/>
              <a:ext cx="873075" cy="872975"/>
            </a:xfrm>
            <a:custGeom>
              <a:rect b="b" l="l" r="r" t="t"/>
              <a:pathLst>
                <a:path extrusionOk="0" h="34919" w="34923">
                  <a:moveTo>
                    <a:pt x="0" y="1"/>
                  </a:moveTo>
                  <a:lnTo>
                    <a:pt x="0" y="34919"/>
                  </a:lnTo>
                  <a:lnTo>
                    <a:pt x="34922" y="34919"/>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30"/>
            <p:cNvSpPr/>
            <p:nvPr/>
          </p:nvSpPr>
          <p:spPr>
            <a:xfrm>
              <a:off x="4246075" y="3730175"/>
              <a:ext cx="872975" cy="872975"/>
            </a:xfrm>
            <a:custGeom>
              <a:rect b="b" l="l" r="r" t="t"/>
              <a:pathLst>
                <a:path extrusionOk="0" h="34919" w="34919">
                  <a:moveTo>
                    <a:pt x="0" y="1"/>
                  </a:moveTo>
                  <a:lnTo>
                    <a:pt x="0" y="34919"/>
                  </a:lnTo>
                  <a:lnTo>
                    <a:pt x="34918" y="34919"/>
                  </a:lnTo>
                  <a:lnTo>
                    <a:pt x="34918"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30"/>
            <p:cNvSpPr/>
            <p:nvPr/>
          </p:nvSpPr>
          <p:spPr>
            <a:xfrm>
              <a:off x="3373025" y="4603125"/>
              <a:ext cx="873075" cy="873075"/>
            </a:xfrm>
            <a:custGeom>
              <a:rect b="b" l="l" r="r" t="t"/>
              <a:pathLst>
                <a:path extrusionOk="0" h="34923" w="34923">
                  <a:moveTo>
                    <a:pt x="0" y="1"/>
                  </a:moveTo>
                  <a:lnTo>
                    <a:pt x="0" y="34923"/>
                  </a:lnTo>
                  <a:lnTo>
                    <a:pt x="34922" y="34923"/>
                  </a:lnTo>
                  <a:lnTo>
                    <a:pt x="34922" y="1"/>
                  </a:ln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9" name="Shape 5629"/>
        <p:cNvGrpSpPr/>
        <p:nvPr/>
      </p:nvGrpSpPr>
      <p:grpSpPr>
        <a:xfrm>
          <a:off x="0" y="0"/>
          <a:ext cx="0" cy="0"/>
          <a:chOff x="0" y="0"/>
          <a:chExt cx="0" cy="0"/>
        </a:xfrm>
      </p:grpSpPr>
      <p:sp>
        <p:nvSpPr>
          <p:cNvPr id="5630" name="Google Shape;5630;p31"/>
          <p:cNvSpPr txBox="1"/>
          <p:nvPr>
            <p:ph idx="1" type="body"/>
          </p:nvPr>
        </p:nvSpPr>
        <p:spPr>
          <a:xfrm>
            <a:off x="778900" y="1299275"/>
            <a:ext cx="3266100" cy="1639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Ratings seem to have no strong correlation with the length of </a:t>
            </a:r>
            <a:r>
              <a:rPr lang="en"/>
              <a:t>reviews</a:t>
            </a:r>
            <a:r>
              <a:rPr lang="en"/>
              <a:t>.</a:t>
            </a:r>
            <a:endParaRPr/>
          </a:p>
          <a:p>
            <a:pPr indent="-317500" lvl="0" marL="457200" rtl="0" algn="l">
              <a:spcBef>
                <a:spcPts val="0"/>
              </a:spcBef>
              <a:spcAft>
                <a:spcPts val="0"/>
              </a:spcAft>
              <a:buSzPts val="1400"/>
              <a:buChar char="-"/>
            </a:pPr>
            <a:r>
              <a:rPr lang="en"/>
              <a:t>Games of </a:t>
            </a:r>
            <a:r>
              <a:rPr lang="en"/>
              <a:t>similar</a:t>
            </a:r>
            <a:r>
              <a:rPr lang="en"/>
              <a:t> ratings span all level of review lengths</a:t>
            </a:r>
            <a:endParaRPr/>
          </a:p>
          <a:p>
            <a:pPr indent="-317500" lvl="0" marL="457200" rtl="0" algn="l">
              <a:spcBef>
                <a:spcPts val="0"/>
              </a:spcBef>
              <a:spcAft>
                <a:spcPts val="0"/>
              </a:spcAft>
              <a:buSzPts val="1400"/>
              <a:buChar char="-"/>
            </a:pPr>
            <a:r>
              <a:rPr lang="en"/>
              <a:t>Most long reviews are for highly reviewed games, and vice versa.</a:t>
            </a:r>
            <a:endParaRPr/>
          </a:p>
        </p:txBody>
      </p:sp>
      <p:sp>
        <p:nvSpPr>
          <p:cNvPr id="5631" name="Google Shape;5631;p31"/>
          <p:cNvSpPr txBox="1"/>
          <p:nvPr>
            <p:ph type="title"/>
          </p:nvPr>
        </p:nvSpPr>
        <p:spPr>
          <a:xfrm>
            <a:off x="778900" y="334850"/>
            <a:ext cx="7072500" cy="853200"/>
          </a:xfrm>
          <a:prstGeom prst="rect">
            <a:avLst/>
          </a:prstGeom>
        </p:spPr>
        <p:txBody>
          <a:bodyPr anchorCtr="0" anchor="b" bIns="91425" lIns="91425" spcFirstLastPara="1" rIns="91425" wrap="square" tIns="91425">
            <a:noAutofit/>
          </a:bodyPr>
          <a:lstStyle/>
          <a:p>
            <a:pPr indent="0" lvl="0" marL="457200" rtl="0" algn="l">
              <a:lnSpc>
                <a:spcPct val="200000"/>
              </a:lnSpc>
              <a:spcBef>
                <a:spcPts val="0"/>
              </a:spcBef>
              <a:spcAft>
                <a:spcPts val="0"/>
              </a:spcAft>
              <a:buNone/>
            </a:pPr>
            <a:r>
              <a:rPr lang="en" sz="1300"/>
              <a:t>Insight #1 - Do games with longer reviews </a:t>
            </a:r>
            <a:r>
              <a:rPr lang="en" sz="1300"/>
              <a:t>correlate</a:t>
            </a:r>
            <a:r>
              <a:rPr lang="en" sz="1300"/>
              <a:t> with higher ratings?</a:t>
            </a:r>
            <a:endParaRPr sz="1300"/>
          </a:p>
        </p:txBody>
      </p:sp>
      <p:pic>
        <p:nvPicPr>
          <p:cNvPr id="5632" name="Google Shape;5632;p31"/>
          <p:cNvPicPr preferRelativeResize="0"/>
          <p:nvPr/>
        </p:nvPicPr>
        <p:blipFill>
          <a:blip r:embed="rId3">
            <a:alphaModFix/>
          </a:blip>
          <a:stretch>
            <a:fillRect/>
          </a:stretch>
        </p:blipFill>
        <p:spPr>
          <a:xfrm>
            <a:off x="4626200" y="1188050"/>
            <a:ext cx="4105927" cy="3650650"/>
          </a:xfrm>
          <a:prstGeom prst="rect">
            <a:avLst/>
          </a:prstGeom>
          <a:noFill/>
          <a:ln>
            <a:noFill/>
          </a:ln>
        </p:spPr>
      </p:pic>
      <p:sp>
        <p:nvSpPr>
          <p:cNvPr id="5633" name="Google Shape;5633;p31"/>
          <p:cNvSpPr txBox="1"/>
          <p:nvPr/>
        </p:nvSpPr>
        <p:spPr>
          <a:xfrm>
            <a:off x="778900" y="2939075"/>
            <a:ext cx="3000000" cy="1585500"/>
          </a:xfrm>
          <a:prstGeom prst="rect">
            <a:avLst/>
          </a:prstGeom>
          <a:noFill/>
          <a:ln>
            <a:noFill/>
          </a:ln>
        </p:spPr>
        <p:txBody>
          <a:bodyPr anchorCtr="0" anchor="t" bIns="91425" lIns="91425" spcFirstLastPara="1" rIns="91425" wrap="square" tIns="91425">
            <a:spAutoFit/>
          </a:bodyPr>
          <a:lstStyle/>
          <a:p>
            <a:pPr indent="0" lvl="0" marL="457200" rtl="0" algn="l">
              <a:lnSpc>
                <a:spcPct val="200000"/>
              </a:lnSpc>
              <a:spcBef>
                <a:spcPts val="0"/>
              </a:spcBef>
              <a:spcAft>
                <a:spcPts val="0"/>
              </a:spcAft>
              <a:buNone/>
            </a:pPr>
            <a:r>
              <a:rPr lang="en" sz="1300">
                <a:solidFill>
                  <a:schemeClr val="accent1"/>
                </a:solidFill>
                <a:latin typeface="Orbitron ExtraBold"/>
                <a:ea typeface="Orbitron ExtraBold"/>
                <a:cs typeface="Orbitron ExtraBold"/>
                <a:sym typeface="Orbitron ExtraBold"/>
              </a:rPr>
              <a:t>This graph indicates that review length does not indicate game quality, majority of the time. </a:t>
            </a:r>
            <a:endParaRPr sz="1300">
              <a:solidFill>
                <a:schemeClr val="accent1"/>
              </a:solidFill>
              <a:latin typeface="Orbitron ExtraBold"/>
              <a:ea typeface="Orbitron ExtraBold"/>
              <a:cs typeface="Orbitron ExtraBold"/>
              <a:sym typeface="Orbitron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7" name="Shape 5637"/>
        <p:cNvGrpSpPr/>
        <p:nvPr/>
      </p:nvGrpSpPr>
      <p:grpSpPr>
        <a:xfrm>
          <a:off x="0" y="0"/>
          <a:ext cx="0" cy="0"/>
          <a:chOff x="0" y="0"/>
          <a:chExt cx="0" cy="0"/>
        </a:xfrm>
      </p:grpSpPr>
      <p:sp>
        <p:nvSpPr>
          <p:cNvPr id="5638" name="Google Shape;5638;p32"/>
          <p:cNvSpPr txBox="1"/>
          <p:nvPr>
            <p:ph idx="1" type="body"/>
          </p:nvPr>
        </p:nvSpPr>
        <p:spPr>
          <a:xfrm>
            <a:off x="398000" y="1301178"/>
            <a:ext cx="3505800" cy="25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latin typeface="Advent Pro"/>
                <a:ea typeface="Advent Pro"/>
                <a:cs typeface="Advent Pro"/>
                <a:sym typeface="Advent Pro"/>
              </a:rPr>
              <a:t>There is a strong correlation between the quality of a game and the amount of wishlist saves it has.</a:t>
            </a:r>
            <a:endParaRPr b="1" sz="1500">
              <a:latin typeface="Advent Pro"/>
              <a:ea typeface="Advent Pro"/>
              <a:cs typeface="Advent Pro"/>
              <a:sym typeface="Advent Pro"/>
            </a:endParaRPr>
          </a:p>
          <a:p>
            <a:pPr indent="0" lvl="0" marL="0" rtl="0" algn="l">
              <a:spcBef>
                <a:spcPts val="1600"/>
              </a:spcBef>
              <a:spcAft>
                <a:spcPts val="1600"/>
              </a:spcAft>
              <a:buNone/>
            </a:pPr>
            <a:r>
              <a:rPr b="1" lang="en" sz="1500">
                <a:latin typeface="Advent Pro"/>
                <a:ea typeface="Advent Pro"/>
                <a:cs typeface="Advent Pro"/>
                <a:sym typeface="Advent Pro"/>
              </a:rPr>
              <a:t>This </a:t>
            </a:r>
            <a:r>
              <a:rPr b="1" lang="en" sz="1500">
                <a:latin typeface="Advent Pro"/>
                <a:ea typeface="Advent Pro"/>
                <a:cs typeface="Advent Pro"/>
                <a:sym typeface="Advent Pro"/>
              </a:rPr>
              <a:t>indicates</a:t>
            </a:r>
            <a:r>
              <a:rPr b="1" lang="en" sz="1500">
                <a:latin typeface="Advent Pro"/>
                <a:ea typeface="Advent Pro"/>
                <a:cs typeface="Advent Pro"/>
                <a:sym typeface="Advent Pro"/>
              </a:rPr>
              <a:t> that high rated games may generate more buzz and conversation </a:t>
            </a:r>
            <a:r>
              <a:rPr b="1" lang="en" sz="1500">
                <a:latin typeface="Advent Pro"/>
                <a:ea typeface="Advent Pro"/>
                <a:cs typeface="Advent Pro"/>
                <a:sym typeface="Advent Pro"/>
              </a:rPr>
              <a:t>around</a:t>
            </a:r>
            <a:r>
              <a:rPr b="1" lang="en" sz="1500">
                <a:latin typeface="Advent Pro"/>
                <a:ea typeface="Advent Pro"/>
                <a:cs typeface="Advent Pro"/>
                <a:sym typeface="Advent Pro"/>
              </a:rPr>
              <a:t> them leading others to wish to buy it.</a:t>
            </a:r>
            <a:endParaRPr b="1" sz="1500">
              <a:latin typeface="Advent Pro"/>
              <a:ea typeface="Advent Pro"/>
              <a:cs typeface="Advent Pro"/>
              <a:sym typeface="Advent Pro"/>
            </a:endParaRPr>
          </a:p>
        </p:txBody>
      </p:sp>
      <p:sp>
        <p:nvSpPr>
          <p:cNvPr id="5639" name="Google Shape;5639;p32"/>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457200" rtl="0" algn="l">
              <a:lnSpc>
                <a:spcPct val="200000"/>
              </a:lnSpc>
              <a:spcBef>
                <a:spcPts val="0"/>
              </a:spcBef>
              <a:spcAft>
                <a:spcPts val="0"/>
              </a:spcAft>
              <a:buNone/>
            </a:pPr>
            <a:r>
              <a:rPr lang="en" sz="1300"/>
              <a:t>Insight #2 - Is there a correlation between high rating and high wishlist amount?</a:t>
            </a:r>
            <a:endParaRPr/>
          </a:p>
        </p:txBody>
      </p:sp>
      <p:pic>
        <p:nvPicPr>
          <p:cNvPr id="5640" name="Google Shape;5640;p32"/>
          <p:cNvPicPr preferRelativeResize="0"/>
          <p:nvPr/>
        </p:nvPicPr>
        <p:blipFill>
          <a:blip r:embed="rId3">
            <a:alphaModFix/>
          </a:blip>
          <a:stretch>
            <a:fillRect/>
          </a:stretch>
        </p:blipFill>
        <p:spPr>
          <a:xfrm>
            <a:off x="4209175" y="865325"/>
            <a:ext cx="4459723" cy="3973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4" name="Shape 5644"/>
        <p:cNvGrpSpPr/>
        <p:nvPr/>
      </p:nvGrpSpPr>
      <p:grpSpPr>
        <a:xfrm>
          <a:off x="0" y="0"/>
          <a:ext cx="0" cy="0"/>
          <a:chOff x="0" y="0"/>
          <a:chExt cx="0" cy="0"/>
        </a:xfrm>
      </p:grpSpPr>
      <p:sp>
        <p:nvSpPr>
          <p:cNvPr id="5645" name="Google Shape;5645;p33"/>
          <p:cNvSpPr txBox="1"/>
          <p:nvPr>
            <p:ph idx="1" type="body"/>
          </p:nvPr>
        </p:nvSpPr>
        <p:spPr>
          <a:xfrm>
            <a:off x="398000" y="1301178"/>
            <a:ext cx="3505800" cy="2582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Font typeface="Advent Pro"/>
              <a:buChar char="-"/>
            </a:pPr>
            <a:r>
              <a:rPr b="1" lang="en" sz="1500">
                <a:latin typeface="Advent Pro"/>
                <a:ea typeface="Advent Pro"/>
                <a:cs typeface="Advent Pro"/>
                <a:sym typeface="Advent Pro"/>
              </a:rPr>
              <a:t>There is no strong correlation </a:t>
            </a:r>
            <a:r>
              <a:rPr b="1" lang="en" sz="1500">
                <a:latin typeface="Advent Pro"/>
                <a:ea typeface="Advent Pro"/>
                <a:cs typeface="Advent Pro"/>
                <a:sym typeface="Advent Pro"/>
              </a:rPr>
              <a:t>between</a:t>
            </a:r>
            <a:r>
              <a:rPr b="1" lang="en" sz="1500">
                <a:latin typeface="Advent Pro"/>
                <a:ea typeface="Advent Pro"/>
                <a:cs typeface="Advent Pro"/>
                <a:sym typeface="Advent Pro"/>
              </a:rPr>
              <a:t> rating and summary length. The </a:t>
            </a:r>
            <a:r>
              <a:rPr b="1" lang="en" sz="1500">
                <a:latin typeface="Advent Pro"/>
                <a:ea typeface="Advent Pro"/>
                <a:cs typeface="Advent Pro"/>
                <a:sym typeface="Advent Pro"/>
              </a:rPr>
              <a:t>correlation</a:t>
            </a:r>
            <a:r>
              <a:rPr b="1" lang="en" sz="1500">
                <a:latin typeface="Advent Pro"/>
                <a:ea typeface="Advent Pro"/>
                <a:cs typeface="Advent Pro"/>
                <a:sym typeface="Advent Pro"/>
              </a:rPr>
              <a:t> here is much less concrete than in insight #1 </a:t>
            </a:r>
            <a:r>
              <a:rPr b="1" lang="en" sz="1500">
                <a:latin typeface="Advent Pro"/>
                <a:ea typeface="Advent Pro"/>
                <a:cs typeface="Advent Pro"/>
                <a:sym typeface="Advent Pro"/>
              </a:rPr>
              <a:t>referring</a:t>
            </a:r>
            <a:r>
              <a:rPr b="1" lang="en" sz="1500">
                <a:latin typeface="Advent Pro"/>
                <a:ea typeface="Advent Pro"/>
                <a:cs typeface="Advent Pro"/>
                <a:sym typeface="Advent Pro"/>
              </a:rPr>
              <a:t> to review length. This most likely is because this is less about customer opinion and more about what the objective description of the game is. </a:t>
            </a:r>
            <a:endParaRPr b="1" sz="1500">
              <a:latin typeface="Advent Pro"/>
              <a:ea typeface="Advent Pro"/>
              <a:cs typeface="Advent Pro"/>
              <a:sym typeface="Advent Pro"/>
            </a:endParaRPr>
          </a:p>
          <a:p>
            <a:pPr indent="0" lvl="0" marL="457200" rtl="0" algn="l">
              <a:spcBef>
                <a:spcPts val="1600"/>
              </a:spcBef>
              <a:spcAft>
                <a:spcPts val="0"/>
              </a:spcAft>
              <a:buNone/>
            </a:pPr>
            <a:r>
              <a:t/>
            </a:r>
            <a:endParaRPr b="1" sz="1500">
              <a:latin typeface="Advent Pro"/>
              <a:ea typeface="Advent Pro"/>
              <a:cs typeface="Advent Pro"/>
              <a:sym typeface="Advent Pro"/>
            </a:endParaRPr>
          </a:p>
          <a:p>
            <a:pPr indent="-323850" lvl="0" marL="457200" rtl="0" algn="l">
              <a:spcBef>
                <a:spcPts val="1600"/>
              </a:spcBef>
              <a:spcAft>
                <a:spcPts val="0"/>
              </a:spcAft>
              <a:buSzPts val="1500"/>
              <a:buFont typeface="Advent Pro"/>
              <a:buChar char="-"/>
            </a:pPr>
            <a:r>
              <a:rPr b="1" lang="en" sz="1500">
                <a:latin typeface="Advent Pro"/>
                <a:ea typeface="Advent Pro"/>
                <a:cs typeface="Advent Pro"/>
                <a:sym typeface="Advent Pro"/>
              </a:rPr>
              <a:t>This could also indicate that game depth or </a:t>
            </a:r>
            <a:r>
              <a:rPr b="1" lang="en" sz="1500">
                <a:latin typeface="Advent Pro"/>
                <a:ea typeface="Advent Pro"/>
                <a:cs typeface="Advent Pro"/>
                <a:sym typeface="Advent Pro"/>
              </a:rPr>
              <a:t>complexity</a:t>
            </a:r>
            <a:r>
              <a:rPr b="1" lang="en" sz="1500">
                <a:latin typeface="Advent Pro"/>
                <a:ea typeface="Advent Pro"/>
                <a:cs typeface="Advent Pro"/>
                <a:sym typeface="Advent Pro"/>
              </a:rPr>
              <a:t> does not have any impact on customer </a:t>
            </a:r>
            <a:r>
              <a:rPr b="1" lang="en" sz="1500">
                <a:latin typeface="Advent Pro"/>
                <a:ea typeface="Advent Pro"/>
                <a:cs typeface="Advent Pro"/>
                <a:sym typeface="Advent Pro"/>
              </a:rPr>
              <a:t>satisfaction</a:t>
            </a:r>
            <a:r>
              <a:rPr b="1" lang="en" sz="1500">
                <a:latin typeface="Advent Pro"/>
                <a:ea typeface="Advent Pro"/>
                <a:cs typeface="Advent Pro"/>
                <a:sym typeface="Advent Pro"/>
              </a:rPr>
              <a:t>.</a:t>
            </a:r>
            <a:endParaRPr b="1" sz="1500">
              <a:latin typeface="Advent Pro"/>
              <a:ea typeface="Advent Pro"/>
              <a:cs typeface="Advent Pro"/>
              <a:sym typeface="Advent Pro"/>
            </a:endParaRPr>
          </a:p>
        </p:txBody>
      </p:sp>
      <p:sp>
        <p:nvSpPr>
          <p:cNvPr id="5646" name="Google Shape;5646;p33"/>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457200" rtl="0" algn="l">
              <a:lnSpc>
                <a:spcPct val="200000"/>
              </a:lnSpc>
              <a:spcBef>
                <a:spcPts val="0"/>
              </a:spcBef>
              <a:spcAft>
                <a:spcPts val="0"/>
              </a:spcAft>
              <a:buNone/>
            </a:pPr>
            <a:r>
              <a:rPr lang="en" sz="1300"/>
              <a:t>Insight #3 - Do longer summaries equate to higher </a:t>
            </a:r>
            <a:r>
              <a:rPr lang="en" sz="1300"/>
              <a:t>reviews</a:t>
            </a:r>
            <a:r>
              <a:rPr lang="en" sz="1300"/>
              <a:t>?</a:t>
            </a:r>
            <a:endParaRPr/>
          </a:p>
        </p:txBody>
      </p:sp>
      <p:pic>
        <p:nvPicPr>
          <p:cNvPr id="5647" name="Google Shape;5647;p33"/>
          <p:cNvPicPr preferRelativeResize="0"/>
          <p:nvPr/>
        </p:nvPicPr>
        <p:blipFill>
          <a:blip r:embed="rId3">
            <a:alphaModFix/>
          </a:blip>
          <a:stretch>
            <a:fillRect/>
          </a:stretch>
        </p:blipFill>
        <p:spPr>
          <a:xfrm>
            <a:off x="4411225" y="865325"/>
            <a:ext cx="4421080" cy="3973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1" name="Shape 5651"/>
        <p:cNvGrpSpPr/>
        <p:nvPr/>
      </p:nvGrpSpPr>
      <p:grpSpPr>
        <a:xfrm>
          <a:off x="0" y="0"/>
          <a:ext cx="0" cy="0"/>
          <a:chOff x="0" y="0"/>
          <a:chExt cx="0" cy="0"/>
        </a:xfrm>
      </p:grpSpPr>
      <p:sp>
        <p:nvSpPr>
          <p:cNvPr id="5652" name="Google Shape;5652;p34"/>
          <p:cNvSpPr txBox="1"/>
          <p:nvPr>
            <p:ph idx="1" type="body"/>
          </p:nvPr>
        </p:nvSpPr>
        <p:spPr>
          <a:xfrm>
            <a:off x="398000" y="979724"/>
            <a:ext cx="3505800" cy="35820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b="1" sz="1500">
              <a:latin typeface="Advent Pro"/>
              <a:ea typeface="Advent Pro"/>
              <a:cs typeface="Advent Pro"/>
              <a:sym typeface="Advent Pro"/>
            </a:endParaRPr>
          </a:p>
          <a:p>
            <a:pPr indent="-323850" lvl="0" marL="457200" rtl="0" algn="l">
              <a:spcBef>
                <a:spcPts val="1600"/>
              </a:spcBef>
              <a:spcAft>
                <a:spcPts val="0"/>
              </a:spcAft>
              <a:buSzPts val="1500"/>
              <a:buFont typeface="Advent Pro"/>
              <a:buChar char="-"/>
            </a:pPr>
            <a:r>
              <a:rPr b="1" lang="en" sz="1500">
                <a:latin typeface="Advent Pro"/>
                <a:ea typeface="Advent Pro"/>
                <a:cs typeface="Advent Pro"/>
                <a:sym typeface="Advent Pro"/>
              </a:rPr>
              <a:t>There seems to be no </a:t>
            </a:r>
            <a:r>
              <a:rPr b="1" lang="en" sz="1500">
                <a:latin typeface="Advent Pro"/>
                <a:ea typeface="Advent Pro"/>
                <a:cs typeface="Advent Pro"/>
                <a:sym typeface="Advent Pro"/>
              </a:rPr>
              <a:t>strong correlation between the size of teams and the rating the game obtains. All 3 standard team sizes obtain a wide range of ratings. Although 3 has the lowest sample size, it does have the highest average rating</a:t>
            </a:r>
            <a:endParaRPr b="1" sz="1500">
              <a:latin typeface="Advent Pro"/>
              <a:ea typeface="Advent Pro"/>
              <a:cs typeface="Advent Pro"/>
              <a:sym typeface="Advent Pro"/>
            </a:endParaRPr>
          </a:p>
          <a:p>
            <a:pPr indent="0" lvl="0" marL="0" rtl="0" algn="l">
              <a:spcBef>
                <a:spcPts val="1600"/>
              </a:spcBef>
              <a:spcAft>
                <a:spcPts val="0"/>
              </a:spcAft>
              <a:buNone/>
            </a:pPr>
            <a:r>
              <a:t/>
            </a:r>
            <a:endParaRPr b="1" sz="1500">
              <a:latin typeface="Advent Pro"/>
              <a:ea typeface="Advent Pro"/>
              <a:cs typeface="Advent Pro"/>
              <a:sym typeface="Advent Pro"/>
            </a:endParaRPr>
          </a:p>
          <a:p>
            <a:pPr indent="-323850" lvl="0" marL="457200" rtl="0" algn="l">
              <a:spcBef>
                <a:spcPts val="1600"/>
              </a:spcBef>
              <a:spcAft>
                <a:spcPts val="0"/>
              </a:spcAft>
              <a:buSzPts val="1500"/>
              <a:buFont typeface="Advent Pro"/>
              <a:buChar char="-"/>
            </a:pPr>
            <a:r>
              <a:rPr b="1" lang="en" sz="1500">
                <a:latin typeface="Advent Pro"/>
                <a:ea typeface="Advent Pro"/>
                <a:cs typeface="Advent Pro"/>
                <a:sym typeface="Advent Pro"/>
              </a:rPr>
              <a:t>This graph indicates that team size does not generally matter for game quality.</a:t>
            </a:r>
            <a:endParaRPr b="1" sz="1500">
              <a:latin typeface="Advent Pro"/>
              <a:ea typeface="Advent Pro"/>
              <a:cs typeface="Advent Pro"/>
              <a:sym typeface="Advent Pro"/>
            </a:endParaRPr>
          </a:p>
        </p:txBody>
      </p:sp>
      <p:sp>
        <p:nvSpPr>
          <p:cNvPr id="5653" name="Google Shape;5653;p34"/>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457200" rtl="0" algn="l">
              <a:lnSpc>
                <a:spcPct val="200000"/>
              </a:lnSpc>
              <a:spcBef>
                <a:spcPts val="0"/>
              </a:spcBef>
              <a:spcAft>
                <a:spcPts val="0"/>
              </a:spcAft>
              <a:buNone/>
            </a:pPr>
            <a:r>
              <a:rPr lang="en" sz="1400"/>
              <a:t>Insight #4 - Do games with bigger teams behind them get higher ratings?</a:t>
            </a:r>
            <a:endParaRPr sz="2200"/>
          </a:p>
        </p:txBody>
      </p:sp>
      <p:pic>
        <p:nvPicPr>
          <p:cNvPr id="5654" name="Google Shape;5654;p34"/>
          <p:cNvPicPr preferRelativeResize="0"/>
          <p:nvPr/>
        </p:nvPicPr>
        <p:blipFill>
          <a:blip r:embed="rId3">
            <a:alphaModFix/>
          </a:blip>
          <a:stretch>
            <a:fillRect/>
          </a:stretch>
        </p:blipFill>
        <p:spPr>
          <a:xfrm>
            <a:off x="4565175" y="865325"/>
            <a:ext cx="4138170" cy="3973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8" name="Shape 5658"/>
        <p:cNvGrpSpPr/>
        <p:nvPr/>
      </p:nvGrpSpPr>
      <p:grpSpPr>
        <a:xfrm>
          <a:off x="0" y="0"/>
          <a:ext cx="0" cy="0"/>
          <a:chOff x="0" y="0"/>
          <a:chExt cx="0" cy="0"/>
        </a:xfrm>
      </p:grpSpPr>
      <p:sp>
        <p:nvSpPr>
          <p:cNvPr id="5659" name="Google Shape;5659;p35"/>
          <p:cNvSpPr txBox="1"/>
          <p:nvPr>
            <p:ph idx="1" type="body"/>
          </p:nvPr>
        </p:nvSpPr>
        <p:spPr>
          <a:xfrm>
            <a:off x="244900" y="574475"/>
            <a:ext cx="3643200" cy="2582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b="1" sz="1500">
              <a:latin typeface="Advent Pro"/>
              <a:ea typeface="Advent Pro"/>
              <a:cs typeface="Advent Pro"/>
              <a:sym typeface="Advent Pro"/>
            </a:endParaRPr>
          </a:p>
          <a:p>
            <a:pPr indent="-323850" lvl="0" marL="457200" rtl="0" algn="l">
              <a:lnSpc>
                <a:spcPct val="115000"/>
              </a:lnSpc>
              <a:spcBef>
                <a:spcPts val="1600"/>
              </a:spcBef>
              <a:spcAft>
                <a:spcPts val="0"/>
              </a:spcAft>
              <a:buSzPts val="1500"/>
              <a:buFont typeface="Advent Pro"/>
              <a:buChar char="-"/>
            </a:pPr>
            <a:r>
              <a:rPr b="1" lang="en" sz="1500">
                <a:latin typeface="Advent Pro"/>
                <a:ea typeface="Advent Pro"/>
                <a:cs typeface="Advent Pro"/>
                <a:sym typeface="Advent Pro"/>
              </a:rPr>
              <a:t>The most common genre combination is Adventure/RPG by a significant margin, then followed by Adventure/Platform and Adventure/Shooter. Adventure as a base genre appears consistently across nearly all top combinations, suggesting it is the dominant genre in the dataset. Pure single-genre games like just 'Shooter' or 'Adventure' alone still rank in the top 10, but most games tend to blend multiple genres together.</a:t>
            </a:r>
            <a:endParaRPr b="1" sz="1500">
              <a:latin typeface="Advent Pro"/>
              <a:ea typeface="Advent Pro"/>
              <a:cs typeface="Advent Pro"/>
              <a:sym typeface="Advent Pro"/>
            </a:endParaRPr>
          </a:p>
          <a:p>
            <a:pPr indent="-323850" lvl="0" marL="457200" rtl="0" algn="l">
              <a:lnSpc>
                <a:spcPct val="115000"/>
              </a:lnSpc>
              <a:spcBef>
                <a:spcPts val="0"/>
              </a:spcBef>
              <a:spcAft>
                <a:spcPts val="0"/>
              </a:spcAft>
              <a:buSzPts val="1500"/>
              <a:buFont typeface="Advent Pro"/>
              <a:buChar char="-"/>
            </a:pPr>
            <a:r>
              <a:rPr b="1" lang="en" sz="1500">
                <a:latin typeface="Advent Pro"/>
                <a:ea typeface="Advent Pro"/>
                <a:cs typeface="Advent Pro"/>
                <a:sym typeface="Advent Pro"/>
              </a:rPr>
              <a:t>This graph indicates that Adventure is the backbone genre of the dataset, and developers rarely release games under a single genre label.</a:t>
            </a:r>
            <a:endParaRPr b="1" sz="1500">
              <a:latin typeface="Advent Pro"/>
              <a:ea typeface="Advent Pro"/>
              <a:cs typeface="Advent Pro"/>
              <a:sym typeface="Advent Pro"/>
            </a:endParaRPr>
          </a:p>
          <a:p>
            <a:pPr indent="0" lvl="0" marL="457200" rtl="0" algn="l">
              <a:spcBef>
                <a:spcPts val="1200"/>
              </a:spcBef>
              <a:spcAft>
                <a:spcPts val="1600"/>
              </a:spcAft>
              <a:buNone/>
            </a:pPr>
            <a:r>
              <a:t/>
            </a:r>
            <a:endParaRPr b="1" sz="1500">
              <a:latin typeface="Advent Pro"/>
              <a:ea typeface="Advent Pro"/>
              <a:cs typeface="Advent Pro"/>
              <a:sym typeface="Advent Pro"/>
            </a:endParaRPr>
          </a:p>
        </p:txBody>
      </p:sp>
      <p:sp>
        <p:nvSpPr>
          <p:cNvPr id="5660" name="Google Shape;5660;p35"/>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457200" rtl="0" algn="l">
              <a:lnSpc>
                <a:spcPct val="200000"/>
              </a:lnSpc>
              <a:spcBef>
                <a:spcPts val="0"/>
              </a:spcBef>
              <a:spcAft>
                <a:spcPts val="0"/>
              </a:spcAft>
              <a:buNone/>
            </a:pPr>
            <a:r>
              <a:rPr lang="en" sz="1300"/>
              <a:t>Insight #5 - What is the most common genre?</a:t>
            </a:r>
            <a:endParaRPr/>
          </a:p>
        </p:txBody>
      </p:sp>
      <p:pic>
        <p:nvPicPr>
          <p:cNvPr id="5661" name="Google Shape;5661;p35"/>
          <p:cNvPicPr preferRelativeResize="0"/>
          <p:nvPr/>
        </p:nvPicPr>
        <p:blipFill>
          <a:blip r:embed="rId3">
            <a:alphaModFix/>
          </a:blip>
          <a:stretch>
            <a:fillRect/>
          </a:stretch>
        </p:blipFill>
        <p:spPr>
          <a:xfrm>
            <a:off x="4041575" y="1383038"/>
            <a:ext cx="4935400" cy="237741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5" name="Shape 5665"/>
        <p:cNvGrpSpPr/>
        <p:nvPr/>
      </p:nvGrpSpPr>
      <p:grpSpPr>
        <a:xfrm>
          <a:off x="0" y="0"/>
          <a:ext cx="0" cy="0"/>
          <a:chOff x="0" y="0"/>
          <a:chExt cx="0" cy="0"/>
        </a:xfrm>
      </p:grpSpPr>
      <p:sp>
        <p:nvSpPr>
          <p:cNvPr id="5666" name="Google Shape;5666;p36"/>
          <p:cNvSpPr txBox="1"/>
          <p:nvPr>
            <p:ph idx="1" type="body"/>
          </p:nvPr>
        </p:nvSpPr>
        <p:spPr>
          <a:xfrm>
            <a:off x="398000" y="1017728"/>
            <a:ext cx="3505800" cy="258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sz="1500">
              <a:latin typeface="Advent Pro"/>
              <a:ea typeface="Advent Pro"/>
              <a:cs typeface="Advent Pro"/>
              <a:sym typeface="Advent Pro"/>
            </a:endParaRPr>
          </a:p>
          <a:p>
            <a:pPr indent="-323850" lvl="0" marL="457200" rtl="0" algn="l">
              <a:spcBef>
                <a:spcPts val="1600"/>
              </a:spcBef>
              <a:spcAft>
                <a:spcPts val="0"/>
              </a:spcAft>
              <a:buSzPts val="1500"/>
              <a:buFont typeface="Advent Pro"/>
              <a:buChar char="-"/>
            </a:pPr>
            <a:r>
              <a:rPr b="1" lang="en" sz="1500">
                <a:latin typeface="Advent Pro"/>
                <a:ea typeface="Advent Pro"/>
                <a:cs typeface="Advent Pro"/>
                <a:sym typeface="Advent Pro"/>
              </a:rPr>
              <a:t>A vast majority of video game ratings are concentrated between ~3.3+ to the 4 range. The number of ratings seem to strongly taper off when getting closer to the ~4.7 range or higher. The same can be sad for the inverse as it approaches the 3 rating range. </a:t>
            </a:r>
            <a:endParaRPr b="1" sz="1500">
              <a:latin typeface="Advent Pro"/>
              <a:ea typeface="Advent Pro"/>
              <a:cs typeface="Advent Pro"/>
              <a:sym typeface="Advent Pro"/>
            </a:endParaRPr>
          </a:p>
          <a:p>
            <a:pPr indent="0" lvl="0" marL="457200" rtl="0" algn="l">
              <a:spcBef>
                <a:spcPts val="1600"/>
              </a:spcBef>
              <a:spcAft>
                <a:spcPts val="0"/>
              </a:spcAft>
              <a:buNone/>
            </a:pPr>
            <a:r>
              <a:t/>
            </a:r>
            <a:endParaRPr b="1" sz="1500">
              <a:latin typeface="Advent Pro"/>
              <a:ea typeface="Advent Pro"/>
              <a:cs typeface="Advent Pro"/>
              <a:sym typeface="Advent Pro"/>
            </a:endParaRPr>
          </a:p>
          <a:p>
            <a:pPr indent="-323850" lvl="0" marL="457200" rtl="0" algn="l">
              <a:spcBef>
                <a:spcPts val="1600"/>
              </a:spcBef>
              <a:spcAft>
                <a:spcPts val="0"/>
              </a:spcAft>
              <a:buSzPts val="1500"/>
              <a:buFont typeface="Advent Pro"/>
              <a:buChar char="-"/>
            </a:pPr>
            <a:r>
              <a:rPr b="1" lang="en" sz="1500">
                <a:latin typeface="Advent Pro"/>
                <a:ea typeface="Advent Pro"/>
                <a:cs typeface="Advent Pro"/>
                <a:sym typeface="Advent Pro"/>
              </a:rPr>
              <a:t>This suggest that most users are happy with their purchases and very little have strong regrets.</a:t>
            </a:r>
            <a:endParaRPr b="1" sz="1500">
              <a:latin typeface="Advent Pro"/>
              <a:ea typeface="Advent Pro"/>
              <a:cs typeface="Advent Pro"/>
              <a:sym typeface="Advent Pro"/>
            </a:endParaRPr>
          </a:p>
        </p:txBody>
      </p:sp>
      <p:sp>
        <p:nvSpPr>
          <p:cNvPr id="5667" name="Google Shape;5667;p36"/>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457200" rtl="0" algn="l">
              <a:lnSpc>
                <a:spcPct val="200000"/>
              </a:lnSpc>
              <a:spcBef>
                <a:spcPts val="0"/>
              </a:spcBef>
              <a:spcAft>
                <a:spcPts val="0"/>
              </a:spcAft>
              <a:buNone/>
            </a:pPr>
            <a:r>
              <a:rPr lang="en" sz="1300"/>
              <a:t>Insight #6 - How spread out are data scores? Are some scores rarer than others?</a:t>
            </a:r>
            <a:endParaRPr/>
          </a:p>
        </p:txBody>
      </p:sp>
      <p:pic>
        <p:nvPicPr>
          <p:cNvPr id="5668" name="Google Shape;5668;p36"/>
          <p:cNvPicPr preferRelativeResize="0"/>
          <p:nvPr/>
        </p:nvPicPr>
        <p:blipFill>
          <a:blip r:embed="rId3">
            <a:alphaModFix/>
          </a:blip>
          <a:stretch>
            <a:fillRect/>
          </a:stretch>
        </p:blipFill>
        <p:spPr>
          <a:xfrm>
            <a:off x="4056200" y="1017725"/>
            <a:ext cx="4935400" cy="324718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2" name="Shape 5672"/>
        <p:cNvGrpSpPr/>
        <p:nvPr/>
      </p:nvGrpSpPr>
      <p:grpSpPr>
        <a:xfrm>
          <a:off x="0" y="0"/>
          <a:ext cx="0" cy="0"/>
          <a:chOff x="0" y="0"/>
          <a:chExt cx="0" cy="0"/>
        </a:xfrm>
      </p:grpSpPr>
      <p:sp>
        <p:nvSpPr>
          <p:cNvPr id="5673" name="Google Shape;5673;p37"/>
          <p:cNvSpPr txBox="1"/>
          <p:nvPr>
            <p:ph idx="1" type="body"/>
          </p:nvPr>
        </p:nvSpPr>
        <p:spPr>
          <a:xfrm>
            <a:off x="431100" y="865325"/>
            <a:ext cx="8281800" cy="412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latin typeface="Baskervville SemiBold"/>
                <a:ea typeface="Baskervville SemiBold"/>
                <a:cs typeface="Baskervville SemiBold"/>
                <a:sym typeface="Baskervville SemiBold"/>
              </a:rPr>
              <a:t>This week I researched how the release date of video games may affect </a:t>
            </a:r>
            <a:r>
              <a:rPr lang="en" sz="1600">
                <a:latin typeface="Baskervville SemiBold"/>
                <a:ea typeface="Baskervville SemiBold"/>
                <a:cs typeface="Baskervville SemiBold"/>
                <a:sym typeface="Baskervville SemiBold"/>
              </a:rPr>
              <a:t>different</a:t>
            </a:r>
            <a:r>
              <a:rPr lang="en" sz="1600">
                <a:latin typeface="Baskervville SemiBold"/>
                <a:ea typeface="Baskervville SemiBold"/>
                <a:cs typeface="Baskervville SemiBold"/>
                <a:sym typeface="Baskervville SemiBold"/>
              </a:rPr>
              <a:t> aspects of the user experience. </a:t>
            </a:r>
            <a:endParaRPr sz="1600">
              <a:latin typeface="Baskervville SemiBold"/>
              <a:ea typeface="Baskervville SemiBold"/>
              <a:cs typeface="Baskervville SemiBold"/>
              <a:sym typeface="Baskervville SemiBold"/>
            </a:endParaRPr>
          </a:p>
          <a:p>
            <a:pPr indent="0" lvl="0" marL="0" rtl="0" algn="l">
              <a:spcBef>
                <a:spcPts val="1600"/>
              </a:spcBef>
              <a:spcAft>
                <a:spcPts val="0"/>
              </a:spcAft>
              <a:buNone/>
            </a:pPr>
            <a:r>
              <a:rPr lang="en" sz="1600">
                <a:latin typeface="Baskervville SemiBold"/>
                <a:ea typeface="Baskervville SemiBold"/>
                <a:cs typeface="Baskervville SemiBold"/>
                <a:sym typeface="Baskervville SemiBold"/>
              </a:rPr>
              <a:t>Technology is constantly changing and evolving and this extends to technological entertainment as well. My focus with this week was to understand if these advancements have changed the way users interact with games. </a:t>
            </a:r>
            <a:endParaRPr sz="1600">
              <a:latin typeface="Baskervville SemiBold"/>
              <a:ea typeface="Baskervville SemiBold"/>
              <a:cs typeface="Baskervville SemiBold"/>
              <a:sym typeface="Baskervville SemiBold"/>
            </a:endParaRPr>
          </a:p>
          <a:p>
            <a:pPr indent="0" lvl="0" marL="0" rtl="0" algn="l">
              <a:lnSpc>
                <a:spcPct val="115000"/>
              </a:lnSpc>
              <a:spcBef>
                <a:spcPts val="1600"/>
              </a:spcBef>
              <a:spcAft>
                <a:spcPts val="0"/>
              </a:spcAft>
              <a:buClr>
                <a:schemeClr val="dk1"/>
              </a:buClr>
              <a:buSzPts val="1100"/>
              <a:buFont typeface="Arial"/>
              <a:buNone/>
            </a:pPr>
            <a:r>
              <a:rPr lang="en" sz="1600">
                <a:latin typeface="Baskervville SemiBold"/>
                <a:ea typeface="Baskervville SemiBold"/>
                <a:cs typeface="Baskervville SemiBold"/>
                <a:sym typeface="Baskervville SemiBold"/>
              </a:rPr>
              <a:t>To investigate this, I analyzed several metrics across time using release year as my primary variable. Specifically, I looked at whether average game ratings have shifted over the decades, whether review lengths have grown as gaming communities became more vocal, whether games have expanded in scope by incorporating more genres, and how engagement metrics like plays, </a:t>
            </a:r>
            <a:r>
              <a:rPr lang="en" sz="1600">
                <a:latin typeface="Baskervville SemiBold"/>
                <a:ea typeface="Baskervville SemiBold"/>
                <a:cs typeface="Baskervville SemiBold"/>
                <a:sym typeface="Baskervville SemiBold"/>
              </a:rPr>
              <a:t>wish lists</a:t>
            </a:r>
            <a:r>
              <a:rPr lang="en" sz="1600">
                <a:latin typeface="Baskervville SemiBold"/>
                <a:ea typeface="Baskervville SemiBold"/>
                <a:cs typeface="Baskervville SemiBold"/>
                <a:sym typeface="Baskervville SemiBold"/>
              </a:rPr>
              <a:t>, and backlogs have trended over the years.</a:t>
            </a:r>
            <a:endParaRPr sz="1600">
              <a:latin typeface="Baskervville SemiBold"/>
              <a:ea typeface="Baskervville SemiBold"/>
              <a:cs typeface="Baskervville SemiBold"/>
              <a:sym typeface="Baskervville SemiBold"/>
            </a:endParaRPr>
          </a:p>
          <a:p>
            <a:pPr indent="0" lvl="0" marL="0" rtl="0" algn="l">
              <a:lnSpc>
                <a:spcPct val="115000"/>
              </a:lnSpc>
              <a:spcBef>
                <a:spcPts val="1200"/>
              </a:spcBef>
              <a:spcAft>
                <a:spcPts val="0"/>
              </a:spcAft>
              <a:buClr>
                <a:schemeClr val="dk1"/>
              </a:buClr>
              <a:buSzPts val="1100"/>
              <a:buFont typeface="Arial"/>
              <a:buNone/>
            </a:pPr>
            <a:r>
              <a:rPr lang="en" sz="1600">
                <a:latin typeface="Baskervville SemiBold"/>
                <a:ea typeface="Baskervville SemiBold"/>
                <a:cs typeface="Baskervville SemiBold"/>
                <a:sym typeface="Baskervville SemiBold"/>
              </a:rPr>
              <a:t>Together, these four insights aim to paint a picture of how the relationship between games and their players has changed over time, not just in terms of quality, but in terms of depth of engagement and community involvement</a:t>
            </a:r>
            <a:endParaRPr sz="1600">
              <a:latin typeface="Baskervville SemiBold"/>
              <a:ea typeface="Baskervville SemiBold"/>
              <a:cs typeface="Baskervville SemiBold"/>
              <a:sym typeface="Baskervville SemiBold"/>
            </a:endParaRPr>
          </a:p>
          <a:p>
            <a:pPr indent="0" lvl="0" marL="0" rtl="0" algn="l">
              <a:spcBef>
                <a:spcPts val="1200"/>
              </a:spcBef>
              <a:spcAft>
                <a:spcPts val="1600"/>
              </a:spcAft>
              <a:buNone/>
            </a:pPr>
            <a:r>
              <a:t/>
            </a:r>
            <a:endParaRPr sz="1600"/>
          </a:p>
        </p:txBody>
      </p:sp>
      <p:sp>
        <p:nvSpPr>
          <p:cNvPr id="5674" name="Google Shape;5674;p37"/>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Week 4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8" name="Shape 5678"/>
        <p:cNvGrpSpPr/>
        <p:nvPr/>
      </p:nvGrpSpPr>
      <p:grpSpPr>
        <a:xfrm>
          <a:off x="0" y="0"/>
          <a:ext cx="0" cy="0"/>
          <a:chOff x="0" y="0"/>
          <a:chExt cx="0" cy="0"/>
        </a:xfrm>
      </p:grpSpPr>
      <p:sp>
        <p:nvSpPr>
          <p:cNvPr id="5679" name="Google Shape;5679;p38"/>
          <p:cNvSpPr txBox="1"/>
          <p:nvPr>
            <p:ph idx="1" type="body"/>
          </p:nvPr>
        </p:nvSpPr>
        <p:spPr>
          <a:xfrm>
            <a:off x="398000" y="865325"/>
            <a:ext cx="3505800" cy="39261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Font typeface="Baskervville SemiBold"/>
              <a:buChar char="-"/>
            </a:pPr>
            <a:r>
              <a:rPr i="1" lang="en" sz="1500">
                <a:latin typeface="Baskervville SemiBold"/>
                <a:ea typeface="Baskervville SemiBold"/>
                <a:cs typeface="Baskervville SemiBold"/>
                <a:sym typeface="Baskervville SemiBold"/>
              </a:rPr>
              <a:t>I set the dataset from 2001-20021, because of the short list of games outside those years leading to misleading ratings.</a:t>
            </a:r>
            <a:endParaRPr i="1" sz="1500">
              <a:latin typeface="Baskervville SemiBold"/>
              <a:ea typeface="Baskervville SemiBold"/>
              <a:cs typeface="Baskervville SemiBold"/>
              <a:sym typeface="Baskervville SemiBold"/>
            </a:endParaRPr>
          </a:p>
          <a:p>
            <a:pPr indent="-323850" lvl="0" marL="457200" rtl="0" algn="l">
              <a:spcBef>
                <a:spcPts val="0"/>
              </a:spcBef>
              <a:spcAft>
                <a:spcPts val="0"/>
              </a:spcAft>
              <a:buSzPts val="1500"/>
              <a:buFont typeface="Baskervville SemiBold"/>
              <a:buChar char="-"/>
            </a:pPr>
            <a:r>
              <a:rPr lang="en" sz="1500">
                <a:latin typeface="Baskervville SemiBold"/>
                <a:ea typeface="Baskervville SemiBold"/>
                <a:cs typeface="Baskervville SemiBold"/>
                <a:sym typeface="Baskervville SemiBold"/>
              </a:rPr>
              <a:t>The average game rating has been largely unstable. Since 2001, game ratings have seen as high as a ~3.9/5 average rating and as low as 3.5/5 average rating.</a:t>
            </a:r>
            <a:endParaRPr sz="1500">
              <a:latin typeface="Baskervville SemiBold"/>
              <a:ea typeface="Baskervville SemiBold"/>
              <a:cs typeface="Baskervville SemiBold"/>
              <a:sym typeface="Baskervville SemiBold"/>
            </a:endParaRPr>
          </a:p>
          <a:p>
            <a:pPr indent="0" lvl="0" marL="457200" rtl="0" algn="l">
              <a:spcBef>
                <a:spcPts val="1600"/>
              </a:spcBef>
              <a:spcAft>
                <a:spcPts val="0"/>
              </a:spcAft>
              <a:buNone/>
            </a:pPr>
            <a:r>
              <a:t/>
            </a:r>
            <a:endParaRPr sz="1500">
              <a:latin typeface="Baskervville SemiBold"/>
              <a:ea typeface="Baskervville SemiBold"/>
              <a:cs typeface="Baskervville SemiBold"/>
              <a:sym typeface="Baskervville SemiBold"/>
            </a:endParaRPr>
          </a:p>
          <a:p>
            <a:pPr indent="-323850" lvl="0" marL="457200" rtl="0" algn="l">
              <a:spcBef>
                <a:spcPts val="1600"/>
              </a:spcBef>
              <a:spcAft>
                <a:spcPts val="0"/>
              </a:spcAft>
              <a:buSzPts val="1500"/>
              <a:buFont typeface="Baskervville SemiBold"/>
              <a:buChar char="-"/>
            </a:pPr>
            <a:r>
              <a:rPr lang="en" sz="1500">
                <a:latin typeface="Baskervville SemiBold"/>
                <a:ea typeface="Baskervville SemiBold"/>
                <a:cs typeface="Baskervville SemiBold"/>
                <a:sym typeface="Baskervville SemiBold"/>
              </a:rPr>
              <a:t>This indicates that time may not have much </a:t>
            </a:r>
            <a:r>
              <a:rPr lang="en" sz="1500">
                <a:latin typeface="Baskervville SemiBold"/>
                <a:ea typeface="Baskervville SemiBold"/>
                <a:cs typeface="Baskervville SemiBold"/>
                <a:sym typeface="Baskervville SemiBold"/>
              </a:rPr>
              <a:t>effect</a:t>
            </a:r>
            <a:r>
              <a:rPr lang="en" sz="1500">
                <a:latin typeface="Baskervville SemiBold"/>
                <a:ea typeface="Baskervville SemiBold"/>
                <a:cs typeface="Baskervville SemiBold"/>
                <a:sym typeface="Baskervville SemiBold"/>
              </a:rPr>
              <a:t> on the quality or enjoyment level of games. </a:t>
            </a:r>
            <a:endParaRPr sz="1500">
              <a:latin typeface="Baskervville SemiBold"/>
              <a:ea typeface="Baskervville SemiBold"/>
              <a:cs typeface="Baskervville SemiBold"/>
              <a:sym typeface="Baskervville SemiBold"/>
            </a:endParaRPr>
          </a:p>
        </p:txBody>
      </p:sp>
      <p:sp>
        <p:nvSpPr>
          <p:cNvPr id="5680" name="Google Shape;5680;p38"/>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457200" rtl="0" algn="l">
              <a:lnSpc>
                <a:spcPct val="200000"/>
              </a:lnSpc>
              <a:spcBef>
                <a:spcPts val="0"/>
              </a:spcBef>
              <a:spcAft>
                <a:spcPts val="0"/>
              </a:spcAft>
              <a:buNone/>
            </a:pPr>
            <a:r>
              <a:rPr lang="en" sz="1300"/>
              <a:t>Insight #7 - </a:t>
            </a:r>
            <a:r>
              <a:rPr lang="en" sz="1300"/>
              <a:t>Has the average game rating changed over the years?</a:t>
            </a:r>
            <a:endParaRPr/>
          </a:p>
        </p:txBody>
      </p:sp>
      <p:pic>
        <p:nvPicPr>
          <p:cNvPr id="5681" name="Google Shape;5681;p38"/>
          <p:cNvPicPr preferRelativeResize="0"/>
          <p:nvPr/>
        </p:nvPicPr>
        <p:blipFill>
          <a:blip r:embed="rId3">
            <a:alphaModFix/>
          </a:blip>
          <a:stretch>
            <a:fillRect/>
          </a:stretch>
        </p:blipFill>
        <p:spPr>
          <a:xfrm>
            <a:off x="4310700" y="841688"/>
            <a:ext cx="4323968" cy="39733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5" name="Shape 5685"/>
        <p:cNvGrpSpPr/>
        <p:nvPr/>
      </p:nvGrpSpPr>
      <p:grpSpPr>
        <a:xfrm>
          <a:off x="0" y="0"/>
          <a:ext cx="0" cy="0"/>
          <a:chOff x="0" y="0"/>
          <a:chExt cx="0" cy="0"/>
        </a:xfrm>
      </p:grpSpPr>
      <p:sp>
        <p:nvSpPr>
          <p:cNvPr id="5686" name="Google Shape;5686;p39"/>
          <p:cNvSpPr txBox="1"/>
          <p:nvPr>
            <p:ph idx="1" type="body"/>
          </p:nvPr>
        </p:nvSpPr>
        <p:spPr>
          <a:xfrm>
            <a:off x="398000" y="917900"/>
            <a:ext cx="3647100" cy="39735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Font typeface="Baskervville SemiBold"/>
              <a:buChar char="-"/>
            </a:pPr>
            <a:r>
              <a:rPr lang="en" sz="1500">
                <a:latin typeface="Baskervville SemiBold"/>
                <a:ea typeface="Baskervville SemiBold"/>
                <a:cs typeface="Baskervville SemiBold"/>
                <a:sym typeface="Baskervville SemiBold"/>
              </a:rPr>
              <a:t>Genre </a:t>
            </a:r>
            <a:r>
              <a:rPr lang="en" sz="1500">
                <a:latin typeface="Baskervville SemiBold"/>
                <a:ea typeface="Baskervville SemiBold"/>
                <a:cs typeface="Baskervville SemiBold"/>
                <a:sym typeface="Baskervville SemiBold"/>
              </a:rPr>
              <a:t>count has steadily rose over the years. The amount of games released in each year may skew the mean but the graph still shows strong overall growth across all time periods. </a:t>
            </a:r>
            <a:endParaRPr sz="1500">
              <a:latin typeface="Baskervville SemiBold"/>
              <a:ea typeface="Baskervville SemiBold"/>
              <a:cs typeface="Baskervville SemiBold"/>
              <a:sym typeface="Baskervville SemiBold"/>
            </a:endParaRPr>
          </a:p>
          <a:p>
            <a:pPr indent="-323850" lvl="0" marL="457200" rtl="0" algn="l">
              <a:spcBef>
                <a:spcPts val="0"/>
              </a:spcBef>
              <a:spcAft>
                <a:spcPts val="0"/>
              </a:spcAft>
              <a:buSzPts val="1500"/>
              <a:buFont typeface="Baskervville SemiBold"/>
              <a:buChar char="-"/>
            </a:pPr>
            <a:r>
              <a:rPr lang="en" sz="1500">
                <a:latin typeface="Baskervville SemiBold"/>
                <a:ea typeface="Baskervville SemiBold"/>
                <a:cs typeface="Baskervville SemiBold"/>
                <a:sym typeface="Baskervville SemiBold"/>
              </a:rPr>
              <a:t>Though overall growth is positive, it’s not very steady seeing consistent drops as the graph moves over time.</a:t>
            </a:r>
            <a:endParaRPr sz="1500">
              <a:latin typeface="Baskervville SemiBold"/>
              <a:ea typeface="Baskervville SemiBold"/>
              <a:cs typeface="Baskervville SemiBold"/>
              <a:sym typeface="Baskervville SemiBold"/>
            </a:endParaRPr>
          </a:p>
          <a:p>
            <a:pPr indent="0" lvl="0" marL="0" rtl="0" algn="l">
              <a:spcBef>
                <a:spcPts val="1600"/>
              </a:spcBef>
              <a:spcAft>
                <a:spcPts val="0"/>
              </a:spcAft>
              <a:buNone/>
            </a:pPr>
            <a:r>
              <a:t/>
            </a:r>
            <a:endParaRPr sz="1500">
              <a:latin typeface="Baskervville SemiBold"/>
              <a:ea typeface="Baskervville SemiBold"/>
              <a:cs typeface="Baskervville SemiBold"/>
              <a:sym typeface="Baskervville SemiBold"/>
            </a:endParaRPr>
          </a:p>
          <a:p>
            <a:pPr indent="-323850" lvl="0" marL="457200" rtl="0" algn="l">
              <a:spcBef>
                <a:spcPts val="1600"/>
              </a:spcBef>
              <a:spcAft>
                <a:spcPts val="0"/>
              </a:spcAft>
              <a:buSzPts val="1500"/>
              <a:buFont typeface="Baskervville SemiBold"/>
              <a:buChar char="-"/>
            </a:pPr>
            <a:r>
              <a:rPr lang="en" sz="1500">
                <a:latin typeface="Baskervville SemiBold"/>
                <a:ea typeface="Baskervville SemiBold"/>
                <a:cs typeface="Baskervville SemiBold"/>
                <a:sym typeface="Baskervville SemiBold"/>
              </a:rPr>
              <a:t>We can infer from this increase that as time passes more genres are explored and more games opt to mix and add these genres.</a:t>
            </a:r>
            <a:endParaRPr sz="1500">
              <a:latin typeface="Baskervville SemiBold"/>
              <a:ea typeface="Baskervville SemiBold"/>
              <a:cs typeface="Baskervville SemiBold"/>
              <a:sym typeface="Baskervville SemiBold"/>
            </a:endParaRPr>
          </a:p>
        </p:txBody>
      </p:sp>
      <p:sp>
        <p:nvSpPr>
          <p:cNvPr id="5687" name="Google Shape;5687;p39"/>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457200" rtl="0" algn="l">
              <a:lnSpc>
                <a:spcPct val="200000"/>
              </a:lnSpc>
              <a:spcBef>
                <a:spcPts val="0"/>
              </a:spcBef>
              <a:spcAft>
                <a:spcPts val="0"/>
              </a:spcAft>
              <a:buNone/>
            </a:pPr>
            <a:r>
              <a:rPr lang="en" sz="1300"/>
              <a:t>Insight #8 - </a:t>
            </a:r>
            <a:r>
              <a:rPr lang="en" sz="1300"/>
              <a:t>Have games been getting more genres added to them over the years?</a:t>
            </a:r>
            <a:endParaRPr/>
          </a:p>
        </p:txBody>
      </p:sp>
      <p:pic>
        <p:nvPicPr>
          <p:cNvPr id="5688" name="Google Shape;5688;p39"/>
          <p:cNvPicPr preferRelativeResize="0"/>
          <p:nvPr/>
        </p:nvPicPr>
        <p:blipFill>
          <a:blip r:embed="rId3">
            <a:alphaModFix/>
          </a:blip>
          <a:stretch>
            <a:fillRect/>
          </a:stretch>
        </p:blipFill>
        <p:spPr>
          <a:xfrm>
            <a:off x="4404150" y="917888"/>
            <a:ext cx="4428159" cy="3973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2" name="Shape 5692"/>
        <p:cNvGrpSpPr/>
        <p:nvPr/>
      </p:nvGrpSpPr>
      <p:grpSpPr>
        <a:xfrm>
          <a:off x="0" y="0"/>
          <a:ext cx="0" cy="0"/>
          <a:chOff x="0" y="0"/>
          <a:chExt cx="0" cy="0"/>
        </a:xfrm>
      </p:grpSpPr>
      <p:sp>
        <p:nvSpPr>
          <p:cNvPr id="5693" name="Google Shape;5693;p40"/>
          <p:cNvSpPr txBox="1"/>
          <p:nvPr>
            <p:ph idx="1" type="body"/>
          </p:nvPr>
        </p:nvSpPr>
        <p:spPr>
          <a:xfrm>
            <a:off x="398000" y="1017725"/>
            <a:ext cx="3834600" cy="37737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Font typeface="Baskervville SemiBold"/>
              <a:buChar char="-"/>
            </a:pPr>
            <a:r>
              <a:rPr lang="en" sz="1500">
                <a:latin typeface="Baskervville SemiBold"/>
                <a:ea typeface="Baskervville SemiBold"/>
                <a:cs typeface="Baskervville SemiBold"/>
                <a:sym typeface="Baskervville SemiBold"/>
              </a:rPr>
              <a:t>The graph shows no strong upward or downward trend in review length over time. Review lengths fluctuate consistently between roughly 160-320 words across all years, with no clear direction.</a:t>
            </a:r>
            <a:endParaRPr sz="1500">
              <a:latin typeface="Baskervville SemiBold"/>
              <a:ea typeface="Baskervville SemiBold"/>
              <a:cs typeface="Baskervville SemiBold"/>
              <a:sym typeface="Baskervville SemiBold"/>
            </a:endParaRPr>
          </a:p>
          <a:p>
            <a:pPr indent="-323850" lvl="0" marL="457200" rtl="0" algn="l">
              <a:spcBef>
                <a:spcPts val="0"/>
              </a:spcBef>
              <a:spcAft>
                <a:spcPts val="0"/>
              </a:spcAft>
              <a:buSzPts val="1500"/>
              <a:buFont typeface="Baskervville SemiBold"/>
              <a:buChar char="-"/>
            </a:pPr>
            <a:r>
              <a:rPr lang="en" sz="1500">
                <a:latin typeface="Baskervville SemiBold"/>
                <a:ea typeface="Baskervville SemiBold"/>
                <a:cs typeface="Baskervville SemiBold"/>
                <a:sym typeface="Baskervville SemiBold"/>
              </a:rPr>
              <a:t>The most notable spikes appear in the early 1990s and around 2000, but these may be due to fewer games being released those years, skewing the mean upward.</a:t>
            </a:r>
            <a:endParaRPr sz="1500">
              <a:latin typeface="Baskervville SemiBold"/>
              <a:ea typeface="Baskervville SemiBold"/>
              <a:cs typeface="Baskervville SemiBold"/>
              <a:sym typeface="Baskervville SemiBold"/>
            </a:endParaRPr>
          </a:p>
          <a:p>
            <a:pPr indent="-323850" lvl="0" marL="457200" rtl="0" algn="l">
              <a:spcBef>
                <a:spcPts val="0"/>
              </a:spcBef>
              <a:spcAft>
                <a:spcPts val="0"/>
              </a:spcAft>
              <a:buSzPts val="1500"/>
              <a:buFont typeface="Baskervville SemiBold"/>
              <a:buChar char="-"/>
            </a:pPr>
            <a:r>
              <a:rPr lang="en" sz="1500">
                <a:latin typeface="Baskervville SemiBold"/>
                <a:ea typeface="Baskervville SemiBold"/>
                <a:cs typeface="Baskervville SemiBold"/>
                <a:sym typeface="Baskervville SemiBold"/>
              </a:rPr>
              <a:t>This indicates that despite gaming communities growing significantly over time, the depth at which individual users write about games has remained largely the same.</a:t>
            </a:r>
            <a:endParaRPr sz="1500">
              <a:latin typeface="Baskervville SemiBold"/>
              <a:ea typeface="Baskervville SemiBold"/>
              <a:cs typeface="Baskervville SemiBold"/>
              <a:sym typeface="Baskervville SemiBold"/>
            </a:endParaRPr>
          </a:p>
        </p:txBody>
      </p:sp>
      <p:sp>
        <p:nvSpPr>
          <p:cNvPr id="5694" name="Google Shape;5694;p40"/>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457200" rtl="0" algn="l">
              <a:lnSpc>
                <a:spcPct val="200000"/>
              </a:lnSpc>
              <a:spcBef>
                <a:spcPts val="0"/>
              </a:spcBef>
              <a:spcAft>
                <a:spcPts val="0"/>
              </a:spcAft>
              <a:buNone/>
            </a:pPr>
            <a:r>
              <a:rPr lang="en" sz="1300"/>
              <a:t>Insight #9 - Has the length of reviews increased over the years?</a:t>
            </a:r>
            <a:endParaRPr/>
          </a:p>
        </p:txBody>
      </p:sp>
      <p:pic>
        <p:nvPicPr>
          <p:cNvPr id="5695" name="Google Shape;5695;p40"/>
          <p:cNvPicPr preferRelativeResize="0"/>
          <p:nvPr/>
        </p:nvPicPr>
        <p:blipFill>
          <a:blip r:embed="rId3">
            <a:alphaModFix/>
          </a:blip>
          <a:stretch>
            <a:fillRect/>
          </a:stretch>
        </p:blipFill>
        <p:spPr>
          <a:xfrm>
            <a:off x="4494825" y="865325"/>
            <a:ext cx="4337469" cy="3973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9" name="Shape 5699"/>
        <p:cNvGrpSpPr/>
        <p:nvPr/>
      </p:nvGrpSpPr>
      <p:grpSpPr>
        <a:xfrm>
          <a:off x="0" y="0"/>
          <a:ext cx="0" cy="0"/>
          <a:chOff x="0" y="0"/>
          <a:chExt cx="0" cy="0"/>
        </a:xfrm>
      </p:grpSpPr>
      <p:sp>
        <p:nvSpPr>
          <p:cNvPr id="5700" name="Google Shape;5700;p41"/>
          <p:cNvSpPr txBox="1"/>
          <p:nvPr>
            <p:ph idx="1" type="body"/>
          </p:nvPr>
        </p:nvSpPr>
        <p:spPr>
          <a:xfrm>
            <a:off x="398000" y="865324"/>
            <a:ext cx="3505800" cy="37737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Font typeface="Baskervville SemiBold"/>
              <a:buChar char="-"/>
            </a:pPr>
            <a:r>
              <a:rPr lang="en" sz="1500">
                <a:latin typeface="Baskervville SemiBold"/>
                <a:ea typeface="Baskervville SemiBold"/>
                <a:cs typeface="Baskervville SemiBold"/>
                <a:sym typeface="Baskervville SemiBold"/>
              </a:rPr>
              <a:t>Plays mean has seen consistent overall growth since the mid 1980s, peaking around 2010-2011 before slightly declining. Wishlist and Backlogs mean have both grown steadily at a similar pace to each other, remaining significantly lower than plays throughout.</a:t>
            </a:r>
            <a:endParaRPr sz="1500">
              <a:latin typeface="Baskervville SemiBold"/>
              <a:ea typeface="Baskervville SemiBold"/>
              <a:cs typeface="Baskervville SemiBold"/>
              <a:sym typeface="Baskervville SemiBold"/>
            </a:endParaRPr>
          </a:p>
          <a:p>
            <a:pPr indent="-323850" lvl="0" marL="457200" rtl="0" algn="l">
              <a:spcBef>
                <a:spcPts val="0"/>
              </a:spcBef>
              <a:spcAft>
                <a:spcPts val="0"/>
              </a:spcAft>
              <a:buSzPts val="1500"/>
              <a:buFont typeface="Baskervville SemiBold"/>
              <a:buChar char="-"/>
            </a:pPr>
            <a:r>
              <a:rPr lang="en" sz="1500">
                <a:latin typeface="Baskervville SemiBold"/>
                <a:ea typeface="Baskervville SemiBold"/>
                <a:cs typeface="Baskervville SemiBold"/>
                <a:sym typeface="Baskervville SemiBold"/>
              </a:rPr>
              <a:t>The large gap between plays and the other two metrics suggests that as the gaming library grows, players are accumulating more games than they can realistically get through, leading to the steady rise in wishlists and backlogs alongside plays.</a:t>
            </a:r>
            <a:endParaRPr sz="1500">
              <a:latin typeface="Baskervville SemiBold"/>
              <a:ea typeface="Baskervville SemiBold"/>
              <a:cs typeface="Baskervville SemiBold"/>
              <a:sym typeface="Baskervville SemiBold"/>
            </a:endParaRPr>
          </a:p>
          <a:p>
            <a:pPr indent="-323850" lvl="0" marL="457200" rtl="0" algn="l">
              <a:spcBef>
                <a:spcPts val="0"/>
              </a:spcBef>
              <a:spcAft>
                <a:spcPts val="0"/>
              </a:spcAft>
              <a:buSzPts val="1500"/>
              <a:buFont typeface="Baskervville SemiBold"/>
              <a:buChar char="-"/>
            </a:pPr>
            <a:r>
              <a:t/>
            </a:r>
            <a:endParaRPr sz="1500">
              <a:latin typeface="Baskervville SemiBold"/>
              <a:ea typeface="Baskervville SemiBold"/>
              <a:cs typeface="Baskervville SemiBold"/>
              <a:sym typeface="Baskervville SemiBold"/>
            </a:endParaRPr>
          </a:p>
        </p:txBody>
      </p:sp>
      <p:sp>
        <p:nvSpPr>
          <p:cNvPr id="5701" name="Google Shape;5701;p41"/>
          <p:cNvSpPr txBox="1"/>
          <p:nvPr>
            <p:ph type="title"/>
          </p:nvPr>
        </p:nvSpPr>
        <p:spPr>
          <a:xfrm>
            <a:off x="311700" y="292625"/>
            <a:ext cx="8520600" cy="572700"/>
          </a:xfrm>
          <a:prstGeom prst="rect">
            <a:avLst/>
          </a:prstGeom>
        </p:spPr>
        <p:txBody>
          <a:bodyPr anchorCtr="0" anchor="b" bIns="91425" lIns="91425" spcFirstLastPara="1" rIns="91425" wrap="square" tIns="91425">
            <a:noAutofit/>
          </a:bodyPr>
          <a:lstStyle/>
          <a:p>
            <a:pPr indent="0" lvl="0" marL="457200" rtl="0" algn="l">
              <a:lnSpc>
                <a:spcPct val="200000"/>
              </a:lnSpc>
              <a:spcBef>
                <a:spcPts val="0"/>
              </a:spcBef>
              <a:spcAft>
                <a:spcPts val="0"/>
              </a:spcAft>
              <a:buNone/>
            </a:pPr>
            <a:r>
              <a:rPr lang="en" sz="1300"/>
              <a:t>Insight #10 - </a:t>
            </a:r>
            <a:r>
              <a:rPr lang="en" sz="1300"/>
              <a:t>How have plays, </a:t>
            </a:r>
            <a:r>
              <a:rPr lang="en" sz="1300"/>
              <a:t>wish lists</a:t>
            </a:r>
            <a:r>
              <a:rPr lang="en" sz="1300"/>
              <a:t>, and backlogs changed over the years?</a:t>
            </a:r>
            <a:endParaRPr/>
          </a:p>
        </p:txBody>
      </p:sp>
      <p:pic>
        <p:nvPicPr>
          <p:cNvPr id="5702" name="Google Shape;5702;p41"/>
          <p:cNvPicPr preferRelativeResize="0"/>
          <p:nvPr/>
        </p:nvPicPr>
        <p:blipFill>
          <a:blip r:embed="rId3">
            <a:alphaModFix/>
          </a:blip>
          <a:stretch>
            <a:fillRect/>
          </a:stretch>
        </p:blipFill>
        <p:spPr>
          <a:xfrm>
            <a:off x="4056200" y="1017725"/>
            <a:ext cx="4935400" cy="322846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 Video Games Newsletter XL by Slidesgo">
  <a:themeElements>
    <a:clrScheme name="Simple Light">
      <a:dk1>
        <a:srgbClr val="000000"/>
      </a:dk1>
      <a:lt1>
        <a:srgbClr val="FFFFFF"/>
      </a:lt1>
      <a:dk2>
        <a:srgbClr val="595959"/>
      </a:dk2>
      <a:lt2>
        <a:srgbClr val="EEEEEE"/>
      </a:lt2>
      <a:accent1>
        <a:srgbClr val="FFD966"/>
      </a:accent1>
      <a:accent2>
        <a:srgbClr val="C9741B"/>
      </a:accent2>
      <a:accent3>
        <a:srgbClr val="F1C232"/>
      </a:accent3>
      <a:accent4>
        <a:srgbClr val="FFE599"/>
      </a:accent4>
      <a:accent5>
        <a:srgbClr val="BF9000"/>
      </a:accent5>
      <a:accent6>
        <a:srgbClr val="1C4587"/>
      </a:accent6>
      <a:hlink>
        <a:srgbClr val="FFD9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