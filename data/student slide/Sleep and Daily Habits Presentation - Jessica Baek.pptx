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9" name="Karen Chen"/>
  <p:cmAuthor clrIdx="1" id="1" initials="" lastIdx="4" name="Jessica Bae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08T04:19:27.597">
    <p:pos x="0" y="0"/>
    <p:text>@jbaek3@umbc.edu, please also add additional information on missingness, usefulness, and whether cleaning is needed, please follow instructions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4-08T04:20:07.754">
    <p:pos x="0" y="0"/>
    <p:text>great set of questions to start with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4-08T04:19:49.921">
    <p:pos x="0" y="0"/>
    <p:text>nice!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4-20T00:32:48.197">
    <p:pos x="0" y="0"/>
    <p:text>it is better to be sorted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4-19T23:37:37.780">
    <p:pos x="0" y="0"/>
    <p:text>@jbaek3@umbc.edu great start. BTW, did you python notebook/data science package  to generate the plot? as the style looks different</p:text>
  </p:cm>
  <p:cm authorId="1" idx="1" dt="2026-04-19T23:37:37.780">
    <p:pos x="0" y="0"/>
    <p:text>I used canva to generate the plots.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6-04-20T00:54:44.242">
    <p:pos x="0" y="0"/>
    <p:text>https://pmc.ncbi.nlm.nih.gov/articles/PMC7045300/ &lt;- outside source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3" dt="2026-04-20T00:54:18.024">
    <p:pos x="0" y="0"/>
    <p:text>https://pmc.ncbi.nlm.nih.gov/articles/PMC12912324/ &lt;- outside source</p:text>
  </p:cm>
  <p:cm authorId="0" idx="6" dt="2026-04-24T01:00:55.767">
    <p:pos x="0" y="100"/>
    <p:text>@jbaek3@umbc.edu if I may be a bit picky, you could consider switch the x and y coordinate, we usually plot the dependent variable on y-axis, and independent variable on x-axis
1 total reaction
Jessica Baek reacted with ✅ at 2026-04-24 01:00 AM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4-28T23:25:10.929">
    <p:pos x="0" y="0"/>
    <p:text>scatter plot is better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4-28T23:25:42.166">
    <p:pos x="0" y="0"/>
    <p:text>this is okay since age has chronology meaning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4-28T23:24:38.420">
    <p:pos x="0" y="0"/>
    <p:text>@jbaek3@umbc.edu a scatter plot is better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4" dt="2026-05-02T21:32:51.323">
    <p:pos x="6000" y="0"/>
    <p:text>also posted in folder as a google doc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mc.ncbi.nlm.nih.gov/articles/PMC7045300/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mc.ncbi.nlm.nih.gov/articles/PMC12912324/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5a99a2a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5a99a2a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4981afc8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4981afc8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4981afc8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4981afc8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4981afc8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4981afc8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4981afc8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4981afc8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a99a2a6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a99a2a6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5a99a2a6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5a99a2a6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a99a2a6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5a99a2a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5a99a2a6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5a99a2a6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5a99a2a6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5a99a2a6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5a99a2a6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5a99a2a6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6670bc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76670bc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76670bcc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76670bc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https://pmc.ncbi.nlm.nih.gov/articles/PMC7045300/</a:t>
            </a:r>
            <a:r>
              <a:rPr lang="en"/>
              <a:t> &lt;- link to outside source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76670bcc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76670bcc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https://pmc.ncbi.nlm.nih.gov/articles/PMC12912324/</a:t>
            </a:r>
            <a:r>
              <a:rPr lang="en"/>
              <a:t> &lt;- link to outside source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6670bcc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76670bcc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76670bcc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76670bcc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76670bcc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76670bcc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97925d4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97925d4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97925d4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97925d4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97925d4f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97925d4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97925d4f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97925d4f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97925d4f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97925d4f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97925d4f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97925d4f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ba67a04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ba67a04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ba67a04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ba67a04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ba67a041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ba67a041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ba67a041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ba67a041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ba67a041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ba67a041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ba67a041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ba67a041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3.xml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4.xml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5.xml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6.xml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7.xml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8.xml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9.xml"/><Relationship Id="rId4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10.xml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11.xml"/><Relationship Id="rId4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leep and Daily Habits Proj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leep and Daily Habits Project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leep and Daily Habits Projec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leep and Daily Habits Project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leep and Daily Habits Project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leep and Daily Habits Project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leep and Daily Habits Proj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leep and Daily Habits Projec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Sleep and Daily Habits Project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 title="Sleep and Daily Habits Project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 title="Sleep and Daily Habits Project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 title="Sleep and Daily Habits Project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 title="Sleep and Daily Habits Proj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 title="Sleep and Daily Habits Projec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 title="Sleep and Daily Habits Project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 title="Sleep and Daily Habits Proj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 title="Sleep and Daily Habits Project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 title="Sleep and Daily Habits Project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 title="Sleep and Daily Habits Proj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 title="Sleep and Daily Habits Projec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3" title="Sleep and Daily Habits Project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4" title="Sleep and Daily Habits Project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5" title="Sleep and Daily Habits Project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6" title="Sleep and Daily Habits Project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7" title="Sleep and Daily Habits Proj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8" title="Sleep and Daily Habits Project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9" title="Sleep and Daily Habits Project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40" title="Sleep and Daily Habits Project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1" title="Sleep and Daily Habits Project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2" title="Sleep and Daily Habits Project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